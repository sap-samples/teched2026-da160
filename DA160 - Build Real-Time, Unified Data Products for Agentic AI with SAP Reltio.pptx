
<file path=[Content_Types].xml><?xml version="1.0" encoding="utf-8"?>
<Types xmlns="http://schemas.openxmlformats.org/package/2006/content-types">
  <Default Extension="bin" ContentType="image/pn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3.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33" r:id="rId24"/>
  </p:sldMasterIdLst>
  <p:notesMasterIdLst>
    <p:notesMasterId r:id="rId54"/>
  </p:notesMasterIdLst>
  <p:handoutMasterIdLst>
    <p:handoutMasterId r:id="rId55"/>
  </p:handoutMasterIdLst>
  <p:sldIdLst>
    <p:sldId id="2147483292" r:id="rId25"/>
    <p:sldId id="2147483282" r:id="rId26"/>
    <p:sldId id="2147483304" r:id="rId27"/>
    <p:sldId id="2147483306" r:id="rId28"/>
    <p:sldId id="2147483305" r:id="rId29"/>
    <p:sldId id="2147483309" r:id="rId30"/>
    <p:sldId id="2147483316" r:id="rId31"/>
    <p:sldId id="2147483307" r:id="rId32"/>
    <p:sldId id="2147483274" r:id="rId33"/>
    <p:sldId id="2147483308" r:id="rId34"/>
    <p:sldId id="2147483317" r:id="rId35"/>
    <p:sldId id="2147483275" r:id="rId36"/>
    <p:sldId id="2147483315" r:id="rId37"/>
    <p:sldId id="2147483311" r:id="rId38"/>
    <p:sldId id="2147483318" r:id="rId39"/>
    <p:sldId id="2147483312" r:id="rId40"/>
    <p:sldId id="2147483319" r:id="rId41"/>
    <p:sldId id="2147483320" r:id="rId42"/>
    <p:sldId id="2147483313" r:id="rId43"/>
    <p:sldId id="2147483310" r:id="rId44"/>
    <p:sldId id="2147483321" r:id="rId45"/>
    <p:sldId id="2147483322" r:id="rId46"/>
    <p:sldId id="2147483323" r:id="rId47"/>
    <p:sldId id="2153" r:id="rId48"/>
    <p:sldId id="2147483279" r:id="rId49"/>
    <p:sldId id="2147483286" r:id="rId50"/>
    <p:sldId id="2147483290" r:id="rId51"/>
    <p:sldId id="2183" r:id="rId52"/>
    <p:sldId id="2127" r:id="rId53"/>
  </p:sldIdLst>
  <p:sldSz cx="12195175" cy="6858000"/>
  <p:notesSz cx="6858000" cy="9144000"/>
  <p:embeddedFontLst>
    <p:embeddedFont>
      <p:font typeface="72 Brand" panose="02000000000000000000" pitchFamily="2" charset="0"/>
      <p:regular r:id=""/>
      <p:bold r:id=""/>
      <p:italic r:id=""/>
      <p:boldItalic r:id=""/>
    </p:embeddedFont>
    <p:embeddedFont>
      <p:font typeface="72 Brand Medium" panose="020B0604030603020204" pitchFamily="34" charset="0"/>
      <p:regular r:id=""/>
      <p:italic r:id=""/>
    </p:embeddedFont>
    <p:embeddedFont>
      <p:font typeface="Libre Franklin" pitchFamily="2" charset="77"/>
      <p:regular r:id=""/>
      <p:bold r:id=""/>
      <p:italic r:id=""/>
      <p:boldItalic r:id=""/>
    </p:embeddedFont>
    <p:embeddedFont>
      <p:font typeface="Libre Franklin ExtraLight" pitchFamily="2" charset="77"/>
      <p:regular r:id=""/>
      <p:italic r:id=""/>
    </p:embeddedFont>
    <p:embeddedFont>
      <p:font typeface="Libre Franklin Medium" pitchFamily="2" charset="77"/>
      <p:regular r:id=""/>
      <p:italic r:id=""/>
    </p:embeddedFont>
  </p:embeddedFontLst>
  <p:custDataLst>
    <p:tags r:id="rId56"/>
  </p:custDataLst>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28C9"/>
    <a:srgbClr val="470CED"/>
    <a:srgbClr val="9B76FF"/>
    <a:srgbClr val="A9B4BE"/>
    <a:srgbClr val="9876FF"/>
    <a:srgbClr val="7F7F7F"/>
    <a:srgbClr val="ECED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37" autoAdjust="0"/>
    <p:restoredTop sz="96081" autoAdjust="0"/>
  </p:normalViewPr>
  <p:slideViewPr>
    <p:cSldViewPr snapToGrid="0" showGuides="1">
      <p:cViewPr varScale="1">
        <p:scale>
          <a:sx n="120" d="100"/>
          <a:sy n="120" d="100"/>
        </p:scale>
        <p:origin x="488" y="184"/>
      </p:cViewPr>
      <p:guideLst/>
    </p:cSldViewPr>
  </p:slideViewPr>
  <p:outlineViewPr>
    <p:cViewPr>
      <p:scale>
        <a:sx n="33" d="100"/>
        <a:sy n="33" d="100"/>
      </p:scale>
      <p:origin x="0" y="-3120"/>
    </p:cViewPr>
  </p:outlineViewPr>
  <p:notesTextViewPr>
    <p:cViewPr>
      <p:scale>
        <a:sx n="100" d="100"/>
        <a:sy n="100" d="100"/>
      </p:scale>
      <p:origin x="0" y="0"/>
    </p:cViewPr>
  </p:notesTextViewPr>
  <p:sorterViewPr>
    <p:cViewPr varScale="1">
      <p:scale>
        <a:sx n="1" d="1"/>
        <a:sy n="1" d="1"/>
      </p:scale>
      <p:origin x="0" y="-5026"/>
    </p:cViewPr>
  </p:sorterViewPr>
  <p:notesViewPr>
    <p:cSldViewPr snapToGrid="0" showGuides="1">
      <p:cViewPr varScale="1">
        <p:scale>
          <a:sx n="161" d="100"/>
          <a:sy n="161" d="100"/>
        </p:scale>
        <p:origin x="4216" y="2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 Target="slides/slide2.xml"/><Relationship Id="rId39" Type="http://schemas.openxmlformats.org/officeDocument/2006/relationships/slide" Target="slides/slide15.xml"/><Relationship Id="rId21" Type="http://schemas.openxmlformats.org/officeDocument/2006/relationships/customXml" Target="../customXml/item21.xml"/><Relationship Id="rId34" Type="http://schemas.openxmlformats.org/officeDocument/2006/relationships/slide" Target="slides/slide10.xml"/><Relationship Id="rId42" Type="http://schemas.openxmlformats.org/officeDocument/2006/relationships/slide" Target="slides/slide18.xml"/><Relationship Id="rId47" Type="http://schemas.openxmlformats.org/officeDocument/2006/relationships/slide" Target="slides/slide23.xml"/><Relationship Id="rId50" Type="http://schemas.openxmlformats.org/officeDocument/2006/relationships/slide" Target="slides/slide26.xml"/><Relationship Id="rId55" Type="http://schemas.openxmlformats.org/officeDocument/2006/relationships/handoutMaster" Target="handoutMasters/handoutMaster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5.xml"/><Relationship Id="rId11" Type="http://schemas.openxmlformats.org/officeDocument/2006/relationships/customXml" Target="../customXml/item11.xml"/><Relationship Id="rId24" Type="http://schemas.openxmlformats.org/officeDocument/2006/relationships/slideMaster" Target="slideMasters/slideMaster1.xml"/><Relationship Id="rId32" Type="http://schemas.openxmlformats.org/officeDocument/2006/relationships/slide" Target="slides/slide8.xml"/><Relationship Id="rId37" Type="http://schemas.openxmlformats.org/officeDocument/2006/relationships/slide" Target="slides/slide13.xml"/><Relationship Id="rId40" Type="http://schemas.openxmlformats.org/officeDocument/2006/relationships/slide" Target="slides/slide16.xml"/><Relationship Id="rId45" Type="http://schemas.openxmlformats.org/officeDocument/2006/relationships/slide" Target="slides/slide21.xml"/><Relationship Id="rId53" Type="http://schemas.openxmlformats.org/officeDocument/2006/relationships/slide" Target="slides/slide29.xml"/><Relationship Id="rId58" Type="http://schemas.openxmlformats.org/officeDocument/2006/relationships/viewProps" Target="viewProps.xml"/><Relationship Id="rId5" Type="http://schemas.openxmlformats.org/officeDocument/2006/relationships/customXml" Target="../customXml/item5.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slide" Target="slides/slide3.xml"/><Relationship Id="rId30" Type="http://schemas.openxmlformats.org/officeDocument/2006/relationships/slide" Target="slides/slide6.xml"/><Relationship Id="rId35" Type="http://schemas.openxmlformats.org/officeDocument/2006/relationships/slide" Target="slides/slide11.xml"/><Relationship Id="rId43" Type="http://schemas.openxmlformats.org/officeDocument/2006/relationships/slide" Target="slides/slide19.xml"/><Relationship Id="rId48" Type="http://schemas.openxmlformats.org/officeDocument/2006/relationships/slide" Target="slides/slide24.xml"/><Relationship Id="rId56" Type="http://schemas.openxmlformats.org/officeDocument/2006/relationships/tags" Target="tags/tag1.xml"/><Relationship Id="rId8" Type="http://schemas.openxmlformats.org/officeDocument/2006/relationships/customXml" Target="../customXml/item8.xml"/><Relationship Id="rId51" Type="http://schemas.openxmlformats.org/officeDocument/2006/relationships/slide" Target="slides/slide27.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1.xml"/><Relationship Id="rId33" Type="http://schemas.openxmlformats.org/officeDocument/2006/relationships/slide" Target="slides/slide9.xml"/><Relationship Id="rId38" Type="http://schemas.openxmlformats.org/officeDocument/2006/relationships/slide" Target="slides/slide14.xml"/><Relationship Id="rId46" Type="http://schemas.openxmlformats.org/officeDocument/2006/relationships/slide" Target="slides/slide22.xml"/><Relationship Id="rId59" Type="http://schemas.openxmlformats.org/officeDocument/2006/relationships/theme" Target="theme/theme1.xml"/><Relationship Id="rId20" Type="http://schemas.openxmlformats.org/officeDocument/2006/relationships/customXml" Target="../customXml/item20.xml"/><Relationship Id="rId41" Type="http://schemas.openxmlformats.org/officeDocument/2006/relationships/slide" Target="slides/slide1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slide" Target="slides/slide4.xml"/><Relationship Id="rId36" Type="http://schemas.openxmlformats.org/officeDocument/2006/relationships/slide" Target="slides/slide12.xml"/><Relationship Id="rId49" Type="http://schemas.openxmlformats.org/officeDocument/2006/relationships/slide" Target="slides/slide25.xml"/><Relationship Id="rId57" Type="http://schemas.openxmlformats.org/officeDocument/2006/relationships/presProps" Target="presProps.xml"/><Relationship Id="rId10" Type="http://schemas.openxmlformats.org/officeDocument/2006/relationships/customXml" Target="../customXml/item10.xml"/><Relationship Id="rId31" Type="http://schemas.openxmlformats.org/officeDocument/2006/relationships/slide" Target="slides/slide7.xml"/><Relationship Id="rId44" Type="http://schemas.openxmlformats.org/officeDocument/2006/relationships/slide" Target="slides/slide20.xml"/><Relationship Id="rId52" Type="http://schemas.openxmlformats.org/officeDocument/2006/relationships/slide" Target="slides/slide28.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latin typeface="72 Brand" panose="020B0504030603020204" pitchFamily="34" charset="0"/>
              </a:rPr>
              <a:pPr algn="ctr"/>
              <a:t>‹#›</a:t>
            </a:fld>
            <a:endParaRPr lang="de-DE" sz="1000">
              <a:latin typeface="72 Brand" panose="020B0504030603020204" pitchFamily="34" charset="0"/>
            </a:endParaRPr>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b="0" i="0">
                <a:latin typeface="72 Brand" panose="020B0504030603020204" pitchFamily="34" charset="0"/>
              </a:defRPr>
            </a:lvl1pPr>
          </a:lstStyle>
          <a:p>
            <a:fld id="{7D8C2C35-2B8A-446E-BEC0-FD36716C29AC}" type="slidenum">
              <a:rPr lang="en-DE" smtClean="0"/>
              <a:pPr/>
              <a:t>‹#›</a:t>
            </a:fld>
            <a:endParaRPr lang="en-DE"/>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b="0" i="0" kern="1200">
        <a:solidFill>
          <a:schemeClr val="tx1"/>
        </a:solidFill>
        <a:latin typeface="72 Brand" panose="020B0504030603020204" pitchFamily="34" charset="0"/>
        <a:ea typeface="+mn-ea"/>
        <a:cs typeface="+mn-cs"/>
      </a:defRPr>
    </a:lvl1pPr>
    <a:lvl2pPr marL="180000" indent="-180000" algn="l" defTabSz="1088776" rtl="0" eaLnBrk="1" latinLnBrk="0" hangingPunct="1">
      <a:buClr>
        <a:schemeClr val="accent1"/>
      </a:buClr>
      <a:buSzPct val="100000"/>
      <a:buFont typeface="Wingdings" pitchFamily="2" charset="2"/>
      <a:buChar char=""/>
      <a:defRPr sz="1400" b="0" i="0" kern="1200">
        <a:solidFill>
          <a:schemeClr val="tx1"/>
        </a:solidFill>
        <a:latin typeface="72 Brand" panose="020B0504030603020204" pitchFamily="34" charset="0"/>
        <a:ea typeface="+mn-ea"/>
        <a:cs typeface="+mn-cs"/>
      </a:defRPr>
    </a:lvl2pPr>
    <a:lvl3pPr marL="360000" indent="-180000" algn="l" defTabSz="1088776" rtl="0" eaLnBrk="1" latinLnBrk="0" hangingPunct="1">
      <a:buClr>
        <a:schemeClr val="accent2"/>
      </a:buClr>
      <a:buSzPct val="80000"/>
      <a:buFont typeface="Symbol" pitchFamily="18" charset="2"/>
      <a:buChar char="-"/>
      <a:defRPr sz="1200" b="0" i="0" kern="1200">
        <a:solidFill>
          <a:schemeClr val="tx1"/>
        </a:solidFill>
        <a:latin typeface="72 Brand" panose="020B0504030603020204" pitchFamily="34" charset="0"/>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06CD5-2D06-CC0D-0E3E-3EA77FECC3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64104B-D7D0-5F65-50B1-9B810463CEC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F8FE1A-F16E-09C4-E54A-2A58CB6677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3FE28F-ECDC-AF1A-BF46-ECDA9503B480}"/>
              </a:ext>
            </a:extLst>
          </p:cNvPr>
          <p:cNvSpPr>
            <a:spLocks noGrp="1"/>
          </p:cNvSpPr>
          <p:nvPr>
            <p:ph type="sldNum" sz="quarter" idx="5"/>
          </p:nvPr>
        </p:nvSpPr>
        <p:spPr/>
        <p:txBody>
          <a:bodyPr/>
          <a:lstStyle/>
          <a:p>
            <a:fld id="{7D8C2C35-2B8A-446E-BEC0-FD36716C29AC}" type="slidenum">
              <a:rPr lang="en-DE" smtClean="0"/>
              <a:pPr/>
              <a:t>4</a:t>
            </a:fld>
            <a:endParaRPr lang="en-DE"/>
          </a:p>
        </p:txBody>
      </p:sp>
    </p:spTree>
    <p:extLst>
      <p:ext uri="{BB962C8B-B14F-4D97-AF65-F5344CB8AC3E}">
        <p14:creationId xmlns:p14="http://schemas.microsoft.com/office/powerpoint/2010/main" val="3215628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24</a:t>
            </a:fld>
            <a:endParaRPr lang="en-DE"/>
          </a:p>
        </p:txBody>
      </p:sp>
    </p:spTree>
    <p:extLst>
      <p:ext uri="{BB962C8B-B14F-4D97-AF65-F5344CB8AC3E}">
        <p14:creationId xmlns:p14="http://schemas.microsoft.com/office/powerpoint/2010/main" val="2037053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26</a:t>
            </a:fld>
            <a:endParaRPr lang="en-DE"/>
          </a:p>
        </p:txBody>
      </p:sp>
    </p:spTree>
    <p:extLst>
      <p:ext uri="{BB962C8B-B14F-4D97-AF65-F5344CB8AC3E}">
        <p14:creationId xmlns:p14="http://schemas.microsoft.com/office/powerpoint/2010/main" val="854851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27</a:t>
            </a:fld>
            <a:endParaRPr lang="en-DE"/>
          </a:p>
        </p:txBody>
      </p:sp>
    </p:spTree>
    <p:extLst>
      <p:ext uri="{BB962C8B-B14F-4D97-AF65-F5344CB8AC3E}">
        <p14:creationId xmlns:p14="http://schemas.microsoft.com/office/powerpoint/2010/main" val="256912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28</a:t>
            </a:fld>
            <a:endParaRPr lang="en-DE"/>
          </a:p>
        </p:txBody>
      </p:sp>
    </p:spTree>
    <p:extLst>
      <p:ext uri="{BB962C8B-B14F-4D97-AF65-F5344CB8AC3E}">
        <p14:creationId xmlns:p14="http://schemas.microsoft.com/office/powerpoint/2010/main" val="3514714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29</a:t>
            </a:fld>
            <a:endParaRPr lang="en-DE"/>
          </a:p>
        </p:txBody>
      </p:sp>
    </p:spTree>
    <p:extLst>
      <p:ext uri="{BB962C8B-B14F-4D97-AF65-F5344CB8AC3E}">
        <p14:creationId xmlns:p14="http://schemas.microsoft.com/office/powerpoint/2010/main" val="10057219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brand.sap.com/" TargetMode="External"/><Relationship Id="rId2" Type="http://schemas.openxmlformats.org/officeDocument/2006/relationships/hyperlink" Target="https://brand.sap.com/media-library/index.html#/" TargetMode="External"/><Relationship Id="rId1" Type="http://schemas.openxmlformats.org/officeDocument/2006/relationships/slideMaster" Target="../slideMasters/slideMaster1.xml"/><Relationship Id="rId5" Type="http://schemas.openxmlformats.org/officeDocument/2006/relationships/hyperlink" Target="https://brand.sap.com/writing-assistant" TargetMode="External"/><Relationship Id="rId4" Type="http://schemas.openxmlformats.org/officeDocument/2006/relationships/hyperlink" Target="https://brand.sap.com/naming-center#/dashboard"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34.bin"/></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ROGRAM">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B522FD7-34BA-927B-D618-5CD508C33BD4}"/>
              </a:ext>
            </a:extLst>
          </p:cNvPr>
          <p:cNvSpPr>
            <a:spLocks noGrp="1"/>
          </p:cNvSpPr>
          <p:nvPr>
            <p:ph type="title" hasCustomPrompt="1"/>
          </p:nvPr>
        </p:nvSpPr>
        <p:spPr>
          <a:xfrm>
            <a:off x="503238" y="2706317"/>
            <a:ext cx="6146137" cy="997196"/>
          </a:xfrm>
        </p:spPr>
        <p:txBody>
          <a:bodyPr>
            <a:noAutofit/>
          </a:bodyPr>
          <a:lstStyle>
            <a:lvl1pPr>
              <a:lnSpc>
                <a:spcPct val="90000"/>
              </a:lnSpc>
              <a:defRPr sz="3600" b="0" i="0">
                <a:solidFill>
                  <a:schemeClr val="bg1"/>
                </a:solidFill>
                <a:latin typeface="+mj-lt"/>
                <a:cs typeface="Arial" panose="020B0604020202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pic>
        <p:nvPicPr>
          <p:cNvPr id="5" name="Picture 8" descr="A black and white logo&#10;&#10;AI-generated content may be incorrect.">
            <a:extLst>
              <a:ext uri="{FF2B5EF4-FFF2-40B4-BE49-F238E27FC236}">
                <a16:creationId xmlns:a16="http://schemas.microsoft.com/office/drawing/2014/main" id="{4DFEDD09-89E3-C1C8-D68C-F1BA5CE2BE0D}"/>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07650" y="5994000"/>
            <a:ext cx="1769400" cy="360000"/>
          </a:xfrm>
          <a:prstGeom prst="rect">
            <a:avLst/>
          </a:prstGeom>
        </p:spPr>
      </p:pic>
      <p:sp>
        <p:nvSpPr>
          <p:cNvPr id="8" name="Text placeholder - column 1">
            <a:extLst>
              <a:ext uri="{FF2B5EF4-FFF2-40B4-BE49-F238E27FC236}">
                <a16:creationId xmlns:a16="http://schemas.microsoft.com/office/drawing/2014/main" id="{786EF529-E051-CFA5-5B3F-052C53E47E59}"/>
              </a:ext>
            </a:extLst>
          </p:cNvPr>
          <p:cNvSpPr>
            <a:spLocks noGrp="1"/>
          </p:cNvSpPr>
          <p:nvPr>
            <p:ph type="body" sz="quarter" idx="23" hasCustomPrompt="1"/>
          </p:nvPr>
        </p:nvSpPr>
        <p:spPr>
          <a:xfrm>
            <a:off x="503238"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dirty="0"/>
              <a:t>Speaker Name, SAP</a:t>
            </a:r>
          </a:p>
          <a:p>
            <a:pPr lvl="0"/>
            <a:r>
              <a:rPr lang="en-US" dirty="0"/>
              <a:t>Speaker Name 2, SAP</a:t>
            </a:r>
          </a:p>
        </p:txBody>
      </p:sp>
      <p:sp>
        <p:nvSpPr>
          <p:cNvPr id="9" name="Text placeholder - column 1">
            <a:extLst>
              <a:ext uri="{FF2B5EF4-FFF2-40B4-BE49-F238E27FC236}">
                <a16:creationId xmlns:a16="http://schemas.microsoft.com/office/drawing/2014/main" id="{AE6562C8-EA7A-7D19-DC5A-007433814CF0}"/>
              </a:ext>
            </a:extLst>
          </p:cNvPr>
          <p:cNvSpPr>
            <a:spLocks noGrp="1"/>
          </p:cNvSpPr>
          <p:nvPr>
            <p:ph type="body" sz="quarter" idx="25" hasCustomPrompt="1"/>
          </p:nvPr>
        </p:nvSpPr>
        <p:spPr>
          <a:xfrm>
            <a:off x="503238"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10" name="Grafik 9">
            <a:extLst>
              <a:ext uri="{FF2B5EF4-FFF2-40B4-BE49-F238E27FC236}">
                <a16:creationId xmlns:a16="http://schemas.microsoft.com/office/drawing/2014/main" id="{F57C2EE1-F4E5-7002-410A-84F69E97DC51}"/>
              </a:ext>
            </a:extLst>
          </p:cNvPr>
          <p:cNvPicPr>
            <a:picLocks noChangeAspect="1"/>
          </p:cNvPicPr>
          <p:nvPr userDrawn="1"/>
        </p:nvPicPr>
        <p:blipFill>
          <a:blip r:embed="rId4"/>
          <a:stretch>
            <a:fillRect/>
          </a:stretch>
        </p:blipFill>
        <p:spPr>
          <a:xfrm>
            <a:off x="504000" y="504000"/>
            <a:ext cx="1520190" cy="464058"/>
          </a:xfrm>
          <a:prstGeom prst="rect">
            <a:avLst/>
          </a:prstGeom>
        </p:spPr>
      </p:pic>
    </p:spTree>
    <p:extLst>
      <p:ext uri="{BB962C8B-B14F-4D97-AF65-F5344CB8AC3E}">
        <p14:creationId xmlns:p14="http://schemas.microsoft.com/office/powerpoint/2010/main" val="2616799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701">
          <p15:clr>
            <a:srgbClr val="FBAE40"/>
          </p15:clr>
        </p15:guide>
        <p15:guide id="3" orient="horz" pos="2704">
          <p15:clr>
            <a:srgbClr val="FBAE40"/>
          </p15:clr>
        </p15:guide>
        <p15:guide id="4" orient="horz" pos="2334">
          <p15:clr>
            <a:srgbClr val="FBAE40"/>
          </p15:clr>
        </p15:guide>
        <p15:guide id="5" orient="horz" pos="299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ERLIN">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B522FD7-34BA-927B-D618-5CD508C33BD4}"/>
              </a:ext>
            </a:extLst>
          </p:cNvPr>
          <p:cNvSpPr>
            <a:spLocks noGrp="1"/>
          </p:cNvSpPr>
          <p:nvPr>
            <p:ph type="title" hasCustomPrompt="1"/>
          </p:nvPr>
        </p:nvSpPr>
        <p:spPr>
          <a:xfrm>
            <a:off x="503238" y="2706317"/>
            <a:ext cx="6146137" cy="997196"/>
          </a:xfrm>
        </p:spPr>
        <p:txBody>
          <a:bodyPr>
            <a:noAutofit/>
          </a:bodyPr>
          <a:lstStyle>
            <a:lvl1pPr>
              <a:lnSpc>
                <a:spcPct val="90000"/>
              </a:lnSpc>
              <a:defRPr sz="3600" b="0" i="0">
                <a:solidFill>
                  <a:schemeClr val="bg1"/>
                </a:solidFill>
                <a:latin typeface="+mj-lt"/>
                <a:cs typeface="Arial" panose="020B0604020202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pic>
        <p:nvPicPr>
          <p:cNvPr id="5" name="Picture 8" descr="A black and white logo&#10;&#10;AI-generated content may be incorrect.">
            <a:extLst>
              <a:ext uri="{FF2B5EF4-FFF2-40B4-BE49-F238E27FC236}">
                <a16:creationId xmlns:a16="http://schemas.microsoft.com/office/drawing/2014/main" id="{4DFEDD09-89E3-C1C8-D68C-F1BA5CE2BE0D}"/>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07650" y="5994000"/>
            <a:ext cx="1769400" cy="360000"/>
          </a:xfrm>
          <a:prstGeom prst="rect">
            <a:avLst/>
          </a:prstGeom>
        </p:spPr>
      </p:pic>
      <p:sp>
        <p:nvSpPr>
          <p:cNvPr id="8" name="Text placeholder - column 1">
            <a:extLst>
              <a:ext uri="{FF2B5EF4-FFF2-40B4-BE49-F238E27FC236}">
                <a16:creationId xmlns:a16="http://schemas.microsoft.com/office/drawing/2014/main" id="{786EF529-E051-CFA5-5B3F-052C53E47E59}"/>
              </a:ext>
            </a:extLst>
          </p:cNvPr>
          <p:cNvSpPr>
            <a:spLocks noGrp="1"/>
          </p:cNvSpPr>
          <p:nvPr>
            <p:ph type="body" sz="quarter" idx="23" hasCustomPrompt="1"/>
          </p:nvPr>
        </p:nvSpPr>
        <p:spPr>
          <a:xfrm>
            <a:off x="503238"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dirty="0"/>
              <a:t>Speaker Name, SAP</a:t>
            </a:r>
          </a:p>
          <a:p>
            <a:pPr lvl="0"/>
            <a:r>
              <a:rPr lang="en-US" dirty="0"/>
              <a:t>Speaker Name 2, SAP</a:t>
            </a:r>
          </a:p>
        </p:txBody>
      </p:sp>
      <p:sp>
        <p:nvSpPr>
          <p:cNvPr id="9" name="Text placeholder - column 1">
            <a:extLst>
              <a:ext uri="{FF2B5EF4-FFF2-40B4-BE49-F238E27FC236}">
                <a16:creationId xmlns:a16="http://schemas.microsoft.com/office/drawing/2014/main" id="{AE6562C8-EA7A-7D19-DC5A-007433814CF0}"/>
              </a:ext>
            </a:extLst>
          </p:cNvPr>
          <p:cNvSpPr>
            <a:spLocks noGrp="1"/>
          </p:cNvSpPr>
          <p:nvPr>
            <p:ph type="body" sz="quarter" idx="25" hasCustomPrompt="1"/>
          </p:nvPr>
        </p:nvSpPr>
        <p:spPr>
          <a:xfrm>
            <a:off x="503238"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4" name="Grafik 3">
            <a:extLst>
              <a:ext uri="{FF2B5EF4-FFF2-40B4-BE49-F238E27FC236}">
                <a16:creationId xmlns:a16="http://schemas.microsoft.com/office/drawing/2014/main" id="{F28DFFBA-0EED-8439-DC58-7549746EBE04}"/>
              </a:ext>
            </a:extLst>
          </p:cNvPr>
          <p:cNvPicPr>
            <a:picLocks noChangeAspect="1"/>
          </p:cNvPicPr>
          <p:nvPr userDrawn="1"/>
        </p:nvPicPr>
        <p:blipFill>
          <a:blip r:embed="rId4"/>
          <a:stretch>
            <a:fillRect/>
          </a:stretch>
        </p:blipFill>
        <p:spPr>
          <a:xfrm>
            <a:off x="504000" y="504000"/>
            <a:ext cx="1520190" cy="464058"/>
          </a:xfrm>
          <a:prstGeom prst="rect">
            <a:avLst/>
          </a:prstGeom>
        </p:spPr>
      </p:pic>
    </p:spTree>
    <p:extLst>
      <p:ext uri="{BB962C8B-B14F-4D97-AF65-F5344CB8AC3E}">
        <p14:creationId xmlns:p14="http://schemas.microsoft.com/office/powerpoint/2010/main" val="12451165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701">
          <p15:clr>
            <a:srgbClr val="FBAE40"/>
          </p15:clr>
        </p15:guide>
        <p15:guide id="3" orient="horz" pos="2704">
          <p15:clr>
            <a:srgbClr val="FBAE40"/>
          </p15:clr>
        </p15:guide>
        <p15:guide id="4" orient="horz" pos="2334">
          <p15:clr>
            <a:srgbClr val="FBAE40"/>
          </p15:clr>
        </p15:guide>
        <p15:guide id="5" orient="horz" pos="299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503238" y="2706317"/>
            <a:ext cx="6146137" cy="997196"/>
          </a:xfrm>
        </p:spPr>
        <p:txBody>
          <a:bodyPr>
            <a:noAutofit/>
          </a:bodyPr>
          <a:lstStyle>
            <a:lvl1pPr>
              <a:lnSpc>
                <a:spcPct val="90000"/>
              </a:lnSpc>
              <a:defRPr sz="3600" b="0" i="0">
                <a:solidFill>
                  <a:schemeClr val="bg1"/>
                </a:solidFill>
                <a:latin typeface="+mj-lt"/>
                <a:cs typeface="Arial" panose="020B0604020202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pic>
        <p:nvPicPr>
          <p:cNvPr id="7" name="Picture 8" descr="A black and white logo&#10;&#10;AI-generated content may be incorrect.">
            <a:extLst>
              <a:ext uri="{FF2B5EF4-FFF2-40B4-BE49-F238E27FC236}">
                <a16:creationId xmlns:a16="http://schemas.microsoft.com/office/drawing/2014/main" id="{614C4CD1-CA16-667F-1324-FFDCB5364CC3}"/>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07650" y="5994000"/>
            <a:ext cx="1769400" cy="360000"/>
          </a:xfrm>
          <a:prstGeom prst="rect">
            <a:avLst/>
          </a:prstGeom>
        </p:spPr>
      </p:pic>
      <p:sp>
        <p:nvSpPr>
          <p:cNvPr id="13" name="Text placeholder - column 1">
            <a:extLst>
              <a:ext uri="{FF2B5EF4-FFF2-40B4-BE49-F238E27FC236}">
                <a16:creationId xmlns:a16="http://schemas.microsoft.com/office/drawing/2014/main" id="{9D147CEE-58B3-593B-5622-25B0A97FB79C}"/>
              </a:ext>
            </a:extLst>
          </p:cNvPr>
          <p:cNvSpPr>
            <a:spLocks noGrp="1"/>
          </p:cNvSpPr>
          <p:nvPr>
            <p:ph type="body" sz="quarter" idx="23" hasCustomPrompt="1"/>
          </p:nvPr>
        </p:nvSpPr>
        <p:spPr>
          <a:xfrm>
            <a:off x="503238"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dirty="0"/>
              <a:t>Speaker Name, SAP</a:t>
            </a:r>
          </a:p>
          <a:p>
            <a:pPr lvl="0"/>
            <a:r>
              <a:rPr lang="en-US" dirty="0"/>
              <a:t>Speaker Name 2, SAP</a:t>
            </a:r>
          </a:p>
        </p:txBody>
      </p:sp>
      <p:sp>
        <p:nvSpPr>
          <p:cNvPr id="14" name="Text placeholder - column 1">
            <a:extLst>
              <a:ext uri="{FF2B5EF4-FFF2-40B4-BE49-F238E27FC236}">
                <a16:creationId xmlns:a16="http://schemas.microsoft.com/office/drawing/2014/main" id="{21376C50-27A5-3F57-3C0C-65BF638BF487}"/>
              </a:ext>
            </a:extLst>
          </p:cNvPr>
          <p:cNvSpPr>
            <a:spLocks noGrp="1"/>
          </p:cNvSpPr>
          <p:nvPr>
            <p:ph type="body" sz="quarter" idx="25" hasCustomPrompt="1"/>
          </p:nvPr>
        </p:nvSpPr>
        <p:spPr>
          <a:xfrm>
            <a:off x="503238"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17" name="Grafik 16" descr="Ein Bild, das Kreativität enthält.&#10;&#10;KI-generierte Inhalte können fehlerhaft sein.">
            <a:extLst>
              <a:ext uri="{FF2B5EF4-FFF2-40B4-BE49-F238E27FC236}">
                <a16:creationId xmlns:a16="http://schemas.microsoft.com/office/drawing/2014/main" id="{E86B94FA-55E0-E124-51CC-F9DB00F4AEC6}"/>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5734456" y="1049819"/>
            <a:ext cx="914919" cy="899542"/>
          </a:xfrm>
          <a:prstGeom prst="rect">
            <a:avLst/>
          </a:prstGeom>
        </p:spPr>
      </p:pic>
      <p:pic>
        <p:nvPicPr>
          <p:cNvPr id="5" name="Grafik 4">
            <a:extLst>
              <a:ext uri="{FF2B5EF4-FFF2-40B4-BE49-F238E27FC236}">
                <a16:creationId xmlns:a16="http://schemas.microsoft.com/office/drawing/2014/main" id="{8A49BC91-D674-5C87-003F-88B6B2F6010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5571" y="4966284"/>
            <a:ext cx="1779235" cy="520947"/>
          </a:xfrm>
          <a:prstGeom prst="rect">
            <a:avLst/>
          </a:prstGeom>
        </p:spPr>
      </p:pic>
      <p:pic>
        <p:nvPicPr>
          <p:cNvPr id="10" name="Grafik 9">
            <a:extLst>
              <a:ext uri="{FF2B5EF4-FFF2-40B4-BE49-F238E27FC236}">
                <a16:creationId xmlns:a16="http://schemas.microsoft.com/office/drawing/2014/main" id="{61777F3A-13DE-2F3E-CADF-8DEFD30B5A7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flipH="1">
            <a:off x="959107" y="1708714"/>
            <a:ext cx="1478684" cy="432948"/>
          </a:xfrm>
          <a:prstGeom prst="rect">
            <a:avLst/>
          </a:prstGeom>
        </p:spPr>
      </p:pic>
      <p:pic>
        <p:nvPicPr>
          <p:cNvPr id="3" name="Grafik 2">
            <a:extLst>
              <a:ext uri="{FF2B5EF4-FFF2-40B4-BE49-F238E27FC236}">
                <a16:creationId xmlns:a16="http://schemas.microsoft.com/office/drawing/2014/main" id="{A4B81961-2AAD-F5C6-1C25-3BC153AE9A0F}"/>
              </a:ext>
            </a:extLst>
          </p:cNvPr>
          <p:cNvPicPr>
            <a:picLocks noChangeAspect="1"/>
          </p:cNvPicPr>
          <p:nvPr userDrawn="1"/>
        </p:nvPicPr>
        <p:blipFill>
          <a:blip r:embed="rId7"/>
          <a:stretch>
            <a:fillRect/>
          </a:stretch>
        </p:blipFill>
        <p:spPr>
          <a:xfrm>
            <a:off x="504000" y="504000"/>
            <a:ext cx="1520190" cy="464058"/>
          </a:xfrm>
          <a:prstGeom prst="rect">
            <a:avLst/>
          </a:prstGeom>
        </p:spPr>
      </p:pic>
    </p:spTree>
    <p:extLst>
      <p:ext uri="{BB962C8B-B14F-4D97-AF65-F5344CB8AC3E}">
        <p14:creationId xmlns:p14="http://schemas.microsoft.com/office/powerpoint/2010/main" val="2667257257"/>
      </p:ext>
    </p:extLst>
  </p:cSld>
  <p:clrMapOvr>
    <a:masterClrMapping/>
  </p:clrMapOvr>
  <p:extLst>
    <p:ext uri="{DCECCB84-F9BA-43D5-87BE-67443E8EF086}">
      <p15:sldGuideLst xmlns:p15="http://schemas.microsoft.com/office/powerpoint/2012/main">
        <p15:guide id="2" orient="horz" pos="1701" userDrawn="1">
          <p15:clr>
            <a:srgbClr val="FBAE40"/>
          </p15:clr>
        </p15:guide>
        <p15:guide id="3" orient="horz" pos="2688" userDrawn="1">
          <p15:clr>
            <a:srgbClr val="FBAE40"/>
          </p15:clr>
        </p15:guide>
        <p15:guide id="4" orient="horz" pos="2334" userDrawn="1">
          <p15:clr>
            <a:srgbClr val="FBAE40"/>
          </p15:clr>
        </p15:guide>
        <p15:guide id="5" orient="horz" pos="299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1"/>
            <a:ext cx="11186476" cy="369332"/>
          </a:xfrm>
        </p:spPr>
        <p:txBody>
          <a:bodyPr/>
          <a:lstStyle>
            <a:lvl1pPr>
              <a:defRPr b="0" i="0">
                <a:latin typeface="72 Brand Medium" panose="020B0504030603020204" pitchFamily="34" charset="0"/>
              </a:defRPr>
            </a:lvl1pPr>
          </a:lstStyle>
          <a:p>
            <a:r>
              <a:rPr lang="en-US" dirty="0"/>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0" y="1548000"/>
            <a:ext cx="11186477" cy="4804619"/>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dirty="0"/>
              <a:t>Agenda Item/Divider Headline</a:t>
            </a:r>
          </a:p>
        </p:txBody>
      </p:sp>
      <p:sp>
        <p:nvSpPr>
          <p:cNvPr id="6" name="Slide number">
            <a:extLst>
              <a:ext uri="{FF2B5EF4-FFF2-40B4-BE49-F238E27FC236}">
                <a16:creationId xmlns:a16="http://schemas.microsoft.com/office/drawing/2014/main" id="{73B8396E-6011-3F08-15E2-C30BF2D37C7E}"/>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1859360619"/>
      </p:ext>
    </p:extLst>
  </p:cSld>
  <p:clrMapOvr>
    <a:masterClrMapping/>
  </p:clrMapOvr>
  <p:extLst>
    <p:ext uri="{DCECCB84-F9BA-43D5-87BE-67443E8EF086}">
      <p15:sldGuideLst xmlns:p15="http://schemas.microsoft.com/office/powerpoint/2012/main">
        <p15:guide id="4" orient="horz" pos="316" userDrawn="1">
          <p15:clr>
            <a:srgbClr val="FBAE40"/>
          </p15:clr>
        </p15:guide>
        <p15:guide id="5" orient="horz" pos="551" userDrawn="1">
          <p15:clr>
            <a:srgbClr val="FBAE40"/>
          </p15:clr>
        </p15:guide>
        <p15:guide id="6" orient="horz" pos="399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B">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Agenda title">
            <a:extLst>
              <a:ext uri="{FF2B5EF4-FFF2-40B4-BE49-F238E27FC236}">
                <a16:creationId xmlns:a16="http://schemas.microsoft.com/office/drawing/2014/main" id="{C76D203B-1FA5-4F78-E166-9F9D19E1C689}"/>
              </a:ext>
            </a:extLst>
          </p:cNvPr>
          <p:cNvSpPr>
            <a:spLocks noGrp="1"/>
          </p:cNvSpPr>
          <p:nvPr>
            <p:ph type="title" hasCustomPrompt="1"/>
          </p:nvPr>
        </p:nvSpPr>
        <p:spPr>
          <a:xfrm>
            <a:off x="504001" y="505381"/>
            <a:ext cx="7373174" cy="369332"/>
          </a:xfrm>
        </p:spPr>
        <p:txBody>
          <a:bodyPr/>
          <a:lstStyle>
            <a:lvl1pPr>
              <a:defRPr b="0" i="0">
                <a:latin typeface="72 Brand Medium" panose="020B0504030603020204" pitchFamily="34" charset="0"/>
              </a:defRPr>
            </a:lvl1pPr>
          </a:lstStyle>
          <a:p>
            <a:r>
              <a:rPr lang="en-US" dirty="0"/>
              <a:t>Agenda</a:t>
            </a:r>
          </a:p>
        </p:txBody>
      </p:sp>
      <p:sp>
        <p:nvSpPr>
          <p:cNvPr id="3" name="Text placeholder">
            <a:extLst>
              <a:ext uri="{FF2B5EF4-FFF2-40B4-BE49-F238E27FC236}">
                <a16:creationId xmlns:a16="http://schemas.microsoft.com/office/drawing/2014/main" id="{603D31A1-860E-07F5-25F1-D60C2D4C3D2E}"/>
              </a:ext>
            </a:extLst>
          </p:cNvPr>
          <p:cNvSpPr>
            <a:spLocks noGrp="1"/>
          </p:cNvSpPr>
          <p:nvPr>
            <p:ph type="body" sz="quarter" idx="11" hasCustomPrompt="1"/>
          </p:nvPr>
        </p:nvSpPr>
        <p:spPr>
          <a:xfrm>
            <a:off x="504001" y="1548000"/>
            <a:ext cx="7373174" cy="4805175"/>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dirty="0"/>
              <a:t>Agenda Item/Divider Headline</a:t>
            </a:r>
          </a:p>
        </p:txBody>
      </p:sp>
    </p:spTree>
    <p:extLst>
      <p:ext uri="{BB962C8B-B14F-4D97-AF65-F5344CB8AC3E}">
        <p14:creationId xmlns:p14="http://schemas.microsoft.com/office/powerpoint/2010/main" val="3659472321"/>
      </p:ext>
    </p:extLst>
  </p:cSld>
  <p:clrMapOvr>
    <a:masterClrMapping/>
  </p:clrMapOvr>
  <p:extLst>
    <p:ext uri="{DCECCB84-F9BA-43D5-87BE-67443E8EF086}">
      <p15:sldGuideLst xmlns:p15="http://schemas.microsoft.com/office/powerpoint/2012/main">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genda title">
            <a:extLst>
              <a:ext uri="{FF2B5EF4-FFF2-40B4-BE49-F238E27FC236}">
                <a16:creationId xmlns:a16="http://schemas.microsoft.com/office/drawing/2014/main" id="{C76D203B-1FA5-4F78-E166-9F9D19E1C689}"/>
              </a:ext>
            </a:extLst>
          </p:cNvPr>
          <p:cNvSpPr>
            <a:spLocks noGrp="1"/>
          </p:cNvSpPr>
          <p:nvPr>
            <p:ph type="title" hasCustomPrompt="1"/>
          </p:nvPr>
        </p:nvSpPr>
        <p:spPr>
          <a:xfrm>
            <a:off x="504001" y="505381"/>
            <a:ext cx="7373174" cy="369332"/>
          </a:xfrm>
        </p:spPr>
        <p:txBody>
          <a:bodyPr/>
          <a:lstStyle>
            <a:lvl1pPr>
              <a:defRPr b="0" i="0">
                <a:latin typeface="72 Brand Medium" panose="020B0504030603020204" pitchFamily="34" charset="0"/>
              </a:defRPr>
            </a:lvl1pPr>
          </a:lstStyle>
          <a:p>
            <a:r>
              <a:rPr lang="en-US" dirty="0"/>
              <a:t>Agenda</a:t>
            </a:r>
          </a:p>
        </p:txBody>
      </p:sp>
      <p:sp>
        <p:nvSpPr>
          <p:cNvPr id="3" name="Text placeholder">
            <a:extLst>
              <a:ext uri="{FF2B5EF4-FFF2-40B4-BE49-F238E27FC236}">
                <a16:creationId xmlns:a16="http://schemas.microsoft.com/office/drawing/2014/main" id="{603D31A1-860E-07F5-25F1-D60C2D4C3D2E}"/>
              </a:ext>
            </a:extLst>
          </p:cNvPr>
          <p:cNvSpPr>
            <a:spLocks noGrp="1"/>
          </p:cNvSpPr>
          <p:nvPr>
            <p:ph type="body" sz="quarter" idx="11" hasCustomPrompt="1"/>
          </p:nvPr>
        </p:nvSpPr>
        <p:spPr>
          <a:xfrm>
            <a:off x="504001" y="1548000"/>
            <a:ext cx="7373174" cy="4805175"/>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dirty="0"/>
              <a:t>Agenda Item/Divider Headline</a:t>
            </a:r>
          </a:p>
        </p:txBody>
      </p:sp>
      <p:sp>
        <p:nvSpPr>
          <p:cNvPr id="4" name="Textfeld 3">
            <a:extLst>
              <a:ext uri="{FF2B5EF4-FFF2-40B4-BE49-F238E27FC236}">
                <a16:creationId xmlns:a16="http://schemas.microsoft.com/office/drawing/2014/main" id="{78FB4D86-827B-C955-467C-5E03B7722774}"/>
              </a:ext>
            </a:extLst>
          </p:cNvPr>
          <p:cNvSpPr txBox="1"/>
          <p:nvPr userDrawn="1"/>
        </p:nvSpPr>
        <p:spPr>
          <a:xfrm>
            <a:off x="10469366" y="482885"/>
            <a:ext cx="65" cy="215444"/>
          </a:xfrm>
          <a:prstGeom prst="rect">
            <a:avLst/>
          </a:prstGeom>
          <a:noFill/>
          <a:ln w="28575">
            <a:noFill/>
          </a:ln>
        </p:spPr>
        <p:txBody>
          <a:bodyPr wrap="none" lIns="0" tIns="0" rIns="0" bIns="0" rtlCol="0">
            <a:spAutoFit/>
          </a:bodyPr>
          <a:lstStyle/>
          <a:p>
            <a:pPr algn="l" fontAlgn="base">
              <a:spcBef>
                <a:spcPct val="50000"/>
              </a:spcBef>
              <a:spcAft>
                <a:spcPct val="0"/>
              </a:spcAft>
              <a:buClr>
                <a:schemeClr val="tx1"/>
              </a:buClr>
              <a:buSzPct val="100000"/>
            </a:pPr>
            <a:endParaRPr lang="de-DE" sz="1400" kern="0" err="1">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3362092958"/>
      </p:ext>
    </p:extLst>
  </p:cSld>
  <p:clrMapOvr>
    <a:masterClrMapping/>
  </p:clrMapOvr>
  <p:extLst>
    <p:ext uri="{DCECCB84-F9BA-43D5-87BE-67443E8EF086}">
      <p15:sldGuideLst xmlns:p15="http://schemas.microsoft.com/office/powerpoint/2012/main">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Page A">
    <p:bg>
      <p:bgPr>
        <a:blipFill dpi="0" rotWithShape="1">
          <a:blip r:embed="rId2" cstate="screen">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Divider text">
            <a:extLst>
              <a:ext uri="{FF2B5EF4-FFF2-40B4-BE49-F238E27FC236}">
                <a16:creationId xmlns:a16="http://schemas.microsoft.com/office/drawing/2014/main" id="{C50D8627-0891-7011-51F9-5F0EFE3B3151}"/>
              </a:ext>
            </a:extLst>
          </p:cNvPr>
          <p:cNvSpPr>
            <a:spLocks noGrp="1"/>
          </p:cNvSpPr>
          <p:nvPr>
            <p:ph type="ctrTitle" hasCustomPrompt="1"/>
          </p:nvPr>
        </p:nvSpPr>
        <p:spPr bwMode="black">
          <a:xfrm>
            <a:off x="504000" y="2830265"/>
            <a:ext cx="7388249" cy="1197469"/>
          </a:xfrm>
        </p:spPr>
        <p:txBody>
          <a:bodyPr anchor="ctr" anchorCtr="0">
            <a:noAutofit/>
          </a:bodyPr>
          <a:lstStyle>
            <a:lvl1pPr>
              <a:defRPr sz="4400" b="0" i="0">
                <a:solidFill>
                  <a:schemeClr val="bg1"/>
                </a:solidFill>
                <a:latin typeface="72 Brand Medium" panose="020B0504030603020204" pitchFamily="34" charset="0"/>
              </a:defRPr>
            </a:lvl1pPr>
          </a:lstStyle>
          <a:p>
            <a:r>
              <a:rPr lang="en-US" dirty="0"/>
              <a:t>Divider page</a:t>
            </a:r>
            <a:endParaRPr lang="de-DE" dirty="0"/>
          </a:p>
        </p:txBody>
      </p:sp>
      <p:pic>
        <p:nvPicPr>
          <p:cNvPr id="7" name="Grafik 6">
            <a:extLst>
              <a:ext uri="{FF2B5EF4-FFF2-40B4-BE49-F238E27FC236}">
                <a16:creationId xmlns:a16="http://schemas.microsoft.com/office/drawing/2014/main" id="{96399E59-3AA9-5516-1877-1DD1610248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15571" y="4989239"/>
            <a:ext cx="1779235" cy="520947"/>
          </a:xfrm>
          <a:prstGeom prst="rect">
            <a:avLst/>
          </a:prstGeom>
        </p:spPr>
      </p:pic>
      <p:pic>
        <p:nvPicPr>
          <p:cNvPr id="8" name="Grafik 7">
            <a:extLst>
              <a:ext uri="{FF2B5EF4-FFF2-40B4-BE49-F238E27FC236}">
                <a16:creationId xmlns:a16="http://schemas.microsoft.com/office/drawing/2014/main" id="{04377FA5-352B-9632-FC21-3804CE9BDB0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504000" y="1708714"/>
            <a:ext cx="1478684" cy="432948"/>
          </a:xfrm>
          <a:prstGeom prst="rect">
            <a:avLst/>
          </a:prstGeom>
        </p:spPr>
      </p:pic>
    </p:spTree>
    <p:extLst>
      <p:ext uri="{BB962C8B-B14F-4D97-AF65-F5344CB8AC3E}">
        <p14:creationId xmlns:p14="http://schemas.microsoft.com/office/powerpoint/2010/main" val="3240712998"/>
      </p:ext>
    </p:extLst>
  </p:cSld>
  <p:clrMapOvr>
    <a:masterClrMapping/>
  </p:clrMapOvr>
  <p:hf sldNum="0" hdr="0" ftr="0" dt="0"/>
  <p:extLst>
    <p:ext uri="{DCECCB84-F9BA-43D5-87BE-67443E8EF086}">
      <p15:sldGuideLst xmlns:p15="http://schemas.microsoft.com/office/powerpoint/2012/main">
        <p15:guide id="2"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Page B">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Divider text">
            <a:extLst>
              <a:ext uri="{FF2B5EF4-FFF2-40B4-BE49-F238E27FC236}">
                <a16:creationId xmlns:a16="http://schemas.microsoft.com/office/drawing/2014/main" id="{C50D8627-0891-7011-51F9-5F0EFE3B3151}"/>
              </a:ext>
            </a:extLst>
          </p:cNvPr>
          <p:cNvSpPr>
            <a:spLocks noGrp="1"/>
          </p:cNvSpPr>
          <p:nvPr>
            <p:ph type="ctrTitle" hasCustomPrompt="1"/>
          </p:nvPr>
        </p:nvSpPr>
        <p:spPr bwMode="black">
          <a:xfrm>
            <a:off x="504000" y="2830265"/>
            <a:ext cx="7388249" cy="1197469"/>
          </a:xfrm>
        </p:spPr>
        <p:txBody>
          <a:bodyPr anchor="ctr" anchorCtr="0">
            <a:noAutofit/>
          </a:bodyPr>
          <a:lstStyle>
            <a:lvl1pPr>
              <a:defRPr sz="4400" b="0" i="0">
                <a:solidFill>
                  <a:schemeClr val="bg1"/>
                </a:solidFill>
                <a:latin typeface="72 Brand Medium" panose="020B0504030603020204" pitchFamily="34" charset="0"/>
              </a:defRPr>
            </a:lvl1pPr>
          </a:lstStyle>
          <a:p>
            <a:r>
              <a:rPr lang="en-US" dirty="0"/>
              <a:t>Divider page</a:t>
            </a:r>
            <a:endParaRPr lang="de-DE" dirty="0"/>
          </a:p>
        </p:txBody>
      </p:sp>
      <p:pic>
        <p:nvPicPr>
          <p:cNvPr id="2" name="Grafik 1">
            <a:extLst>
              <a:ext uri="{FF2B5EF4-FFF2-40B4-BE49-F238E27FC236}">
                <a16:creationId xmlns:a16="http://schemas.microsoft.com/office/drawing/2014/main" id="{FFBD5D76-9B94-60DF-FE99-EC16000CA65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4337374" y="5930411"/>
            <a:ext cx="1478684" cy="432948"/>
          </a:xfrm>
          <a:prstGeom prst="rect">
            <a:avLst/>
          </a:prstGeom>
        </p:spPr>
      </p:pic>
    </p:spTree>
    <p:extLst>
      <p:ext uri="{BB962C8B-B14F-4D97-AF65-F5344CB8AC3E}">
        <p14:creationId xmlns:p14="http://schemas.microsoft.com/office/powerpoint/2010/main" val="2010459447"/>
      </p:ext>
    </p:extLst>
  </p:cSld>
  <p:clrMapOvr>
    <a:masterClrMapping/>
  </p:clrMapOvr>
  <p:hf sldNum="0" hdr="0" ftr="0" dt="0"/>
  <p:extLst>
    <p:ext uri="{DCECCB84-F9BA-43D5-87BE-67443E8EF086}">
      <p15:sldGuideLst xmlns:p15="http://schemas.microsoft.com/office/powerpoint/2012/main">
        <p15:guide id="2"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pecial">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7677784"/>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4" orient="horz" pos="865">
          <p15:clr>
            <a:srgbClr val="FBAE40"/>
          </p15:clr>
        </p15:guide>
        <p15:guide id="5" orient="horz" pos="129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image, text 2">
    <p:bg>
      <p:bgPr>
        <a:solidFill>
          <a:schemeClr val="bg1"/>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DF24811-363C-F655-8415-4749FBA82319}"/>
              </a:ext>
            </a:extLst>
          </p:cNvPr>
          <p:cNvSpPr>
            <a:spLocks noGrp="1"/>
          </p:cNvSpPr>
          <p:nvPr>
            <p:ph type="title" hasCustomPrompt="1"/>
          </p:nvPr>
        </p:nvSpPr>
        <p:spPr>
          <a:xfrm>
            <a:off x="504001" y="504000"/>
            <a:ext cx="11183174" cy="369332"/>
          </a:xfrm>
        </p:spPr>
        <p:txBody>
          <a:bodyPr/>
          <a:lstStyle>
            <a:lvl1pPr>
              <a:defRPr b="0" i="0">
                <a:latin typeface="72 Brand Medium" panose="020B0504030603020204" pitchFamily="34" charset="0"/>
              </a:defRPr>
            </a:lvl1pPr>
          </a:lstStyle>
          <a:p>
            <a:r>
              <a:rPr lang="en-US" noProof="0" dirty="0"/>
              <a:t>Insert page title (sentence case)</a:t>
            </a:r>
            <a:endParaRPr lang="en-US" dirty="0"/>
          </a:p>
        </p:txBody>
      </p:sp>
      <p:sp>
        <p:nvSpPr>
          <p:cNvPr id="4" name="Text placeholder - column 2">
            <a:extLst>
              <a:ext uri="{FF2B5EF4-FFF2-40B4-BE49-F238E27FC236}">
                <a16:creationId xmlns:a16="http://schemas.microsoft.com/office/drawing/2014/main" id="{415C8346-21F7-9DA9-BFAA-30D09B4475A7}"/>
              </a:ext>
            </a:extLst>
          </p:cNvPr>
          <p:cNvSpPr>
            <a:spLocks noGrp="1"/>
          </p:cNvSpPr>
          <p:nvPr>
            <p:ph type="body" sz="quarter" idx="11" hasCustomPrompt="1"/>
          </p:nvPr>
        </p:nvSpPr>
        <p:spPr>
          <a:xfrm>
            <a:off x="6544333" y="1888442"/>
            <a:ext cx="4924337" cy="4228051"/>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a:extLst>
              <a:ext uri="{FF2B5EF4-FFF2-40B4-BE49-F238E27FC236}">
                <a16:creationId xmlns:a16="http://schemas.microsoft.com/office/drawing/2014/main" id="{C7FDD697-9424-953C-44AF-986203176840}"/>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8" name="Bildplatzhalter 6">
            <a:extLst>
              <a:ext uri="{FF2B5EF4-FFF2-40B4-BE49-F238E27FC236}">
                <a16:creationId xmlns:a16="http://schemas.microsoft.com/office/drawing/2014/main" id="{E28D954A-5A56-90C8-6DC3-DCB2DCA29C4C}"/>
              </a:ext>
            </a:extLst>
          </p:cNvPr>
          <p:cNvSpPr>
            <a:spLocks noGrp="1"/>
          </p:cNvSpPr>
          <p:nvPr>
            <p:ph type="pic" sz="quarter" idx="12"/>
          </p:nvPr>
        </p:nvSpPr>
        <p:spPr>
          <a:xfrm>
            <a:off x="503238" y="1557337"/>
            <a:ext cx="5465762" cy="4795837"/>
          </a:xfrm>
          <a:prstGeom prst="roundRect">
            <a:avLst>
              <a:gd name="adj" fmla="val 6689"/>
            </a:avLst>
          </a:prstGeom>
        </p:spPr>
        <p:txBody>
          <a:bodyPr/>
          <a:lstStyle/>
          <a:p>
            <a:r>
              <a:rPr lang="en-US"/>
              <a:t>Click icon to add picture</a:t>
            </a:r>
            <a:endParaRPr lang="de-DE"/>
          </a:p>
        </p:txBody>
      </p:sp>
    </p:spTree>
    <p:extLst>
      <p:ext uri="{BB962C8B-B14F-4D97-AF65-F5344CB8AC3E}">
        <p14:creationId xmlns:p14="http://schemas.microsoft.com/office/powerpoint/2010/main" val="2655003572"/>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5" orient="horz" pos="129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dirty="0"/>
              <a:t>Insert page title (sentence case)</a:t>
            </a:r>
            <a:endParaRPr lang="en-US" dirty="0"/>
          </a:p>
        </p:txBody>
      </p:sp>
      <p:sp>
        <p:nvSpPr>
          <p:cNvPr id="2" name="Slide number">
            <a:extLst>
              <a:ext uri="{FF2B5EF4-FFF2-40B4-BE49-F238E27FC236}">
                <a16:creationId xmlns:a16="http://schemas.microsoft.com/office/drawing/2014/main" id="{3C19B51F-E605-CD11-8911-4AE4E40AA5D7}"/>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3158288816"/>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line,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805175"/>
          </a:xfrm>
        </p:spPr>
        <p:txBody>
          <a:bodyPr/>
          <a:lstStyle>
            <a:lvl1pPr>
              <a:defRPr/>
            </a:lvl1pPr>
          </a:lstStyle>
          <a:p>
            <a:pPr lvl="0"/>
            <a:r>
              <a:rPr lang="en-GB" dirty="0"/>
              <a:t>Start typing to add text without a bullet point. To add a bullet point, place the cursor at the start of this line and press tab.</a:t>
            </a:r>
            <a:endParaRPr lang="en-US" noProof="0"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dirty="0"/>
              <a:t>Insert page title (sentence case)</a:t>
            </a:r>
            <a:endParaRPr lang="en-US" dirty="0"/>
          </a:p>
        </p:txBody>
      </p:sp>
      <p:sp>
        <p:nvSpPr>
          <p:cNvPr id="2" name="Slide number">
            <a:extLst>
              <a:ext uri="{FF2B5EF4-FFF2-40B4-BE49-F238E27FC236}">
                <a16:creationId xmlns:a16="http://schemas.microsoft.com/office/drawing/2014/main" id="{000FB2C0-3A70-0145-5278-16836077950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129332223"/>
      </p:ext>
    </p:extLst>
  </p:cSld>
  <p:clrMapOvr>
    <a:masterClrMapping/>
  </p:clrMapOvr>
  <p:extLst>
    <p:ext uri="{DCECCB84-F9BA-43D5-87BE-67443E8EF086}">
      <p15:sldGuideLst xmlns:p15="http://schemas.microsoft.com/office/powerpoint/2012/main">
        <p15:guide id="4" orient="horz" pos="318" userDrawn="1">
          <p15:clr>
            <a:srgbClr val="FBAE40"/>
          </p15:clr>
        </p15:guide>
        <p15:guide id="5" orient="horz" pos="5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line,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225477" y="1548000"/>
            <a:ext cx="5465000" cy="4805175"/>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548000"/>
            <a:ext cx="5465000" cy="4805175"/>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2" name="Slide number">
            <a:extLst>
              <a:ext uri="{FF2B5EF4-FFF2-40B4-BE49-F238E27FC236}">
                <a16:creationId xmlns:a16="http://schemas.microsoft.com/office/drawing/2014/main" id="{FEB1528E-7FDA-B8F1-2A84-B2BDEE108625}"/>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630481451"/>
      </p:ext>
    </p:extLst>
  </p:cSld>
  <p:clrMapOvr>
    <a:masterClrMapping/>
  </p:clrMapOvr>
  <p:extLst>
    <p:ext uri="{DCECCB84-F9BA-43D5-87BE-67443E8EF086}">
      <p15:sldGuideLst xmlns:p15="http://schemas.microsoft.com/office/powerpoint/2012/main">
        <p15:guide id="6" orient="horz" pos="317" userDrawn="1">
          <p15:clr>
            <a:srgbClr val="FBAE40"/>
          </p15:clr>
        </p15:guide>
        <p15:guide id="7" orient="horz" pos="55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line,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80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548000"/>
            <a:ext cx="3564000" cy="480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548000"/>
            <a:ext cx="3564000" cy="480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Slide number">
            <a:extLst>
              <a:ext uri="{FF2B5EF4-FFF2-40B4-BE49-F238E27FC236}">
                <a16:creationId xmlns:a16="http://schemas.microsoft.com/office/drawing/2014/main" id="{9876B324-50CA-1AEB-C3AC-95B7A65BDFA8}"/>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866416376"/>
      </p:ext>
    </p:extLst>
  </p:cSld>
  <p:clrMapOvr>
    <a:masterClrMapping/>
  </p:clrMapOvr>
  <p:extLst>
    <p:ext uri="{DCECCB84-F9BA-43D5-87BE-67443E8EF086}">
      <p15:sldGuideLst xmlns:p15="http://schemas.microsoft.com/office/powerpoint/2012/main">
        <p15:guide id="2" orient="horz" pos="317" userDrawn="1">
          <p15:clr>
            <a:srgbClr val="FBAE40"/>
          </p15:clr>
        </p15:guide>
        <p15:guide id="8" orient="horz" pos="55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line, image, text: 2 column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221413" y="4770000"/>
            <a:ext cx="5469064" cy="15831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2"/>
          <p:cNvSpPr>
            <a:spLocks noGrp="1"/>
          </p:cNvSpPr>
          <p:nvPr>
            <p:ph type="pic" sz="quarter" idx="14" hasCustomPrompt="1"/>
          </p:nvPr>
        </p:nvSpPr>
        <p:spPr bwMode="gray">
          <a:xfrm>
            <a:off x="6225477"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770000"/>
            <a:ext cx="5465000" cy="15831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4" name="Slide number">
            <a:extLst>
              <a:ext uri="{FF2B5EF4-FFF2-40B4-BE49-F238E27FC236}">
                <a16:creationId xmlns:a16="http://schemas.microsoft.com/office/drawing/2014/main" id="{232592E4-804C-3253-1068-933C4F72DF74}"/>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504941297"/>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5" orient="horz" pos="2750" userDrawn="1">
          <p15:clr>
            <a:srgbClr val="FBAE40"/>
          </p15:clr>
        </p15:guide>
        <p15:guide id="6" orient="horz" pos="300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image, text: 3 column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128000" y="4354921"/>
            <a:ext cx="3562477" cy="1998253"/>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3"/>
          <p:cNvSpPr>
            <a:spLocks noGrp="1"/>
          </p:cNvSpPr>
          <p:nvPr>
            <p:ph type="pic" sz="quarter" idx="14" hasCustomPrompt="1"/>
          </p:nvPr>
        </p:nvSpPr>
        <p:spPr bwMode="gray">
          <a:xfrm>
            <a:off x="8128000" y="1548000"/>
            <a:ext cx="3562477"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314824" y="4354921"/>
            <a:ext cx="3560763" cy="1998253"/>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2"/>
          <p:cNvSpPr>
            <a:spLocks noGrp="1"/>
          </p:cNvSpPr>
          <p:nvPr>
            <p:ph type="pic" sz="quarter" idx="16" hasCustomPrompt="1"/>
          </p:nvPr>
        </p:nvSpPr>
        <p:spPr bwMode="gray">
          <a:xfrm>
            <a:off x="4314826" y="1548000"/>
            <a:ext cx="3560762"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354921"/>
            <a:ext cx="3560000" cy="1998253"/>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548000"/>
            <a:ext cx="35600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4" name="Slide number">
            <a:extLst>
              <a:ext uri="{FF2B5EF4-FFF2-40B4-BE49-F238E27FC236}">
                <a16:creationId xmlns:a16="http://schemas.microsoft.com/office/drawing/2014/main" id="{EDC2A50B-84CE-588D-BC0D-03AC792760D2}"/>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727667599"/>
      </p:ext>
    </p:extLst>
  </p:cSld>
  <p:clrMapOvr>
    <a:masterClrMapping/>
  </p:clrMapOvr>
  <p:extLst>
    <p:ext uri="{DCECCB84-F9BA-43D5-87BE-67443E8EF086}">
      <p15:sldGuideLst xmlns:p15="http://schemas.microsoft.com/office/powerpoint/2012/main">
        <p15:guide id="2" orient="horz" pos="317" userDrawn="1">
          <p15:clr>
            <a:srgbClr val="FBAE40"/>
          </p15:clr>
        </p15:guide>
        <p15:guide id="8" orient="horz" pos="551" userDrawn="1">
          <p15:clr>
            <a:srgbClr val="FBAE40"/>
          </p15:clr>
        </p15:guide>
        <p15:guide id="10" orient="horz" pos="2428" userDrawn="1">
          <p15:clr>
            <a:srgbClr val="FBAE40"/>
          </p15:clr>
        </p15:guide>
        <p15:guide id="11" orient="horz" pos="2743"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eadline, image, text: 4 column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099598" y="3877200"/>
            <a:ext cx="2590879" cy="24759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080501" y="1548000"/>
            <a:ext cx="2609976"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234398" y="3877200"/>
            <a:ext cx="2590879" cy="24759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221413"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369199" y="3877200"/>
            <a:ext cx="2590879" cy="24759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362325"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3999" y="3877200"/>
            <a:ext cx="2590879" cy="24759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3999" y="1548000"/>
            <a:ext cx="2605913"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4" name="Slide number">
            <a:extLst>
              <a:ext uri="{FF2B5EF4-FFF2-40B4-BE49-F238E27FC236}">
                <a16:creationId xmlns:a16="http://schemas.microsoft.com/office/drawing/2014/main" id="{12401F1F-FF79-001F-ABCA-4DFC3B4530EE}"/>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680594478"/>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5" orient="horz" pos="2160" userDrawn="1">
          <p15:clr>
            <a:srgbClr val="FBAE40"/>
          </p15:clr>
        </p15:guide>
        <p15:guide id="6" orient="horz" pos="244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eadline, text,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998" y="1548000"/>
            <a:ext cx="7371589" cy="4805175"/>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p:cNvSpPr>
            <a:spLocks noGrp="1"/>
          </p:cNvSpPr>
          <p:nvPr>
            <p:ph type="title" hasCustomPrompt="1"/>
          </p:nvPr>
        </p:nvSpPr>
        <p:spPr>
          <a:xfrm>
            <a:off x="504000" y="504000"/>
            <a:ext cx="7371589"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extLst>
    <p:ext uri="{DCECCB84-F9BA-43D5-87BE-67443E8EF086}">
      <p15:sldGuideLst xmlns:p15="http://schemas.microsoft.com/office/powerpoint/2012/main">
        <p15:guide id="4" pos="5111" userDrawn="1">
          <p15:clr>
            <a:srgbClr val="FBAE40"/>
          </p15:clr>
        </p15:guide>
        <p15:guide id="5" orient="horz" pos="317" userDrawn="1">
          <p15:clr>
            <a:srgbClr val="FBAE40"/>
          </p15:clr>
        </p15:guide>
        <p15:guide id="6" orient="horz" pos="55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2" name="Slide number">
            <a:extLst>
              <a:ext uri="{FF2B5EF4-FFF2-40B4-BE49-F238E27FC236}">
                <a16:creationId xmlns:a16="http://schemas.microsoft.com/office/drawing/2014/main" id="{453B90D7-F65B-FA3E-37CD-D51694E3DEAC}"/>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eadline, text, image">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8"/>
            <a:ext cx="5469064" cy="4795837"/>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0" y="1548000"/>
            <a:ext cx="5465000" cy="480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2" name="Slide number">
            <a:extLst>
              <a:ext uri="{FF2B5EF4-FFF2-40B4-BE49-F238E27FC236}">
                <a16:creationId xmlns:a16="http://schemas.microsoft.com/office/drawing/2014/main" id="{5E84DBC1-090A-95E1-74B7-FAD0D3E09967}"/>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15:guide id="6" orient="horz" pos="317" userDrawn="1">
          <p15:clr>
            <a:srgbClr val="FBAE40"/>
          </p15:clr>
        </p15:guide>
        <p15:guide id="7" orient="horz" pos="551"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line,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0"/>
            <a:ext cx="11185200" cy="4805175"/>
          </a:xfrm>
          <a:noFill/>
        </p:spPr>
        <p:txBody>
          <a:bodyPr tIns="1368000"/>
          <a:lstStyle>
            <a:lvl1pPr algn="ctr">
              <a:defRPr sz="1400" b="0"/>
            </a:lvl1pPr>
          </a:lstStyle>
          <a:p>
            <a:pPr lvl="0"/>
            <a:r>
              <a:rPr lang="en-US" dirty="0"/>
              <a:t>Click to add content</a:t>
            </a:r>
          </a:p>
        </p:txBody>
      </p:sp>
      <p:sp>
        <p:nvSpPr>
          <p:cNvPr id="2"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1455738" y="1509204"/>
            <a:ext cx="9282112" cy="3103520"/>
          </a:xfrm>
        </p:spPr>
        <p:txBody>
          <a:bodyPr anchor="b" anchorCtr="0">
            <a:noAutofit/>
          </a:bodyPr>
          <a:lstStyle>
            <a:lvl1pPr>
              <a:lnSpc>
                <a:spcPct val="10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dirty="0"/>
              <a:t>“Add Quote. </a:t>
            </a:r>
            <a:r>
              <a:rPr lang="en-GB"/>
              <a:t>Lorem ipsum </a:t>
            </a:r>
            <a:r>
              <a:rPr lang="en-GB" err="1"/>
              <a:t>dolor</a:t>
            </a:r>
            <a:r>
              <a:rPr lang="en-GB"/>
              <a:t> sit </a:t>
            </a:r>
            <a:r>
              <a:rPr lang="en-GB" err="1"/>
              <a:t>amet</a:t>
            </a:r>
            <a:r>
              <a:rPr lang="en-GB"/>
              <a:t>, </a:t>
            </a:r>
            <a:r>
              <a:rPr lang="en-GB" err="1"/>
              <a:t>consetetur</a:t>
            </a:r>
            <a:r>
              <a:rPr lang="en-GB"/>
              <a:t> </a:t>
            </a:r>
            <a:r>
              <a:rPr lang="en-GB" err="1"/>
              <a:t>tempor</a:t>
            </a:r>
            <a:r>
              <a:rPr lang="en-GB"/>
              <a:t> </a:t>
            </a:r>
            <a:r>
              <a:rPr lang="en-GB" err="1"/>
              <a:t>sadipscing</a:t>
            </a:r>
            <a:r>
              <a:rPr lang="en-GB"/>
              <a:t> </a:t>
            </a:r>
            <a:r>
              <a:rPr lang="en-GB" err="1"/>
              <a:t>elitr</a:t>
            </a:r>
            <a:r>
              <a:rPr lang="en-GB"/>
              <a:t>, </a:t>
            </a:r>
            <a:r>
              <a:rPr lang="en-GB" err="1"/>
              <a:t>sed</a:t>
            </a:r>
            <a:r>
              <a:rPr lang="en-GB"/>
              <a:t> </a:t>
            </a:r>
            <a:r>
              <a:rPr lang="en-GB" err="1"/>
              <a:t>diam</a:t>
            </a:r>
            <a:r>
              <a:rPr lang="en-GB"/>
              <a:t> </a:t>
            </a:r>
            <a:r>
              <a:rPr lang="en-GB" err="1"/>
              <a:t>nonumy</a:t>
            </a:r>
            <a:r>
              <a:rPr lang="en-GB"/>
              <a:t> </a:t>
            </a:r>
            <a:r>
              <a:rPr lang="en-GB" err="1"/>
              <a:t>eirmod</a:t>
            </a:r>
            <a:r>
              <a:rPr lang="en-GB"/>
              <a:t> </a:t>
            </a:r>
            <a:r>
              <a:rPr lang="en-GB" err="1"/>
              <a:t>tempor</a:t>
            </a:r>
            <a:r>
              <a:rPr lang="en-GB"/>
              <a:t> </a:t>
            </a:r>
            <a:r>
              <a:rPr lang="en-GB" err="1"/>
              <a:t>invidunt.</a:t>
            </a:r>
            <a:r>
              <a:rPr lang="en-US" dirty="0"/>
              <a:t>”</a:t>
            </a:r>
            <a:endParaRPr lang="de-DE" sz="3600" kern="0" dirty="0" err="1">
              <a:ea typeface="72 Brand" pitchFamily="34" charset="-128"/>
              <a:cs typeface="72 Brand" pitchFamily="34" charset="-128"/>
            </a:endParaRPr>
          </a:p>
        </p:txBody>
      </p:sp>
      <p:sp>
        <p:nvSpPr>
          <p:cNvPr id="9" name="Text Placeholder 8">
            <a:extLst>
              <a:ext uri="{FF2B5EF4-FFF2-40B4-BE49-F238E27FC236}">
                <a16:creationId xmlns:a16="http://schemas.microsoft.com/office/drawing/2014/main" id="{6F45BB20-CC77-71AE-A785-DCD42C2AECFC}"/>
              </a:ext>
            </a:extLst>
          </p:cNvPr>
          <p:cNvSpPr>
            <a:spLocks noGrp="1"/>
          </p:cNvSpPr>
          <p:nvPr>
            <p:ph type="body" sz="quarter" idx="12" hasCustomPrompt="1"/>
          </p:nvPr>
        </p:nvSpPr>
        <p:spPr>
          <a:xfrm>
            <a:off x="1455738" y="4956960"/>
            <a:ext cx="9282112" cy="520700"/>
          </a:xfrm>
        </p:spPr>
        <p:txBody>
          <a:bodyPr/>
          <a:lstStyle>
            <a:lvl1pPr>
              <a:defRPr sz="1400">
                <a:solidFill>
                  <a:schemeClr val="bg1"/>
                </a:solidFill>
              </a:defRPr>
            </a:lvl1pPr>
          </a:lstStyle>
          <a:p>
            <a:pPr lvl="0"/>
            <a:r>
              <a:rPr lang="en-GB" dirty="0"/>
              <a:t>Speaker,</a:t>
            </a:r>
          </a:p>
          <a:p>
            <a:pPr lvl="0"/>
            <a:r>
              <a:rPr lang="en-GB" dirty="0"/>
              <a:t>Company, Role</a:t>
            </a:r>
            <a:endParaRPr lang="en-DE" dirty="0"/>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pic>
        <p:nvPicPr>
          <p:cNvPr id="4" name="Grafik 3">
            <a:extLst>
              <a:ext uri="{FF2B5EF4-FFF2-40B4-BE49-F238E27FC236}">
                <a16:creationId xmlns:a16="http://schemas.microsoft.com/office/drawing/2014/main" id="{EEE0764F-F0E6-FCF5-6C3D-B8A4EF090AC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4337374" y="5842412"/>
            <a:ext cx="1779235" cy="520947"/>
          </a:xfrm>
          <a:prstGeom prst="rect">
            <a:avLst/>
          </a:prstGeom>
        </p:spPr>
      </p:pic>
    </p:spTree>
    <p:extLst>
      <p:ext uri="{BB962C8B-B14F-4D97-AF65-F5344CB8AC3E}">
        <p14:creationId xmlns:p14="http://schemas.microsoft.com/office/powerpoint/2010/main" val="2768701216"/>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3475" userDrawn="1">
          <p15:clr>
            <a:srgbClr val="FBAE40"/>
          </p15:clr>
        </p15:guide>
        <p15:guide id="8" orient="horz" pos="323" userDrawn="1">
          <p15:clr>
            <a:srgbClr val="FBAE40"/>
          </p15:clr>
        </p15:guide>
        <p15:guide id="9" orient="horz" pos="55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 &amp; A">
    <p:bg>
      <p:bgPr>
        <a:blipFill dpi="0" rotWithShape="1">
          <a:blip r:embed="rId2" cstate="screen">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8" y="2781300"/>
            <a:ext cx="4765675" cy="646112"/>
          </a:xfrm>
        </p:spPr>
        <p:txBody>
          <a:bodyPr anchor="ctr" anchorCtr="0">
            <a:noAutofit/>
          </a:bodyPr>
          <a:lstStyle>
            <a:lvl1pPr>
              <a:lnSpc>
                <a:spcPct val="10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dirty="0"/>
              <a:t>What’s on your mind?</a:t>
            </a:r>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Text Placeholder 11">
            <a:extLst>
              <a:ext uri="{FF2B5EF4-FFF2-40B4-BE49-F238E27FC236}">
                <a16:creationId xmlns:a16="http://schemas.microsoft.com/office/drawing/2014/main" id="{15DED969-77E2-26AA-CB6C-CBBE1D08826B}"/>
              </a:ext>
            </a:extLst>
          </p:cNvPr>
          <p:cNvSpPr>
            <a:spLocks noGrp="1"/>
          </p:cNvSpPr>
          <p:nvPr>
            <p:ph type="body" sz="quarter" idx="14" hasCustomPrompt="1"/>
          </p:nvPr>
        </p:nvSpPr>
        <p:spPr>
          <a:xfrm>
            <a:off x="503238" y="3725638"/>
            <a:ext cx="4765675" cy="393925"/>
          </a:xfrm>
        </p:spPr>
        <p:txBody>
          <a:bodyPr/>
          <a:lstStyle>
            <a:lvl1pPr>
              <a:defRPr sz="2000">
                <a:solidFill>
                  <a:schemeClr val="bg1"/>
                </a:solidFill>
              </a:defRPr>
            </a:lvl1pPr>
            <a:lvl5pPr>
              <a:defRPr/>
            </a:lvl5pPr>
          </a:lstStyle>
          <a:p>
            <a:pPr lvl="0"/>
            <a:r>
              <a:rPr lang="en-GB" dirty="0"/>
              <a:t>You ask, we answer.</a:t>
            </a:r>
          </a:p>
        </p:txBody>
      </p:sp>
    </p:spTree>
    <p:extLst>
      <p:ext uri="{BB962C8B-B14F-4D97-AF65-F5344CB8AC3E}">
        <p14:creationId xmlns:p14="http://schemas.microsoft.com/office/powerpoint/2010/main" val="1108744589"/>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1752" userDrawn="1">
          <p15:clr>
            <a:srgbClr val="FBAE40"/>
          </p15:clr>
        </p15:guide>
        <p15:guide id="8" orient="horz" pos="323">
          <p15:clr>
            <a:srgbClr val="FBAE40"/>
          </p15:clr>
        </p15:guide>
        <p15:guide id="9" orient="horz" pos="55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cstate="screen">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Copyright Placeholder" descr="{&quot;templafy&quot;:{&quot;id&quot;:&quot;ba9fff8e-a26f-4604-9418-39eec7243848&quot;}}">
            <a:extLst>
              <a:ext uri="{FF2B5EF4-FFF2-40B4-BE49-F238E27FC236}">
                <a16:creationId xmlns:a16="http://schemas.microsoft.com/office/drawing/2014/main" id="{565E87ED-3DFA-D2CD-24E2-199538EC4F11}"/>
              </a:ext>
            </a:extLst>
          </p:cNvPr>
          <p:cNvSpPr txBox="1">
            <a:spLocks/>
          </p:cNvSpPr>
          <p:nvPr userDrawn="1"/>
        </p:nvSpPr>
        <p:spPr>
          <a:xfrm>
            <a:off x="504000" y="6145872"/>
            <a:ext cx="6704011" cy="208122"/>
          </a:xfrm>
          <a:prstGeom prst="rect">
            <a:avLst/>
          </a:prstGeom>
          <a:no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a:solidFill>
                  <a:srgbClr val="A9B4BE"/>
                </a:solidFill>
                <a:latin typeface="72 Brand" panose="020B0504030603020204" pitchFamily="34" charset="0"/>
                <a:cs typeface="Arial" panose="020B0604020202020204" pitchFamily="34" charset="0"/>
              </a:rPr>
              <a:t>© 2026</a:t>
            </a:r>
            <a:r>
              <a:rPr lang="en-GB">
                <a:solidFill>
                  <a:srgbClr val="A9B4BE"/>
                </a:solidFill>
                <a:latin typeface="72 Brand" panose="020B0504030603020204" pitchFamily="34" charset="0"/>
              </a:rPr>
              <a:t> SAP SE or an SAP affiliate company. All rights reserved. See Legal Notice on www.sap.com/legal-notice for use terms, disclaimers, disclosures, or restrictions related to this material.</a:t>
            </a:r>
            <a:endParaRPr lang="en-US">
              <a:solidFill>
                <a:srgbClr val="A9B4BE"/>
              </a:solidFill>
              <a:latin typeface="72 Brand" panose="020B0504030603020204" pitchFamily="34" charset="0"/>
              <a:cs typeface="Arial" panose="020B0604020202020204" pitchFamily="34" charset="0"/>
            </a:endParaRPr>
          </a:p>
        </p:txBody>
      </p:sp>
      <p:pic>
        <p:nvPicPr>
          <p:cNvPr id="8" name="LogoBlue-Dynamic" descr="{&quot;templafy&quot;:{&quot;id&quot;:&quot;90617327-e095-4f73-96d6-9f57f603f71c&quot;}}">
            <a:extLst>
              <a:ext uri="{FF2B5EF4-FFF2-40B4-BE49-F238E27FC236}">
                <a16:creationId xmlns:a16="http://schemas.microsoft.com/office/drawing/2014/main" id="{380C8CE1-5F08-0496-C85F-7E8DEB4E9536}"/>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04000" y="5665526"/>
            <a:ext cx="727192" cy="360000"/>
          </a:xfrm>
          <a:prstGeom prst="rect">
            <a:avLst/>
          </a:prstGeom>
        </p:spPr>
      </p:pic>
      <p:pic>
        <p:nvPicPr>
          <p:cNvPr id="6" name="Grafik 5">
            <a:extLst>
              <a:ext uri="{FF2B5EF4-FFF2-40B4-BE49-F238E27FC236}">
                <a16:creationId xmlns:a16="http://schemas.microsoft.com/office/drawing/2014/main" id="{0BE0289D-AD57-A93E-42DC-0CF0C908AD65}"/>
              </a:ext>
            </a:extLst>
          </p:cNvPr>
          <p:cNvPicPr>
            <a:picLocks noChangeAspect="1"/>
          </p:cNvPicPr>
          <p:nvPr userDrawn="1"/>
        </p:nvPicPr>
        <p:blipFill>
          <a:blip r:embed="rId4"/>
          <a:stretch>
            <a:fillRect/>
          </a:stretch>
        </p:blipFill>
        <p:spPr>
          <a:xfrm>
            <a:off x="3179920" y="3255555"/>
            <a:ext cx="5835333" cy="1065113"/>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extLst>
    <p:ext uri="{DCECCB84-F9BA-43D5-87BE-67443E8EF086}">
      <p15:sldGuideLst xmlns:p15="http://schemas.microsoft.com/office/powerpoint/2012/main">
        <p15:guide id="2" orient="horz" pos="970" userDrawn="1">
          <p15:clr>
            <a:srgbClr val="FBAE40"/>
          </p15:clr>
        </p15:guide>
        <p15:guide id="4" orient="horz" pos="183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User guide TIPS &amp; TRICK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A4BFCE-B81D-CBD1-C182-360E8B61B7DF}"/>
              </a:ext>
            </a:extLst>
          </p:cNvPr>
          <p:cNvPicPr>
            <a:picLocks noChangeAspect="1"/>
          </p:cNvPicPr>
          <p:nvPr userDrawn="1"/>
        </p:nvPicPr>
        <p:blipFill>
          <a:blip r:embed="rId2">
            <a:extLst>
              <a:ext uri="{28A0092B-C50C-407E-A947-70E740481C1C}">
                <a14:useLocalDpi xmlns:a14="http://schemas.microsoft.com/office/drawing/2010/main" val="0"/>
              </a:ext>
            </a:extLst>
          </a:blip>
          <a:srcRect b="-57173"/>
          <a:stretch/>
        </p:blipFill>
        <p:spPr>
          <a:xfrm>
            <a:off x="8283791" y="1604962"/>
            <a:ext cx="343400" cy="568302"/>
          </a:xfrm>
          <a:prstGeom prst="rect">
            <a:avLst/>
          </a:prstGeom>
        </p:spPr>
      </p:pic>
      <p:pic>
        <p:nvPicPr>
          <p:cNvPr id="26" name="Picture 25">
            <a:extLst>
              <a:ext uri="{FF2B5EF4-FFF2-40B4-BE49-F238E27FC236}">
                <a16:creationId xmlns:a16="http://schemas.microsoft.com/office/drawing/2014/main" id="{0B9183E9-C13E-58A0-4347-EB86D2AEA0F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129588" y="2073216"/>
            <a:ext cx="651804" cy="347377"/>
          </a:xfrm>
          <a:prstGeom prst="rect">
            <a:avLst/>
          </a:prstGeom>
        </p:spPr>
      </p:pic>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3105509" y="1142617"/>
            <a:ext cx="217703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PICTURES</a:t>
            </a:r>
            <a:endParaRPr lang="en-GB" sz="1400">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b="1" noProof="1">
                <a:solidFill>
                  <a:srgbClr val="000000"/>
                </a:solidFill>
                <a:latin typeface="+mn-lt"/>
                <a:cs typeface="Arial" panose="020B0604020202020204" pitchFamily="34" charset="0"/>
              </a:rPr>
              <a:t>Insert corporate picture from Templafy</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noProof="1">
                <a:solidFill>
                  <a:srgbClr val="000000"/>
                </a:solidFill>
                <a:latin typeface="+mn-lt"/>
                <a:cs typeface="Arial" panose="020B0604020202020204" pitchFamily="34" charset="0"/>
              </a:rPr>
              <a:t>1.</a:t>
            </a:r>
            <a:r>
              <a:rPr lang="en-GB" altLang="da-DK" sz="900" b="0" noProof="1">
                <a:solidFill>
                  <a:srgbClr val="000000"/>
                </a:solidFill>
                <a:latin typeface="+mn-lt"/>
                <a:cs typeface="Arial" panose="020B0604020202020204" pitchFamily="34" charset="0"/>
              </a:rPr>
              <a:t> Click the blue </a:t>
            </a:r>
            <a:r>
              <a:rPr lang="en-GB" altLang="da-DK" sz="900" b="1" baseline="0" noProof="1">
                <a:solidFill>
                  <a:srgbClr val="000000"/>
                </a:solidFill>
                <a:latin typeface="+mn-lt"/>
                <a:cs typeface="Arial" panose="020B0604020202020204" pitchFamily="34" charset="0"/>
              </a:rPr>
              <a:t>Templafy </a:t>
            </a:r>
            <a:r>
              <a:rPr lang="en-GB" altLang="da-DK" sz="900" b="0" baseline="0" noProof="1">
                <a:solidFill>
                  <a:srgbClr val="000000"/>
                </a:solidFill>
                <a:latin typeface="+mn-lt"/>
                <a:cs typeface="Arial" panose="020B0604020202020204" pitchFamily="34" charset="0"/>
              </a:rPr>
              <a:t>button to view Templafy pane on right side of the screen, if it is not already there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2. </a:t>
            </a:r>
            <a:r>
              <a:rPr lang="en-GB" altLang="da-DK" sz="900" b="0" baseline="0" noProof="1">
                <a:solidFill>
                  <a:srgbClr val="000000"/>
                </a:solidFill>
                <a:latin typeface="+mn-lt"/>
                <a:cs typeface="Arial" panose="020B0604020202020204" pitchFamily="34" charset="0"/>
              </a:rPr>
              <a:t>Select picture placeholder by clicking on the frame (at the edge)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3</a:t>
            </a:r>
            <a:r>
              <a:rPr lang="en-GB" altLang="da-DK" sz="900" b="0" baseline="0" noProof="1">
                <a:solidFill>
                  <a:srgbClr val="000000"/>
                </a:solidFill>
                <a:latin typeface="+mn-lt"/>
                <a:cs typeface="Lundbeck Display" panose="020B0402040504020204" pitchFamily="34" charset="0"/>
              </a:rPr>
              <a:t> Click the </a:t>
            </a:r>
            <a:r>
              <a:rPr lang="en-GB" altLang="da-DK" sz="900" b="1" baseline="0" noProof="1">
                <a:solidFill>
                  <a:srgbClr val="000000"/>
                </a:solidFill>
                <a:latin typeface="+mn-lt"/>
                <a:cs typeface="Lundbeck Display" panose="020B0402040504020204" pitchFamily="34" charset="0"/>
              </a:rPr>
              <a:t>Images </a:t>
            </a:r>
            <a:r>
              <a:rPr lang="en-GB" altLang="da-DK" sz="900" b="0" i="0" baseline="0" noProof="1">
                <a:solidFill>
                  <a:srgbClr val="000000"/>
                </a:solidFill>
                <a:latin typeface="+mn-lt"/>
                <a:cs typeface="Lundbeck Display" panose="020B0402040504020204" pitchFamily="34" charset="0"/>
              </a:rPr>
              <a:t>button</a:t>
            </a:r>
            <a:r>
              <a:rPr lang="en-GB" altLang="da-DK" sz="900" b="0" baseline="0" noProof="1">
                <a:solidFill>
                  <a:srgbClr val="000000"/>
                </a:solidFill>
                <a:latin typeface="+mn-lt"/>
                <a:cs typeface="Lundbeck Display" panose="020B0402040504020204" pitchFamily="34" charset="0"/>
              </a:rPr>
              <a:t> in the Templafy pane</a:t>
            </a:r>
            <a:endParaRPr lang="en-GB" altLang="da-DK" sz="900" b="0" baseline="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Hint: </a:t>
            </a:r>
            <a:r>
              <a:rPr lang="en-GB" altLang="da-DK" sz="900" b="0" baseline="0" noProof="1">
                <a:solidFill>
                  <a:srgbClr val="000000"/>
                </a:solidFill>
                <a:latin typeface="+mn-lt"/>
                <a:cs typeface="Arial" panose="020B0604020202020204" pitchFamily="34" charset="0"/>
              </a:rPr>
              <a:t>You can search for images in the search field.</a:t>
            </a:r>
            <a:br>
              <a:rPr lang="en-GB" altLang="da-DK" sz="900" b="0" baseline="0" noProof="1">
                <a:solidFill>
                  <a:srgbClr val="000000"/>
                </a:solidFill>
                <a:latin typeface="+mn-lt"/>
                <a:cs typeface="Arial" panose="020B0604020202020204" pitchFamily="34" charset="0"/>
              </a:rPr>
            </a:br>
            <a:endParaRPr lang="en-GB" altLang="da-DK" sz="90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Insert picture from other location</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On slides with pictureplaceholder, click on the icon and choose </a:t>
            </a:r>
            <a:r>
              <a:rPr lang="en-GB" altLang="da-DK" sz="900" b="1" noProof="1">
                <a:solidFill>
                  <a:srgbClr val="000000"/>
                </a:solidFill>
                <a:latin typeface="+mn-lt"/>
                <a:cs typeface="Arial" panose="020B0604020202020204" pitchFamily="34" charset="0"/>
              </a:rPr>
              <a:t>Insert </a:t>
            </a:r>
            <a:r>
              <a:rPr lang="en-GB" altLang="da-DK" sz="900" b="0" noProof="1">
                <a:solidFill>
                  <a:srgbClr val="000000"/>
                </a:solidFill>
                <a:latin typeface="+mn-lt"/>
                <a:cs typeface="Arial" panose="020B0604020202020204" pitchFamily="34" charset="0"/>
              </a:rPr>
              <a:t>to browse for picture</a:t>
            </a:r>
            <a:endParaRPr lang="en-GB" altLang="da-DK" sz="900" b="1" noProof="1">
              <a:solidFill>
                <a:srgbClr val="000000"/>
              </a:solidFill>
              <a:latin typeface="+mn-lt"/>
              <a:cs typeface="Arial" panose="020B0604020202020204" pitchFamily="34" charset="0"/>
            </a:endParaRPr>
          </a:p>
          <a:p>
            <a:pPr eaLnBrk="1" hangingPunct="1">
              <a:lnSpc>
                <a:spcPct val="100000"/>
              </a:lnSpc>
              <a:spcBef>
                <a:spcPts val="1200"/>
              </a:spcBef>
              <a:spcAft>
                <a:spcPts val="600"/>
              </a:spcAft>
              <a:defRPr/>
            </a:pPr>
            <a:r>
              <a:rPr lang="en-GB" sz="900" b="1" noProof="1">
                <a:solidFill>
                  <a:srgbClr val="000000"/>
                </a:solidFill>
                <a:latin typeface="+mn-lt"/>
                <a:cs typeface="Arial" panose="020B0604020202020204" pitchFamily="34" charset="0"/>
              </a:rPr>
              <a:t>Crop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a:t>
            </a:r>
            <a:r>
              <a:rPr lang="en-GB" altLang="da-DK" sz="900" b="0" noProof="1">
                <a:solidFill>
                  <a:srgbClr val="000000"/>
                </a:solidFill>
                <a:latin typeface="+mn-lt"/>
                <a:cs typeface="Arial" panose="020B0604020202020204" pitchFamily="34" charset="0"/>
              </a:rPr>
              <a:t>Click </a:t>
            </a:r>
            <a:r>
              <a:rPr lang="en-GB" altLang="da-DK" sz="900" b="1" noProof="1">
                <a:solidFill>
                  <a:srgbClr val="000000"/>
                </a:solidFill>
                <a:latin typeface="+mn-lt"/>
                <a:cs typeface="Arial" panose="020B0604020202020204" pitchFamily="34" charset="0"/>
              </a:rPr>
              <a:t>Crop</a:t>
            </a:r>
            <a:r>
              <a:rPr lang="en-GB" altLang="da-DK" sz="900" b="0" noProof="1">
                <a:solidFill>
                  <a:srgbClr val="000000"/>
                </a:solidFill>
                <a:latin typeface="+mn-lt"/>
                <a:cs typeface="Arial" panose="020B0604020202020204" pitchFamily="34" charset="0"/>
              </a:rPr>
              <a:t> to change size or focus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If you want to scale the picture, hold </a:t>
            </a:r>
            <a:r>
              <a:rPr lang="en-GB" altLang="da-DK" sz="900" b="1" noProof="1">
                <a:solidFill>
                  <a:srgbClr val="000000"/>
                </a:solidFill>
                <a:latin typeface="+mn-lt"/>
                <a:cs typeface="Arial" panose="020B0604020202020204" pitchFamily="34" charset="0"/>
              </a:rPr>
              <a:t>SHIFT</a:t>
            </a:r>
            <a:r>
              <a:rPr lang="en-GB" altLang="da-DK" sz="900" b="0" noProof="1">
                <a:solidFill>
                  <a:srgbClr val="000000"/>
                </a:solidFill>
                <a:latin typeface="+mn-lt"/>
                <a:cs typeface="Arial" panose="020B0604020202020204" pitchFamily="34" charset="0"/>
              </a:rPr>
              <a:t>-key down while dragging the corners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t>
            </a:r>
            <a:r>
              <a:rPr lang="en-GB" altLang="da-DK" sz="900" b="0" noProof="1">
                <a:solidFill>
                  <a:srgbClr val="000000"/>
                </a:solidFill>
                <a:latin typeface="+mn-lt"/>
                <a:cs typeface="Arial" panose="020B0604020202020204" pitchFamily="34" charset="0"/>
              </a:rPr>
              <a:t>If you delete the picture and insert a new one, the picture may lie in front of the text or graphic. If this happens, select the picture, right-click and choose </a:t>
            </a:r>
            <a:r>
              <a:rPr lang="en-GB" altLang="da-DK" sz="900" b="1" noProof="1">
                <a:solidFill>
                  <a:srgbClr val="000000"/>
                </a:solidFill>
                <a:latin typeface="+mn-lt"/>
                <a:cs typeface="Arial" panose="020B0604020202020204" pitchFamily="34" charset="0"/>
              </a:rPr>
              <a:t>Send to Back</a:t>
            </a:r>
          </a:p>
        </p:txBody>
      </p:sp>
      <p:sp>
        <p:nvSpPr>
          <p:cNvPr id="42" name="Text Box 2">
            <a:extLst>
              <a:ext uri="{FF2B5EF4-FFF2-40B4-BE49-F238E27FC236}">
                <a16:creationId xmlns:a16="http://schemas.microsoft.com/office/drawing/2014/main" id="{00AD0EBC-0A41-4B26-9D79-79E0C00BBA85}"/>
              </a:ext>
            </a:extLst>
          </p:cNvPr>
          <p:cNvSpPr txBox="1">
            <a:spLocks noChangeArrowheads="1"/>
          </p:cNvSpPr>
          <p:nvPr userDrawn="1"/>
        </p:nvSpPr>
        <p:spPr bwMode="auto">
          <a:xfrm>
            <a:off x="503238" y="1142617"/>
            <a:ext cx="1741943" cy="479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TEXT STYLES</a:t>
            </a:r>
            <a:endParaRPr lang="en-GB" altLang="da-DK" sz="1200" b="0" noProof="1">
              <a:solidFill>
                <a:srgbClr val="000000"/>
              </a:solidFill>
              <a:latin typeface="+mn-lt"/>
              <a:cs typeface="Arial" panose="020B0604020202020204" pitchFamily="34" charset="0"/>
            </a:endParaRPr>
          </a:p>
          <a:p>
            <a:pPr eaLnBrk="1" hangingPunct="1">
              <a:spcAft>
                <a:spcPts val="600"/>
              </a:spcAft>
              <a:defRPr/>
            </a:pPr>
            <a:r>
              <a:rPr lang="en-GB" altLang="da-DK" sz="900" b="0" noProof="1">
                <a:solidFill>
                  <a:srgbClr val="000000"/>
                </a:solidFill>
                <a:latin typeface="+mn-lt"/>
                <a:cs typeface="Arial" panose="020B0604020202020204" pitchFamily="34" charset="0"/>
              </a:rPr>
              <a:t>Use the </a:t>
            </a:r>
            <a:r>
              <a:rPr lang="en-GB" altLang="da-DK" sz="900" b="1" noProof="1">
                <a:solidFill>
                  <a:srgbClr val="000000"/>
                </a:solidFill>
                <a:latin typeface="+mn-lt"/>
                <a:cs typeface="Arial" panose="020B0604020202020204" pitchFamily="34" charset="0"/>
              </a:rPr>
              <a:t>TAB</a:t>
            </a:r>
            <a:r>
              <a:rPr lang="en-GB" altLang="da-DK" sz="900" b="0" noProof="1">
                <a:solidFill>
                  <a:srgbClr val="000000"/>
                </a:solidFill>
                <a:latin typeface="+mn-lt"/>
                <a:cs typeface="Arial" panose="020B0604020202020204" pitchFamily="34" charset="0"/>
              </a:rPr>
              <a:t>-key</a:t>
            </a:r>
            <a:r>
              <a:rPr lang="en-GB" altLang="da-DK" sz="900" b="0" baseline="0" noProof="1">
                <a:solidFill>
                  <a:srgbClr val="000000"/>
                </a:solidFill>
                <a:latin typeface="+mn-lt"/>
                <a:cs typeface="Arial" panose="020B0604020202020204" pitchFamily="34" charset="0"/>
              </a:rPr>
              <a:t> to jump through levels. Click </a:t>
            </a:r>
            <a:r>
              <a:rPr lang="en-GB" altLang="da-DK" sz="900" b="1" baseline="0" noProof="1">
                <a:solidFill>
                  <a:srgbClr val="000000"/>
                </a:solidFill>
                <a:latin typeface="+mn-lt"/>
                <a:cs typeface="Arial" panose="020B0604020202020204" pitchFamily="34" charset="0"/>
              </a:rPr>
              <a:t>ENTER</a:t>
            </a:r>
            <a:r>
              <a:rPr lang="en-GB" altLang="da-DK" sz="900" b="0" baseline="0" noProof="1">
                <a:solidFill>
                  <a:srgbClr val="000000"/>
                </a:solidFill>
                <a:latin typeface="+mn-lt"/>
                <a:cs typeface="Arial" panose="020B0604020202020204" pitchFamily="34" charset="0"/>
              </a:rPr>
              <a:t>, then </a:t>
            </a:r>
            <a:r>
              <a:rPr lang="en-GB" altLang="da-DK" sz="900" b="1" baseline="0" noProof="1">
                <a:solidFill>
                  <a:srgbClr val="000000"/>
                </a:solidFill>
                <a:latin typeface="+mn-lt"/>
                <a:cs typeface="Arial" panose="020B0604020202020204" pitchFamily="34" charset="0"/>
              </a:rPr>
              <a:t>TAB</a:t>
            </a:r>
            <a:r>
              <a:rPr lang="en-GB" altLang="da-DK" sz="900" b="0" baseline="0" noProof="1">
                <a:solidFill>
                  <a:srgbClr val="000000"/>
                </a:solidFill>
                <a:latin typeface="+mn-lt"/>
                <a:cs typeface="Arial" panose="020B0604020202020204" pitchFamily="34" charset="0"/>
              </a:rPr>
              <a:t> to switch from one level to the next level</a:t>
            </a:r>
          </a:p>
          <a:p>
            <a:pPr eaLnBrk="1" hangingPunct="1">
              <a:spcAft>
                <a:spcPts val="600"/>
              </a:spcAft>
              <a:defRPr/>
            </a:pPr>
            <a:r>
              <a:rPr lang="en-GB" altLang="da-DK" sz="900" b="0" baseline="0" noProof="1">
                <a:solidFill>
                  <a:srgbClr val="000000"/>
                </a:solidFill>
                <a:latin typeface="+mn-lt"/>
                <a:cs typeface="Arial" panose="020B0604020202020204" pitchFamily="34" charset="0"/>
              </a:rPr>
              <a:t>To go back in levels use </a:t>
            </a:r>
            <a:r>
              <a:rPr lang="en-GB" altLang="da-DK" sz="900" b="1" baseline="0" noProof="1">
                <a:solidFill>
                  <a:srgbClr val="000000"/>
                </a:solidFill>
                <a:latin typeface="+mn-lt"/>
                <a:cs typeface="Arial" panose="020B0604020202020204" pitchFamily="34" charset="0"/>
              </a:rPr>
              <a:t>SHIFT+TAB</a:t>
            </a:r>
            <a:endParaRPr lang="en-GB" sz="900" b="1" noProof="1">
              <a:solidFill>
                <a:srgbClr val="000000"/>
              </a:solidFill>
              <a:latin typeface="+mn-lt"/>
              <a:cs typeface="Arial" panose="020B0604020202020204" pitchFamily="34" charset="0"/>
            </a:endParaRPr>
          </a:p>
          <a:p>
            <a:pPr eaLnBrk="1" hangingPunct="1">
              <a:spcAft>
                <a:spcPts val="600"/>
              </a:spcAft>
              <a:defRPr/>
            </a:pPr>
            <a:r>
              <a:rPr lang="en-GB" sz="900" noProof="1">
                <a:solidFill>
                  <a:srgbClr val="000000"/>
                </a:solidFill>
                <a:latin typeface="+mn-lt"/>
                <a:cs typeface="Arial" panose="020B0604020202020204" pitchFamily="34" charset="0"/>
              </a:rPr>
              <a:t>Alternatively, </a:t>
            </a:r>
            <a:r>
              <a:rPr lang="en-GB" sz="900" b="1" noProof="1">
                <a:solidFill>
                  <a:srgbClr val="000000"/>
                </a:solidFill>
                <a:latin typeface="+mn-lt"/>
                <a:cs typeface="Arial" panose="020B0604020202020204" pitchFamily="34" charset="0"/>
              </a:rPr>
              <a:t>Increase</a:t>
            </a:r>
            <a:r>
              <a:rPr lang="en-GB" sz="900" baseline="0" noProof="1">
                <a:solidFill>
                  <a:srgbClr val="000000"/>
                </a:solidFill>
                <a:latin typeface="+mn-lt"/>
                <a:cs typeface="Arial" panose="020B0604020202020204" pitchFamily="34" charset="0"/>
              </a:rPr>
              <a:t> and </a:t>
            </a:r>
            <a:r>
              <a:rPr lang="en-GB" sz="900" b="1" baseline="0" noProof="1">
                <a:solidFill>
                  <a:srgbClr val="000000"/>
                </a:solidFill>
                <a:latin typeface="+mn-lt"/>
                <a:cs typeface="Arial" panose="020B0604020202020204" pitchFamily="34" charset="0"/>
              </a:rPr>
              <a:t>Decrease </a:t>
            </a:r>
            <a:r>
              <a:rPr lang="en-GB" sz="900" baseline="0" noProof="1">
                <a:solidFill>
                  <a:srgbClr val="000000"/>
                </a:solidFill>
                <a:latin typeface="+mn-lt"/>
                <a:cs typeface="Arial" panose="020B0604020202020204" pitchFamily="34" charset="0"/>
              </a:rPr>
              <a:t>list level can be used</a:t>
            </a:r>
          </a:p>
          <a:p>
            <a:pPr eaLnBrk="1" hangingPunct="1">
              <a:spcAft>
                <a:spcPts val="600"/>
              </a:spcAft>
              <a:defRPr/>
            </a:pPr>
            <a:r>
              <a:rPr lang="en-GB" altLang="da-DK" sz="900" b="1" noProof="1">
                <a:solidFill>
                  <a:srgbClr val="000000"/>
                </a:solidFill>
                <a:latin typeface="+mn-lt"/>
                <a:cs typeface="Arial" panose="020B0604020202020204" pitchFamily="34" charset="0"/>
              </a:rPr>
              <a:t>HINT: </a:t>
            </a:r>
            <a:r>
              <a:rPr lang="en-GB" sz="900" b="1" noProof="1">
                <a:solidFill>
                  <a:srgbClr val="000000"/>
                </a:solidFill>
                <a:latin typeface="+mn-lt"/>
                <a:cs typeface="Arial" panose="020B0604020202020204" pitchFamily="34" charset="0"/>
              </a:rPr>
              <a:t>Use bullet button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Delete bullet for regular text.</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Click on the bullet button to reaply the correct bullet again</a:t>
            </a:r>
          </a:p>
          <a:p>
            <a:pPr marL="0" marR="0" lvl="0" indent="0" algn="l" defTabSz="914400" rtl="0" eaLnBrk="1" fontAlgn="auto" latinLnBrk="0" hangingPunct="1">
              <a:lnSpc>
                <a:spcPct val="100000"/>
              </a:lnSpc>
              <a:spcBef>
                <a:spcPts val="0"/>
              </a:spcBef>
              <a:spcAft>
                <a:spcPts val="600"/>
              </a:spcAft>
              <a:buClrTx/>
              <a:buSzTx/>
              <a:buFontTx/>
              <a:buNone/>
              <a:tabLst/>
              <a:defRPr/>
            </a:pPr>
            <a:br>
              <a:rPr lang="en-GB" altLang="da-DK" sz="900" b="0" noProof="1">
                <a:solidFill>
                  <a:srgbClr val="000000"/>
                </a:solidFill>
                <a:latin typeface="+mn-lt"/>
                <a:cs typeface="Arial" panose="020B0604020202020204" pitchFamily="34" charset="0"/>
              </a:rPr>
            </a:br>
            <a:r>
              <a:rPr lang="en-GB" sz="1200">
                <a:solidFill>
                  <a:srgbClr val="000000"/>
                </a:solidFill>
                <a:latin typeface="+mn-lt"/>
                <a:cs typeface="Arial" panose="020B0604020202020204" pitchFamily="34" charset="0"/>
              </a:rPr>
              <a:t>SLIDES &amp; LAYOUTS</a:t>
            </a:r>
            <a:endParaRPr lang="en-GB" sz="1200" b="1"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Click on the menu </a:t>
            </a:r>
            <a:r>
              <a:rPr lang="en-GB" altLang="da-DK" sz="900" b="1" noProof="1">
                <a:solidFill>
                  <a:srgbClr val="000000"/>
                </a:solidFill>
                <a:latin typeface="+mn-lt"/>
                <a:cs typeface="Arial" panose="020B0604020202020204" pitchFamily="34" charset="0"/>
              </a:rPr>
              <a:t>New Slide </a:t>
            </a:r>
            <a:r>
              <a:rPr lang="en-GB" altLang="da-DK" sz="900" b="0" noProof="1">
                <a:solidFill>
                  <a:srgbClr val="000000"/>
                </a:solidFill>
                <a:latin typeface="+mn-lt"/>
                <a:cs typeface="Arial" panose="020B0604020202020204" pitchFamily="34" charset="0"/>
              </a:rPr>
              <a:t>in the </a:t>
            </a:r>
            <a:r>
              <a:rPr lang="en-GB" altLang="da-DK" sz="900" b="1" noProof="1">
                <a:solidFill>
                  <a:srgbClr val="000000"/>
                </a:solidFill>
                <a:latin typeface="+mn-lt"/>
                <a:cs typeface="Arial" panose="020B0604020202020204" pitchFamily="34" charset="0"/>
              </a:rPr>
              <a:t>Home</a:t>
            </a:r>
            <a:r>
              <a:rPr lang="en-GB" altLang="da-DK" sz="900" b="0" noProof="1">
                <a:solidFill>
                  <a:srgbClr val="000000"/>
                </a:solidFill>
                <a:latin typeface="+mn-lt"/>
                <a:cs typeface="Arial" panose="020B0604020202020204" pitchFamily="34" charset="0"/>
              </a:rPr>
              <a:t> tab to insert a new slide</a:t>
            </a:r>
            <a:br>
              <a:rPr lang="en-GB" altLang="da-DK" sz="900" b="0" noProof="1">
                <a:solidFill>
                  <a:srgbClr val="000000"/>
                </a:solidFill>
                <a:latin typeface="+mn-lt"/>
                <a:cs typeface="Arial" panose="020B0604020202020204" pitchFamily="34" charset="0"/>
              </a:rPr>
            </a:b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Change layout</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noProof="1">
                <a:solidFill>
                  <a:srgbClr val="000000"/>
                </a:solidFill>
                <a:latin typeface="+mn-lt"/>
                <a:ea typeface="Arial" panose="020B0604020202020204" pitchFamily="34" charset="0"/>
                <a:cs typeface="Arial" panose="020B0604020202020204" pitchFamily="34" charset="0"/>
              </a:rPr>
              <a:t>Click on the arrow next to </a:t>
            </a:r>
            <a:r>
              <a:rPr lang="en-GB" sz="900" b="1" noProof="1">
                <a:solidFill>
                  <a:srgbClr val="000000"/>
                </a:solidFill>
                <a:latin typeface="+mn-lt"/>
                <a:ea typeface="Arial" panose="020B0604020202020204" pitchFamily="34" charset="0"/>
                <a:cs typeface="Arial" panose="020B0604020202020204" pitchFamily="34" charset="0"/>
              </a:rPr>
              <a:t>Layout </a:t>
            </a:r>
            <a:r>
              <a:rPr lang="en-GB" sz="900" noProof="1">
                <a:solidFill>
                  <a:srgbClr val="000000"/>
                </a:solidFill>
                <a:latin typeface="+mn-lt"/>
                <a:ea typeface="Arial" panose="020B0604020202020204" pitchFamily="34" charset="0"/>
                <a:cs typeface="Arial" panose="020B0604020202020204" pitchFamily="34" charset="0"/>
              </a:rPr>
              <a:t>to view a dropdown menu of possible slide layouts</a:t>
            </a:r>
            <a:br>
              <a:rPr lang="en-GB" altLang="da-DK" sz="900" b="0" baseline="0" noProof="1">
                <a:solidFill>
                  <a:srgbClr val="000000"/>
                </a:solidFill>
                <a:latin typeface="+mn-lt"/>
                <a:cs typeface="Arial" panose="020B0604020202020204" pitchFamily="34" charset="0"/>
              </a:rPr>
            </a:br>
            <a:br>
              <a:rPr lang="en-GB" altLang="da-DK" sz="900" b="0" baseline="0" noProof="1">
                <a:solidFill>
                  <a:srgbClr val="000000"/>
                </a:solidFill>
                <a:latin typeface="+mn-lt"/>
                <a:cs typeface="Arial" panose="020B0604020202020204" pitchFamily="34" charset="0"/>
              </a:rPr>
            </a:br>
            <a:r>
              <a:rPr lang="en-GB" sz="900" b="1" noProof="1">
                <a:solidFill>
                  <a:srgbClr val="000000"/>
                </a:solidFill>
                <a:latin typeface="+mn-lt"/>
                <a:cs typeface="Arial" panose="020B0604020202020204" pitchFamily="34" charset="0"/>
              </a:rPr>
              <a:t>Reset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1.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Home</a:t>
            </a:r>
            <a:r>
              <a:rPr lang="en-GB" altLang="da-DK" sz="900" noProof="1">
                <a:solidFill>
                  <a:srgbClr val="000000"/>
                </a:solidFill>
                <a:latin typeface="+mn-lt"/>
                <a:cs typeface="Arial" panose="020B0604020202020204" pitchFamily="34" charset="0"/>
              </a:rPr>
              <a:t> tab</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2.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Reset</a:t>
            </a:r>
            <a:r>
              <a:rPr lang="en-GB" altLang="da-DK" sz="900" noProof="1">
                <a:solidFill>
                  <a:srgbClr val="000000"/>
                </a:solidFill>
                <a:latin typeface="+mn-lt"/>
                <a:cs typeface="Arial" panose="020B0604020202020204" pitchFamily="34" charset="0"/>
              </a:rPr>
              <a:t> menu to reset position, size and formatting of the slide placeholders to their default settings</a:t>
            </a:r>
          </a:p>
          <a:p>
            <a:pPr eaLnBrk="1" hangingPunct="1">
              <a:spcAft>
                <a:spcPts val="600"/>
              </a:spcAft>
              <a:defRPr/>
            </a:pPr>
            <a:endParaRPr lang="en-GB" altLang="da-DK" sz="900" b="0" noProof="1">
              <a:solidFill>
                <a:srgbClr val="000000"/>
              </a:solidFill>
              <a:latin typeface="+mn-lt"/>
              <a:cs typeface="Arial" panose="020B0604020202020204" pitchFamily="34" charset="0"/>
            </a:endParaRPr>
          </a:p>
        </p:txBody>
      </p:sp>
      <p:pic>
        <p:nvPicPr>
          <p:cNvPr id="46" name="Picture 29">
            <a:extLst>
              <a:ext uri="{FF2B5EF4-FFF2-40B4-BE49-F238E27FC236}">
                <a16:creationId xmlns:a16="http://schemas.microsoft.com/office/drawing/2014/main" id="{6B35B93D-CCEE-48AF-A769-8729CC05BE8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251212" y="2382611"/>
            <a:ext cx="457262" cy="257143"/>
          </a:xfrm>
          <a:prstGeom prst="rect">
            <a:avLst/>
          </a:prstGeom>
        </p:spPr>
      </p:pic>
      <p:pic>
        <p:nvPicPr>
          <p:cNvPr id="55" name="Picture 16">
            <a:extLst>
              <a:ext uri="{FF2B5EF4-FFF2-40B4-BE49-F238E27FC236}">
                <a16:creationId xmlns:a16="http://schemas.microsoft.com/office/drawing/2014/main" id="{A13B127D-1BE4-4C8F-96F6-59C8D10D8F4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51212" y="3852636"/>
            <a:ext cx="328967" cy="505501"/>
          </a:xfrm>
          <a:prstGeom prst="rect">
            <a:avLst/>
          </a:prstGeom>
        </p:spPr>
      </p:pic>
      <p:pic>
        <p:nvPicPr>
          <p:cNvPr id="56" name="Picture 20">
            <a:extLst>
              <a:ext uri="{FF2B5EF4-FFF2-40B4-BE49-F238E27FC236}">
                <a16:creationId xmlns:a16="http://schemas.microsoft.com/office/drawing/2014/main" id="{5730DD9A-26F6-4C14-AE7D-221D2B3F38D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251212" y="5922364"/>
            <a:ext cx="538605" cy="17284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5259301" y="4485830"/>
            <a:ext cx="313870"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6238181" y="1142617"/>
            <a:ext cx="2176236"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SLIDES &amp; SLIDE ELEMENTS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Lundbeck Display" panose="020B0402040504020204" pitchFamily="34" charset="0"/>
              </a:rPr>
              <a:t>Insert predefined slides and elements using the Templafy pane. Choose </a:t>
            </a:r>
            <a:r>
              <a:rPr lang="en-GB" altLang="da-DK" sz="900" b="1" noProof="1">
                <a:solidFill>
                  <a:srgbClr val="000000"/>
                </a:solidFill>
                <a:latin typeface="+mn-lt"/>
                <a:cs typeface="Lundbeck Display" panose="020B0402040504020204" pitchFamily="34" charset="0"/>
              </a:rPr>
              <a:t>Slides</a:t>
            </a:r>
            <a:r>
              <a:rPr lang="en-GB" altLang="da-DK" sz="900" b="0" noProof="1">
                <a:solidFill>
                  <a:srgbClr val="000000"/>
                </a:solidFill>
                <a:latin typeface="+mn-lt"/>
                <a:cs typeface="Lundbeck Display" panose="020B0402040504020204" pitchFamily="34" charset="0"/>
              </a:rPr>
              <a:t> or </a:t>
            </a:r>
            <a:r>
              <a:rPr lang="en-GB" altLang="da-DK" sz="900" b="1" noProof="1">
                <a:solidFill>
                  <a:srgbClr val="000000"/>
                </a:solidFill>
                <a:latin typeface="+mn-lt"/>
                <a:cs typeface="Lundbeck Display" panose="020B0402040504020204" pitchFamily="34" charset="0"/>
              </a:rPr>
              <a:t>Slide elements </a:t>
            </a:r>
            <a:r>
              <a:rPr lang="en-GB" altLang="da-DK" sz="900" b="0" noProof="1">
                <a:solidFill>
                  <a:srgbClr val="000000"/>
                </a:solidFill>
                <a:latin typeface="+mn-lt"/>
                <a:cs typeface="Lundbeck Display" panose="020B0402040504020204" pitchFamily="34" charset="0"/>
              </a:rPr>
              <a:t>from the buttons in the Templafy pane on the right side of the screen</a:t>
            </a:r>
            <a:endParaRPr lang="en-GB" altLang="da-DK" sz="900" b="1" noProof="1">
              <a:solidFill>
                <a:srgbClr val="000000"/>
              </a:solidFill>
              <a:latin typeface="+mn-lt"/>
              <a:cs typeface="Lundbeck Display" panose="020B0402040504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GUIDES</a:t>
            </a:r>
            <a:endParaRPr lang="en-GB" sz="1600" b="1"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View</a:t>
            </a:r>
            <a:r>
              <a:rPr lang="en-GB" altLang="da-DK" sz="900" b="0" noProof="1">
                <a:solidFill>
                  <a:srgbClr val="000000"/>
                </a:solidFill>
                <a:latin typeface="+mn-lt"/>
                <a:cs typeface="Arial" panose="020B0604020202020204" pitchFamily="34" charset="0"/>
              </a:rPr>
              <a:t> tab and set tick mark next to </a:t>
            </a:r>
            <a:r>
              <a:rPr lang="en-GB" altLang="da-DK" sz="900" b="1" noProof="1">
                <a:solidFill>
                  <a:srgbClr val="000000"/>
                </a:solidFill>
                <a:latin typeface="+mn-lt"/>
                <a:cs typeface="Arial" panose="020B0604020202020204" pitchFamily="34" charset="0"/>
              </a:rPr>
              <a:t>Guides</a:t>
            </a:r>
            <a:endParaRPr lang="en-GB" altLang="da-DK" sz="900" b="0"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Alt + F9 </a:t>
            </a:r>
            <a:r>
              <a:rPr lang="en-GB" altLang="da-DK" sz="900" b="0" noProof="1">
                <a:solidFill>
                  <a:srgbClr val="000000"/>
                </a:solidFill>
                <a:latin typeface="+mn-lt"/>
                <a:cs typeface="Arial" panose="020B0604020202020204" pitchFamily="34" charset="0"/>
              </a:rPr>
              <a:t>for quick view of guides</a:t>
            </a: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Mac: </a:t>
            </a:r>
            <a:r>
              <a:rPr lang="en-GB" sz="900" b="0" i="0">
                <a:solidFill>
                  <a:srgbClr val="000000"/>
                </a:solidFill>
                <a:effectLst/>
                <a:latin typeface="+mn-lt"/>
              </a:rPr>
              <a:t>⌘ </a:t>
            </a:r>
            <a:r>
              <a:rPr lang="en-GB" altLang="da-DK" sz="900" b="0" noProof="1">
                <a:solidFill>
                  <a:srgbClr val="000000"/>
                </a:solidFill>
                <a:latin typeface="+mn-lt"/>
                <a:cs typeface="Arial" panose="020B0604020202020204" pitchFamily="34" charset="0"/>
              </a:rPr>
              <a:t>+ option + ctrl + G</a:t>
            </a:r>
            <a:r>
              <a:rPr lang="en-GB" altLang="da-DK" sz="898" b="0" kern="1200" noProof="1">
                <a:solidFill>
                  <a:srgbClr val="000000"/>
                </a:solidFill>
                <a:latin typeface="+mn-lt"/>
                <a:ea typeface="+mn-ea"/>
                <a:cs typeface="Arial" panose="020B0604020202020204" pitchFamily="34" charset="0"/>
              </a:rPr>
              <a:t>.</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COLOR</a:t>
            </a:r>
            <a:br>
              <a:rPr lang="en-GB" sz="1200">
                <a:solidFill>
                  <a:srgbClr val="000000"/>
                </a:solidFill>
                <a:latin typeface="+mn-lt"/>
                <a:cs typeface="Arial" panose="020B0604020202020204" pitchFamily="34" charset="0"/>
              </a:rPr>
            </a:br>
            <a:r>
              <a:rPr lang="en-GB" sz="900" b="0" kern="1200">
                <a:solidFill>
                  <a:srgbClr val="000000"/>
                </a:solidFill>
                <a:latin typeface="+mn-lt"/>
                <a:ea typeface="+mn-ea"/>
                <a:cs typeface="Arial" panose="020B0604020202020204" pitchFamily="34" charset="0"/>
              </a:rPr>
              <a:t>Use the top colors in the Theme Colors or from the Custom Colors</a:t>
            </a:r>
            <a:endParaRPr lang="en-GB" altLang="da-DK" sz="900" b="0" kern="1200" noProof="1">
              <a:solidFill>
                <a:srgbClr val="000000"/>
              </a:solidFill>
              <a:latin typeface="+mn-lt"/>
              <a:ea typeface="+mn-ea"/>
              <a:cs typeface="Arial" panose="020B0604020202020204" pitchFamily="34" charset="0"/>
            </a:endParaRPr>
          </a:p>
        </p:txBody>
      </p:sp>
      <p:pic>
        <p:nvPicPr>
          <p:cNvPr id="25" name="Picture 24">
            <a:extLst>
              <a:ext uri="{FF2B5EF4-FFF2-40B4-BE49-F238E27FC236}">
                <a16:creationId xmlns:a16="http://schemas.microsoft.com/office/drawing/2014/main" id="{6D83AD9C-98AE-450E-B202-15860002D528}"/>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251212" y="4832123"/>
            <a:ext cx="475552" cy="176762"/>
          </a:xfrm>
          <a:prstGeom prst="rect">
            <a:avLst/>
          </a:prstGeom>
        </p:spPr>
      </p:pic>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12 September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pic>
        <p:nvPicPr>
          <p:cNvPr id="6" name="Picture 2">
            <a:extLst>
              <a:ext uri="{FF2B5EF4-FFF2-40B4-BE49-F238E27FC236}">
                <a16:creationId xmlns:a16="http://schemas.microsoft.com/office/drawing/2014/main" id="{06599777-CEE9-4330-8A6A-3069D39183B6}"/>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251212" y="3134689"/>
            <a:ext cx="257210" cy="285714"/>
          </a:xfrm>
          <a:prstGeom prst="rect">
            <a:avLst/>
          </a:prstGeom>
        </p:spPr>
      </p:pic>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a:stretch/>
        </p:blipFill>
        <p:spPr>
          <a:xfrm>
            <a:off x="5245589" y="3691782"/>
            <a:ext cx="341293" cy="321707"/>
          </a:xfrm>
          <a:prstGeom prst="rect">
            <a:avLst/>
          </a:prstGeom>
        </p:spPr>
      </p:pic>
      <p:sp>
        <p:nvSpPr>
          <p:cNvPr id="28" name="Text Box 3">
            <a:extLst>
              <a:ext uri="{FF2B5EF4-FFF2-40B4-BE49-F238E27FC236}">
                <a16:creationId xmlns:a16="http://schemas.microsoft.com/office/drawing/2014/main" id="{DDCB523A-48A3-4250-B4C1-AF02601BB1BD}"/>
              </a:ext>
            </a:extLst>
          </p:cNvPr>
          <p:cNvSpPr txBox="1">
            <a:spLocks noChangeArrowheads="1"/>
          </p:cNvSpPr>
          <p:nvPr userDrawn="1"/>
        </p:nvSpPr>
        <p:spPr bwMode="auto">
          <a:xfrm>
            <a:off x="9082088" y="1142616"/>
            <a:ext cx="2239735"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en-GB" altLang="da-DK" sz="1200" b="0" noProof="1">
                <a:solidFill>
                  <a:srgbClr val="000000"/>
                </a:solidFill>
                <a:latin typeface="+mn-lt"/>
                <a:cs typeface="Arial" panose="020B0604020202020204" pitchFamily="34" charset="0"/>
              </a:rPr>
              <a:t>COPY/PASTE CONTENT</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When copying old content to your new presentation, 2 options are available: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Best practice: </a:t>
            </a:r>
            <a:r>
              <a:rPr lang="en-GB" altLang="da-DK" sz="900" b="0" noProof="1">
                <a:solidFill>
                  <a:srgbClr val="000000"/>
                </a:solidFill>
                <a:latin typeface="+mn-lt"/>
                <a:cs typeface="Arial" panose="020B0604020202020204" pitchFamily="34" charset="0"/>
              </a:rPr>
              <a:t>Create a slide in your new presentation and copy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piece of content at a time (e.g. copy all text from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textbox)</a:t>
            </a:r>
            <a:endParaRPr lang="en-GB" altLang="da-DK" sz="900" b="1" i="0" u="sng"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Or copy an entire slide into your new presentation and then choose a fitting layout. When presentation is done, open an empty presentation (press Ctrl+N). Copy all slides from presentation, paste them into empty one. This will ensure that there are no extra layouts</a:t>
            </a:r>
          </a:p>
          <a:p>
            <a:pPr eaLnBrk="1" hangingPunct="1">
              <a:lnSpc>
                <a:spcPct val="100000"/>
              </a:lnSpc>
              <a:spcAft>
                <a:spcPts val="600"/>
              </a:spcAft>
              <a:defRPr/>
            </a:pPr>
            <a:endParaRPr lang="en-GB" altLang="da-DK" sz="900" b="0" noProof="1">
              <a:solidFill>
                <a:srgbClr val="000000"/>
              </a:solidFill>
              <a:latin typeface="+mn-lt"/>
              <a:cs typeface="Arial" panose="020B0604020202020204" pitchFamily="34" charset="0"/>
            </a:endParaRPr>
          </a:p>
        </p:txBody>
      </p:sp>
      <p:grpSp>
        <p:nvGrpSpPr>
          <p:cNvPr id="13" name="Group 12">
            <a:extLst>
              <a:ext uri="{FF2B5EF4-FFF2-40B4-BE49-F238E27FC236}">
                <a16:creationId xmlns:a16="http://schemas.microsoft.com/office/drawing/2014/main" id="{E066EECC-2461-0C49-FFE7-C164DD64926E}"/>
              </a:ext>
            </a:extLst>
          </p:cNvPr>
          <p:cNvGrpSpPr/>
          <p:nvPr userDrawn="1"/>
        </p:nvGrpSpPr>
        <p:grpSpPr>
          <a:xfrm>
            <a:off x="6251270" y="4056806"/>
            <a:ext cx="1322734" cy="2015520"/>
            <a:chOff x="6199540" y="4122121"/>
            <a:chExt cx="1322734" cy="2015520"/>
          </a:xfrm>
        </p:grpSpPr>
        <p:pic>
          <p:nvPicPr>
            <p:cNvPr id="12" name="Picture 11">
              <a:extLst>
                <a:ext uri="{FF2B5EF4-FFF2-40B4-BE49-F238E27FC236}">
                  <a16:creationId xmlns:a16="http://schemas.microsoft.com/office/drawing/2014/main" id="{BDFE5DB9-990F-7667-F2A7-10A554709507}"/>
                </a:ext>
              </a:extLst>
            </p:cNvPr>
            <p:cNvPicPr>
              <a:picLocks noChangeAspect="1"/>
            </p:cNvPicPr>
            <p:nvPr userDrawn="1"/>
          </p:nvPicPr>
          <p:blipFill>
            <a:blip r:embed="rId11" cstate="screen">
              <a:extLst>
                <a:ext uri="{28A0092B-C50C-407E-A947-70E740481C1C}">
                  <a14:useLocalDpi xmlns:a14="http://schemas.microsoft.com/office/drawing/2010/main" val="0"/>
                </a:ext>
              </a:extLst>
            </a:blip>
            <a:stretch>
              <a:fillRect/>
            </a:stretch>
          </p:blipFill>
          <p:spPr>
            <a:xfrm>
              <a:off x="6221970" y="4122121"/>
              <a:ext cx="1265349" cy="2015520"/>
            </a:xfrm>
            <a:prstGeom prst="rect">
              <a:avLst/>
            </a:prstGeom>
          </p:spPr>
        </p:pic>
        <p:sp>
          <p:nvSpPr>
            <p:cNvPr id="32" name="Rectangle 31">
              <a:extLst>
                <a:ext uri="{FF2B5EF4-FFF2-40B4-BE49-F238E27FC236}">
                  <a16:creationId xmlns:a16="http://schemas.microsoft.com/office/drawing/2014/main" id="{B67F39F8-AFAA-4F1A-823C-3AD53FA01A6C}"/>
                </a:ext>
              </a:extLst>
            </p:cNvPr>
            <p:cNvSpPr/>
            <p:nvPr userDrawn="1"/>
          </p:nvSpPr>
          <p:spPr>
            <a:xfrm>
              <a:off x="6199540" y="4135123"/>
              <a:ext cx="1322734" cy="32246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nvGrpSpPr>
            <p:cNvPr id="16" name="Group 15">
              <a:extLst>
                <a:ext uri="{FF2B5EF4-FFF2-40B4-BE49-F238E27FC236}">
                  <a16:creationId xmlns:a16="http://schemas.microsoft.com/office/drawing/2014/main" id="{71F8064C-EA32-2695-A62E-0FD19E6488D2}"/>
                </a:ext>
              </a:extLst>
            </p:cNvPr>
            <p:cNvGrpSpPr/>
            <p:nvPr userDrawn="1"/>
          </p:nvGrpSpPr>
          <p:grpSpPr>
            <a:xfrm>
              <a:off x="6264683" y="4489006"/>
              <a:ext cx="1227581" cy="430507"/>
              <a:chOff x="9633073" y="4865213"/>
              <a:chExt cx="1340678" cy="543868"/>
            </a:xfrm>
          </p:grpSpPr>
          <p:cxnSp>
            <p:nvCxnSpPr>
              <p:cNvPr id="33" name="Straight Connector 32">
                <a:extLst>
                  <a:ext uri="{FF2B5EF4-FFF2-40B4-BE49-F238E27FC236}">
                    <a16:creationId xmlns:a16="http://schemas.microsoft.com/office/drawing/2014/main" id="{275A4E6E-E1F4-43FD-B8CF-26E4922501BE}"/>
                  </a:ext>
                </a:extLst>
              </p:cNvPr>
              <p:cNvCxnSpPr>
                <a:cxnSpLocks/>
              </p:cNvCxnSpPr>
              <p:nvPr userDrawn="1"/>
            </p:nvCxnSpPr>
            <p:spPr>
              <a:xfrm>
                <a:off x="9633073" y="4865213"/>
                <a:ext cx="1340678" cy="54386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1D1501F-27A0-4700-9931-9C3FAB584CBF}"/>
                  </a:ext>
                </a:extLst>
              </p:cNvPr>
              <p:cNvCxnSpPr>
                <a:cxnSpLocks/>
              </p:cNvCxnSpPr>
              <p:nvPr userDrawn="1"/>
            </p:nvCxnSpPr>
            <p:spPr>
              <a:xfrm flipV="1">
                <a:off x="9638376" y="4871464"/>
                <a:ext cx="1325413" cy="53761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A5D02872-5612-DE62-3C76-69A4C63D6028}"/>
                </a:ext>
              </a:extLst>
            </p:cNvPr>
            <p:cNvGrpSpPr/>
            <p:nvPr userDrawn="1"/>
          </p:nvGrpSpPr>
          <p:grpSpPr>
            <a:xfrm>
              <a:off x="6272862" y="5981737"/>
              <a:ext cx="1210972" cy="131714"/>
              <a:chOff x="9641250" y="5721348"/>
              <a:chExt cx="1322539" cy="131714"/>
            </a:xfrm>
          </p:grpSpPr>
          <p:cxnSp>
            <p:nvCxnSpPr>
              <p:cNvPr id="35" name="Straight Connector 34">
                <a:extLst>
                  <a:ext uri="{FF2B5EF4-FFF2-40B4-BE49-F238E27FC236}">
                    <a16:creationId xmlns:a16="http://schemas.microsoft.com/office/drawing/2014/main" id="{3B373B96-DCE8-4A3E-B352-6213002B76DB}"/>
                  </a:ext>
                </a:extLst>
              </p:cNvPr>
              <p:cNvCxnSpPr>
                <a:cxnSpLocks/>
              </p:cNvCxnSpPr>
              <p:nvPr userDrawn="1"/>
            </p:nvCxnSpPr>
            <p:spPr>
              <a:xfrm>
                <a:off x="9644154" y="5721348"/>
                <a:ext cx="1319634" cy="1317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1E09DDC-6C4A-434B-BFC0-03680F334496}"/>
                  </a:ext>
                </a:extLst>
              </p:cNvPr>
              <p:cNvCxnSpPr>
                <a:cxnSpLocks/>
              </p:cNvCxnSpPr>
              <p:nvPr userDrawn="1"/>
            </p:nvCxnSpPr>
            <p:spPr>
              <a:xfrm flipV="1">
                <a:off x="9641250" y="5721349"/>
                <a:ext cx="1322539" cy="1317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8" name="Rectangle 17">
              <a:extLst>
                <a:ext uri="{FF2B5EF4-FFF2-40B4-BE49-F238E27FC236}">
                  <a16:creationId xmlns:a16="http://schemas.microsoft.com/office/drawing/2014/main" id="{7D6A5B63-704C-D12A-FEDD-DDC178A0A966}"/>
                </a:ext>
              </a:extLst>
            </p:cNvPr>
            <p:cNvSpPr/>
            <p:nvPr userDrawn="1"/>
          </p:nvSpPr>
          <p:spPr>
            <a:xfrm>
              <a:off x="6199540" y="5068106"/>
              <a:ext cx="1322734" cy="78405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pic>
        <p:nvPicPr>
          <p:cNvPr id="37" name="Picture 36">
            <a:extLst>
              <a:ext uri="{FF2B5EF4-FFF2-40B4-BE49-F238E27FC236}">
                <a16:creationId xmlns:a16="http://schemas.microsoft.com/office/drawing/2014/main" id="{B7425079-9463-D918-BC58-9BB2E4C1F1F7}"/>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5207406" y="2480919"/>
            <a:ext cx="417662" cy="410818"/>
          </a:xfrm>
          <a:prstGeom prst="rect">
            <a:avLst/>
          </a:prstGeom>
        </p:spPr>
      </p:pic>
      <p:pic>
        <p:nvPicPr>
          <p:cNvPr id="27" name="Picture 26">
            <a:extLst>
              <a:ext uri="{FF2B5EF4-FFF2-40B4-BE49-F238E27FC236}">
                <a16:creationId xmlns:a16="http://schemas.microsoft.com/office/drawing/2014/main" id="{875D611D-0D6D-59ED-1752-C7417ADF4A7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229878" y="1718612"/>
            <a:ext cx="372718" cy="501344"/>
          </a:xfrm>
          <a:prstGeom prst="rect">
            <a:avLst/>
          </a:prstGeom>
        </p:spPr>
      </p:pic>
      <p:cxnSp>
        <p:nvCxnSpPr>
          <p:cNvPr id="30" name="Straight Connector 29">
            <a:extLst>
              <a:ext uri="{FF2B5EF4-FFF2-40B4-BE49-F238E27FC236}">
                <a16:creationId xmlns:a16="http://schemas.microsoft.com/office/drawing/2014/main" id="{B0FFC81C-DE75-1214-530C-10EC7C6CE1D9}"/>
              </a:ext>
            </a:extLst>
          </p:cNvPr>
          <p:cNvCxnSpPr/>
          <p:nvPr userDrawn="1"/>
        </p:nvCxnSpPr>
        <p:spPr>
          <a:xfrm>
            <a:off x="2863780"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8E604B8-AFBB-5795-1B7C-568E9E9D9EF4}"/>
              </a:ext>
            </a:extLst>
          </p:cNvPr>
          <p:cNvCxnSpPr/>
          <p:nvPr userDrawn="1"/>
        </p:nvCxnSpPr>
        <p:spPr>
          <a:xfrm>
            <a:off x="5970588"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2DB3B3D-C6F0-D7B9-3B2E-EFBC939A7A54}"/>
              </a:ext>
            </a:extLst>
          </p:cNvPr>
          <p:cNvCxnSpPr/>
          <p:nvPr userDrawn="1"/>
        </p:nvCxnSpPr>
        <p:spPr>
          <a:xfrm>
            <a:off x="8829781"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pic>
        <p:nvPicPr>
          <p:cNvPr id="50" name="Picture 49">
            <a:extLst>
              <a:ext uri="{FF2B5EF4-FFF2-40B4-BE49-F238E27FC236}">
                <a16:creationId xmlns:a16="http://schemas.microsoft.com/office/drawing/2014/main" id="{E41DC4AD-29D6-BA7E-0AC2-2D78A458DFDB}"/>
              </a:ext>
            </a:extLst>
          </p:cNvPr>
          <p:cNvPicPr>
            <a:picLocks noChangeAspect="1"/>
          </p:cNvPicPr>
          <p:nvPr userDrawn="1"/>
        </p:nvPicPr>
        <p:blipFill>
          <a:blip r:embed="rId14" cstate="screen">
            <a:extLst>
              <a:ext uri="{28A0092B-C50C-407E-A947-70E740481C1C}">
                <a14:useLocalDpi xmlns:a14="http://schemas.microsoft.com/office/drawing/2010/main" val="0"/>
              </a:ext>
            </a:extLst>
          </a:blip>
          <a:stretch>
            <a:fillRect/>
          </a:stretch>
        </p:blipFill>
        <p:spPr>
          <a:xfrm>
            <a:off x="9082088" y="6085528"/>
            <a:ext cx="2606884" cy="267647"/>
          </a:xfrm>
          <a:prstGeom prst="rect">
            <a:avLst/>
          </a:prstGeom>
        </p:spPr>
      </p:pic>
    </p:spTree>
    <p:extLst>
      <p:ext uri="{BB962C8B-B14F-4D97-AF65-F5344CB8AC3E}">
        <p14:creationId xmlns:p14="http://schemas.microsoft.com/office/powerpoint/2010/main" val="40021088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User guide SAP BRAND SITE">
    <p:spTree>
      <p:nvGrpSpPr>
        <p:cNvPr id="1" name=""/>
        <p:cNvGrpSpPr/>
        <p:nvPr/>
      </p:nvGrpSpPr>
      <p:grpSpPr>
        <a:xfrm>
          <a:off x="0" y="0"/>
          <a:ext cx="0" cy="0"/>
          <a:chOff x="0" y="0"/>
          <a:chExt cx="0" cy="0"/>
        </a:xfrm>
      </p:grpSpPr>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12 September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 – SAP brand site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2" name="TextBox 1">
            <a:extLst>
              <a:ext uri="{FF2B5EF4-FFF2-40B4-BE49-F238E27FC236}">
                <a16:creationId xmlns:a16="http://schemas.microsoft.com/office/drawing/2014/main" id="{36943137-62A8-B3EC-D111-2BA192EF3065}"/>
              </a:ext>
            </a:extLst>
          </p:cNvPr>
          <p:cNvSpPr txBox="1"/>
          <p:nvPr userDrawn="1"/>
        </p:nvSpPr>
        <p:spPr>
          <a:xfrm>
            <a:off x="3375642" y="1886639"/>
            <a:ext cx="2607498" cy="1477328"/>
          </a:xfrm>
          <a:prstGeom prst="rect">
            <a:avLst/>
          </a:prstGeom>
          <a:noFill/>
        </p:spPr>
        <p:txBody>
          <a:bodyPr wrap="square" lIns="0" tIns="0" rIns="0" bIns="0" rtlCol="0">
            <a:spAutoFit/>
          </a:bodyPr>
          <a:lstStyle/>
          <a:p>
            <a:pPr marL="0" indent="0" fontAlgn="base">
              <a:spcBef>
                <a:spcPct val="50000"/>
              </a:spcBef>
              <a:spcAft>
                <a:spcPct val="0"/>
              </a:spcAft>
              <a:buClr>
                <a:schemeClr val="tx1"/>
              </a:buClr>
              <a:buSzPct val="100000"/>
              <a:buFontTx/>
              <a:buNone/>
            </a:pPr>
            <a:r>
              <a:rPr lang="en-US" sz="1600">
                <a:latin typeface="72 Brand" panose="020B0504030603020204" pitchFamily="34" charset="0"/>
              </a:rPr>
              <a:t>Download and request licensed and approved photographs, videos, pictograms, icons, and sounds for use in SAP </a:t>
            </a:r>
            <a:br>
              <a:rPr lang="en-US" sz="1600">
                <a:latin typeface="72 Brand" panose="020B0504030603020204" pitchFamily="34" charset="0"/>
              </a:rPr>
            </a:br>
            <a:r>
              <a:rPr lang="en-US" sz="1600">
                <a:latin typeface="72 Brand" panose="020B0504030603020204" pitchFamily="34" charset="0"/>
              </a:rPr>
              <a:t>assets</a:t>
            </a:r>
          </a:p>
        </p:txBody>
      </p:sp>
      <p:sp>
        <p:nvSpPr>
          <p:cNvPr id="3" name="TextBox 2">
            <a:extLst>
              <a:ext uri="{FF2B5EF4-FFF2-40B4-BE49-F238E27FC236}">
                <a16:creationId xmlns:a16="http://schemas.microsoft.com/office/drawing/2014/main" id="{82C7D176-86E4-BAA4-EAFA-777197DB11FB}"/>
              </a:ext>
            </a:extLst>
          </p:cNvPr>
          <p:cNvSpPr txBox="1"/>
          <p:nvPr userDrawn="1"/>
        </p:nvSpPr>
        <p:spPr>
          <a:xfrm>
            <a:off x="3370839" y="1520825"/>
            <a:ext cx="1296830"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Media Library</a:t>
            </a:r>
          </a:p>
        </p:txBody>
      </p:sp>
      <p:sp>
        <p:nvSpPr>
          <p:cNvPr id="4" name="TextBox 3">
            <a:extLst>
              <a:ext uri="{FF2B5EF4-FFF2-40B4-BE49-F238E27FC236}">
                <a16:creationId xmlns:a16="http://schemas.microsoft.com/office/drawing/2014/main" id="{9FB243CE-B0B3-55AC-0615-A3583693E365}"/>
              </a:ext>
            </a:extLst>
          </p:cNvPr>
          <p:cNvSpPr txBox="1"/>
          <p:nvPr userDrawn="1"/>
        </p:nvSpPr>
        <p:spPr>
          <a:xfrm>
            <a:off x="503238" y="1520825"/>
            <a:ext cx="570669"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Brand</a:t>
            </a:r>
          </a:p>
        </p:txBody>
      </p:sp>
      <p:sp>
        <p:nvSpPr>
          <p:cNvPr id="5" name="TextBox 4">
            <a:extLst>
              <a:ext uri="{FF2B5EF4-FFF2-40B4-BE49-F238E27FC236}">
                <a16:creationId xmlns:a16="http://schemas.microsoft.com/office/drawing/2014/main" id="{8366C5F3-F425-CE4C-8D95-04E9E9BDB6FD}"/>
              </a:ext>
            </a:extLst>
          </p:cNvPr>
          <p:cNvSpPr txBox="1"/>
          <p:nvPr userDrawn="1"/>
        </p:nvSpPr>
        <p:spPr>
          <a:xfrm>
            <a:off x="504001" y="1886639"/>
            <a:ext cx="2607498" cy="984885"/>
          </a:xfrm>
          <a:prstGeom prst="rect">
            <a:avLst/>
          </a:prstGeom>
          <a:noFill/>
        </p:spPr>
        <p:txBody>
          <a:bodyPr wrap="square" lIns="0" tIns="0" rIns="0" bIns="0" rtlCol="0">
            <a:spAutoFit/>
          </a:bodyPr>
          <a:lstStyle/>
          <a:p>
            <a:pPr marL="0" indent="0" fontAlgn="base">
              <a:spcBef>
                <a:spcPct val="50000"/>
              </a:spcBef>
              <a:spcAft>
                <a:spcPct val="0"/>
              </a:spcAft>
              <a:buClr>
                <a:schemeClr val="tx1"/>
              </a:buClr>
              <a:buSzPct val="100000"/>
              <a:buFontTx/>
              <a:buNone/>
            </a:pPr>
            <a:r>
              <a:rPr lang="en-US" sz="1600">
                <a:latin typeface="72 Brand" panose="020B0504030603020204" pitchFamily="34" charset="0"/>
              </a:rPr>
              <a:t>Find information on our brand strategy, logo, colors, tone of voice, graphics, font, and photography</a:t>
            </a:r>
          </a:p>
        </p:txBody>
      </p:sp>
      <p:sp>
        <p:nvSpPr>
          <p:cNvPr id="7" name="TextBox 6">
            <a:extLst>
              <a:ext uri="{FF2B5EF4-FFF2-40B4-BE49-F238E27FC236}">
                <a16:creationId xmlns:a16="http://schemas.microsoft.com/office/drawing/2014/main" id="{1FCF45A1-A43E-037C-50A7-9B62EBFB00BA}"/>
              </a:ext>
            </a:extLst>
          </p:cNvPr>
          <p:cNvSpPr txBox="1"/>
          <p:nvPr userDrawn="1"/>
        </p:nvSpPr>
        <p:spPr>
          <a:xfrm>
            <a:off x="6245122" y="1865573"/>
            <a:ext cx="2607498" cy="1723549"/>
          </a:xfrm>
          <a:prstGeom prst="rect">
            <a:avLst/>
          </a:prstGeom>
          <a:noFill/>
        </p:spPr>
        <p:txBody>
          <a:bodyPr wrap="square" lIns="0" tIns="0" rIns="0" bIns="0" rtlCol="0">
            <a:spAutoFit/>
          </a:bodyPr>
          <a:lstStyle/>
          <a:p>
            <a:pPr marL="0" indent="0" fontAlgn="base">
              <a:spcBef>
                <a:spcPct val="50000"/>
              </a:spcBef>
              <a:spcAft>
                <a:spcPct val="0"/>
              </a:spcAft>
              <a:buClr>
                <a:schemeClr val="tx1"/>
              </a:buClr>
              <a:buSzPct val="100000"/>
              <a:buFontTx/>
              <a:buNone/>
            </a:pPr>
            <a:r>
              <a:rPr lang="en-US" sz="1600">
                <a:latin typeface="72 Brand" panose="020B0504030603020204" pitchFamily="34" charset="0"/>
              </a:rPr>
              <a:t>Learn how we name our offerings, review the naming process, and guidelines</a:t>
            </a:r>
          </a:p>
          <a:p>
            <a:pPr marL="0" indent="0" fontAlgn="base">
              <a:spcBef>
                <a:spcPct val="50000"/>
              </a:spcBef>
              <a:spcAft>
                <a:spcPct val="0"/>
              </a:spcAft>
              <a:buClr>
                <a:schemeClr val="tx1"/>
              </a:buClr>
              <a:buSzPct val="100000"/>
              <a:buFontTx/>
              <a:buNone/>
            </a:pPr>
            <a:r>
              <a:rPr lang="en-US" sz="1600">
                <a:latin typeface="72 Brand" panose="020B0504030603020204" pitchFamily="34" charset="0"/>
              </a:rPr>
              <a:t>Request a name</a:t>
            </a:r>
          </a:p>
          <a:p>
            <a:pPr marL="0" indent="0" fontAlgn="base">
              <a:spcBef>
                <a:spcPct val="50000"/>
              </a:spcBef>
              <a:spcAft>
                <a:spcPct val="0"/>
              </a:spcAft>
              <a:buClr>
                <a:schemeClr val="tx1"/>
              </a:buClr>
              <a:buSzPct val="100000"/>
              <a:buFontTx/>
              <a:buNone/>
            </a:pPr>
            <a:r>
              <a:rPr lang="en-US" sz="1600">
                <a:latin typeface="72 Brand" panose="020B0504030603020204" pitchFamily="34" charset="0"/>
              </a:rPr>
              <a:t>Search for approved names in real time</a:t>
            </a:r>
            <a:endParaRPr lang="en-US" sz="1600" kern="0">
              <a:latin typeface="72 Brand" panose="020B0504030603020204" pitchFamily="34" charset="0"/>
              <a:ea typeface="Arial Unicode MS" pitchFamily="34" charset="-128"/>
              <a:cs typeface="Arial Unicode MS" pitchFamily="34" charset="-128"/>
            </a:endParaRPr>
          </a:p>
        </p:txBody>
      </p:sp>
      <p:sp>
        <p:nvSpPr>
          <p:cNvPr id="10" name="TextBox 9">
            <a:extLst>
              <a:ext uri="{FF2B5EF4-FFF2-40B4-BE49-F238E27FC236}">
                <a16:creationId xmlns:a16="http://schemas.microsoft.com/office/drawing/2014/main" id="{FE0F1F97-371F-BB20-9044-8D5885634D9A}"/>
              </a:ext>
            </a:extLst>
          </p:cNvPr>
          <p:cNvSpPr txBox="1"/>
          <p:nvPr userDrawn="1"/>
        </p:nvSpPr>
        <p:spPr>
          <a:xfrm>
            <a:off x="6218735" y="1520825"/>
            <a:ext cx="1407437"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Naming Center</a:t>
            </a:r>
          </a:p>
        </p:txBody>
      </p:sp>
      <p:sp>
        <p:nvSpPr>
          <p:cNvPr id="11" name="TextBox 10">
            <a:extLst>
              <a:ext uri="{FF2B5EF4-FFF2-40B4-BE49-F238E27FC236}">
                <a16:creationId xmlns:a16="http://schemas.microsoft.com/office/drawing/2014/main" id="{FA279038-CDF3-3E09-8F1B-8E1CB8249534}"/>
              </a:ext>
            </a:extLst>
          </p:cNvPr>
          <p:cNvSpPr txBox="1"/>
          <p:nvPr userDrawn="1"/>
        </p:nvSpPr>
        <p:spPr>
          <a:xfrm>
            <a:off x="9075009" y="1520825"/>
            <a:ext cx="1572546"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Writing Assistant</a:t>
            </a:r>
          </a:p>
        </p:txBody>
      </p:sp>
      <p:sp>
        <p:nvSpPr>
          <p:cNvPr id="14" name="TextBox 13">
            <a:extLst>
              <a:ext uri="{FF2B5EF4-FFF2-40B4-BE49-F238E27FC236}">
                <a16:creationId xmlns:a16="http://schemas.microsoft.com/office/drawing/2014/main" id="{106834DC-FA81-04FD-71E7-2A06BCC314CA}"/>
              </a:ext>
            </a:extLst>
          </p:cNvPr>
          <p:cNvSpPr txBox="1"/>
          <p:nvPr userDrawn="1"/>
        </p:nvSpPr>
        <p:spPr>
          <a:xfrm>
            <a:off x="9082852" y="1886639"/>
            <a:ext cx="2607498" cy="984885"/>
          </a:xfrm>
          <a:prstGeom prst="rect">
            <a:avLst/>
          </a:prstGeom>
          <a:noFill/>
        </p:spPr>
        <p:txBody>
          <a:bodyPr wrap="square" lIns="0" tIns="0" rIns="0" bIns="0" rtlCol="0">
            <a:spAutoFit/>
          </a:bodyPr>
          <a:lstStyle/>
          <a:p>
            <a:pPr marL="0" indent="0" fontAlgn="base">
              <a:spcBef>
                <a:spcPct val="50000"/>
              </a:spcBef>
              <a:spcAft>
                <a:spcPct val="0"/>
              </a:spcAft>
              <a:buClr>
                <a:schemeClr val="tx1"/>
              </a:buClr>
              <a:buSzPct val="100000"/>
              <a:buFontTx/>
              <a:buNone/>
            </a:pPr>
            <a:r>
              <a:rPr lang="en-US" sz="1600">
                <a:latin typeface="72 Brand" panose="020B0504030603020204" pitchFamily="34" charset="0"/>
              </a:rPr>
              <a:t>Copy and paste text </a:t>
            </a:r>
            <a:br>
              <a:rPr lang="en-US" sz="1600">
                <a:latin typeface="72 Brand" panose="020B0504030603020204" pitchFamily="34" charset="0"/>
              </a:rPr>
            </a:br>
            <a:r>
              <a:rPr lang="en-US" sz="1600">
                <a:latin typeface="72 Brand" panose="020B0504030603020204" pitchFamily="34" charset="0"/>
              </a:rPr>
              <a:t>to get instant feedback on grammar, spelling, approved names, style, and tone</a:t>
            </a:r>
          </a:p>
        </p:txBody>
      </p:sp>
      <p:sp>
        <p:nvSpPr>
          <p:cNvPr id="40" name="TextBox 39">
            <a:extLst>
              <a:ext uri="{FF2B5EF4-FFF2-40B4-BE49-F238E27FC236}">
                <a16:creationId xmlns:a16="http://schemas.microsoft.com/office/drawing/2014/main" id="{F3E3413D-190F-15AA-863F-0D61520E01E4}"/>
              </a:ext>
            </a:extLst>
          </p:cNvPr>
          <p:cNvSpPr txBox="1"/>
          <p:nvPr userDrawn="1"/>
        </p:nvSpPr>
        <p:spPr>
          <a:xfrm>
            <a:off x="504001" y="4839583"/>
            <a:ext cx="11202163" cy="338554"/>
          </a:xfrm>
          <a:prstGeom prst="rect">
            <a:avLst/>
          </a:prstGeom>
          <a:solidFill>
            <a:srgbClr val="0070F2"/>
          </a:solidFill>
          <a:ln w="28575">
            <a:noFill/>
          </a:ln>
        </p:spPr>
        <p:txBody>
          <a:bodyPr wrap="square">
            <a:spAutoFit/>
          </a:bodyPr>
          <a:lstStyle/>
          <a:p>
            <a:pPr algn="ctr"/>
            <a:r>
              <a:rPr kumimoji="0" lang="en-US" sz="1600" b="0" i="0" u="none" strike="noStrike" kern="1200" cap="none" spc="0" normalizeH="0" baseline="0" noProof="0">
                <a:ln>
                  <a:noFill/>
                </a:ln>
                <a:solidFill>
                  <a:schemeClr val="bg1"/>
                </a:solidFill>
                <a:effectLst/>
                <a:uLnTx/>
                <a:uFillTx/>
                <a:latin typeface="72 Brand Medium" panose="020B0504030603020204" pitchFamily="34" charset="0"/>
                <a:ea typeface="+mj-ea"/>
                <a:cs typeface="+mj-cs"/>
              </a:rPr>
              <a:t>The SAP Brand site has all of the resources you need to bring our brand to life! </a:t>
            </a:r>
            <a:endParaRPr lang="en-DE" sz="1600">
              <a:solidFill>
                <a:schemeClr val="bg1"/>
              </a:solidFill>
              <a:latin typeface="+mj-lt"/>
            </a:endParaRPr>
          </a:p>
        </p:txBody>
      </p:sp>
      <p:sp>
        <p:nvSpPr>
          <p:cNvPr id="6" name="Rectangle 5">
            <a:extLst>
              <a:ext uri="{FF2B5EF4-FFF2-40B4-BE49-F238E27FC236}">
                <a16:creationId xmlns:a16="http://schemas.microsoft.com/office/drawing/2014/main" id="{3A73180C-291D-F405-90B9-18910307A62C}"/>
              </a:ext>
            </a:extLst>
          </p:cNvPr>
          <p:cNvSpPr/>
          <p:nvPr userDrawn="1"/>
        </p:nvSpPr>
        <p:spPr bwMode="gray">
          <a:xfrm>
            <a:off x="3362325" y="3915601"/>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2"/>
              </a:rPr>
              <a:t>Media Library</a:t>
            </a:r>
            <a:endParaRPr lang="en-US" sz="1400">
              <a:latin typeface="72 Brand" panose="020B0504030603020204" pitchFamily="34" charset="0"/>
            </a:endParaRPr>
          </a:p>
        </p:txBody>
      </p:sp>
      <p:sp>
        <p:nvSpPr>
          <p:cNvPr id="8" name="Rectangle 7">
            <a:extLst>
              <a:ext uri="{FF2B5EF4-FFF2-40B4-BE49-F238E27FC236}">
                <a16:creationId xmlns:a16="http://schemas.microsoft.com/office/drawing/2014/main" id="{AEAEA906-0573-FC48-FBB0-4BC3ACE96483}"/>
              </a:ext>
            </a:extLst>
          </p:cNvPr>
          <p:cNvSpPr/>
          <p:nvPr userDrawn="1"/>
        </p:nvSpPr>
        <p:spPr bwMode="gray">
          <a:xfrm>
            <a:off x="503238" y="3904728"/>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3"/>
              </a:rPr>
              <a:t>Brand</a:t>
            </a:r>
            <a:endParaRPr lang="en-US" sz="1400">
              <a:latin typeface="72 Brand" panose="020B0504030603020204" pitchFamily="34" charset="0"/>
            </a:endParaRPr>
          </a:p>
        </p:txBody>
      </p:sp>
      <p:sp>
        <p:nvSpPr>
          <p:cNvPr id="9" name="Rectangle 8">
            <a:extLst>
              <a:ext uri="{FF2B5EF4-FFF2-40B4-BE49-F238E27FC236}">
                <a16:creationId xmlns:a16="http://schemas.microsoft.com/office/drawing/2014/main" id="{64FD586B-C108-1309-C995-0AA9A96F0840}"/>
              </a:ext>
            </a:extLst>
          </p:cNvPr>
          <p:cNvSpPr/>
          <p:nvPr userDrawn="1"/>
        </p:nvSpPr>
        <p:spPr bwMode="gray">
          <a:xfrm>
            <a:off x="6223765" y="3896103"/>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4"/>
              </a:rPr>
              <a:t>Naming Center</a:t>
            </a:r>
            <a:endParaRPr lang="en-US" sz="1400">
              <a:latin typeface="72 Brand" panose="020B0504030603020204" pitchFamily="34" charset="0"/>
            </a:endParaRPr>
          </a:p>
        </p:txBody>
      </p:sp>
      <p:sp>
        <p:nvSpPr>
          <p:cNvPr id="12" name="Rectangle 11">
            <a:extLst>
              <a:ext uri="{FF2B5EF4-FFF2-40B4-BE49-F238E27FC236}">
                <a16:creationId xmlns:a16="http://schemas.microsoft.com/office/drawing/2014/main" id="{A32E1815-E9CD-805A-4AB9-E4EFC9E839C8}"/>
              </a:ext>
            </a:extLst>
          </p:cNvPr>
          <p:cNvSpPr/>
          <p:nvPr userDrawn="1"/>
        </p:nvSpPr>
        <p:spPr bwMode="gray">
          <a:xfrm>
            <a:off x="9079677" y="3891295"/>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5"/>
              </a:rPr>
              <a:t>Writing </a:t>
            </a:r>
            <a:r>
              <a:rPr lang="en-US" sz="1400" err="1">
                <a:latin typeface="72 Brand" panose="020B0504030603020204" pitchFamily="34" charset="0"/>
                <a:hlinkClick r:id="rId5"/>
              </a:rPr>
              <a:t>Assitant</a:t>
            </a:r>
            <a:endParaRPr lang="en-US" sz="1400">
              <a:latin typeface="72 Brand" panose="020B0504030603020204" pitchFamily="34" charset="0"/>
            </a:endParaRPr>
          </a:p>
        </p:txBody>
      </p:sp>
    </p:spTree>
    <p:extLst>
      <p:ext uri="{BB962C8B-B14F-4D97-AF65-F5344CB8AC3E}">
        <p14:creationId xmlns:p14="http://schemas.microsoft.com/office/powerpoint/2010/main" val="1670734649"/>
      </p:ext>
    </p:extLst>
  </p:cSld>
  <p:clrMapOvr>
    <a:masterClrMapping/>
  </p:clrMapOvr>
  <p:extLst>
    <p:ext uri="{DCECCB84-F9BA-43D5-87BE-67443E8EF086}">
      <p15:sldGuideLst xmlns:p15="http://schemas.microsoft.com/office/powerpoint/2012/main">
        <p15:guide id="1" orient="horz" pos="95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User guide COLOR PALETTE">
    <p:spTree>
      <p:nvGrpSpPr>
        <p:cNvPr id="1" name=""/>
        <p:cNvGrpSpPr/>
        <p:nvPr/>
      </p:nvGrpSpPr>
      <p:grpSpPr>
        <a:xfrm>
          <a:off x="0" y="0"/>
          <a:ext cx="0" cy="0"/>
          <a:chOff x="0" y="0"/>
          <a:chExt cx="0" cy="0"/>
        </a:xfrm>
      </p:grpSpPr>
      <p:sp>
        <p:nvSpPr>
          <p:cNvPr id="2" name="Freeform 63">
            <a:extLst>
              <a:ext uri="{FF2B5EF4-FFF2-40B4-BE49-F238E27FC236}">
                <a16:creationId xmlns:a16="http://schemas.microsoft.com/office/drawing/2014/main" id="{02E2A64A-8B37-7F95-C23A-C3D93C8DEC23}"/>
              </a:ext>
            </a:extLst>
          </p:cNvPr>
          <p:cNvSpPr/>
          <p:nvPr userDrawn="1"/>
        </p:nvSpPr>
        <p:spPr>
          <a:xfrm>
            <a:off x="50400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1EFFF"/>
          </a:solidFill>
          <a:ln w="0" cap="flat">
            <a:noFill/>
            <a:prstDash val="solid"/>
            <a:miter/>
          </a:ln>
        </p:spPr>
        <p:txBody>
          <a:bodyPr rtlCol="0" anchor="ctr"/>
          <a:lstStyle/>
          <a:p>
            <a:pPr algn="ctr" defTabSz="1088449"/>
            <a:r>
              <a:rPr lang="en-US" sz="1200">
                <a:solidFill>
                  <a:srgbClr val="000000"/>
                </a:solidFill>
                <a:latin typeface="72 Brand"/>
              </a:rPr>
              <a:t>Blue 2</a:t>
            </a:r>
            <a:br>
              <a:rPr lang="en-US" sz="1200">
                <a:solidFill>
                  <a:srgbClr val="000000"/>
                </a:solidFill>
                <a:latin typeface="72 Brand"/>
              </a:rPr>
            </a:br>
            <a:r>
              <a:rPr lang="en-US" sz="1200">
                <a:solidFill>
                  <a:srgbClr val="000000"/>
                </a:solidFill>
                <a:latin typeface="72 Brand"/>
              </a:rPr>
              <a:t>#D1EFFF</a:t>
            </a:r>
          </a:p>
        </p:txBody>
      </p:sp>
      <p:sp>
        <p:nvSpPr>
          <p:cNvPr id="4" name="Freeform 70">
            <a:extLst>
              <a:ext uri="{FF2B5EF4-FFF2-40B4-BE49-F238E27FC236}">
                <a16:creationId xmlns:a16="http://schemas.microsoft.com/office/drawing/2014/main" id="{1F2619C0-AA6B-F516-A35F-C9F0906EB840}"/>
              </a:ext>
            </a:extLst>
          </p:cNvPr>
          <p:cNvSpPr/>
          <p:nvPr userDrawn="1"/>
        </p:nvSpPr>
        <p:spPr>
          <a:xfrm>
            <a:off x="240516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bg2"/>
          </a:solidFill>
          <a:ln w="0" cap="flat">
            <a:noFill/>
            <a:prstDash val="solid"/>
            <a:miter/>
          </a:ln>
        </p:spPr>
        <p:txBody>
          <a:bodyPr rtlCol="0" anchor="ctr"/>
          <a:lstStyle/>
          <a:p>
            <a:pPr algn="ctr" defTabSz="1088449"/>
            <a:r>
              <a:rPr lang="en-US" sz="1200">
                <a:solidFill>
                  <a:srgbClr val="000000"/>
                </a:solidFill>
                <a:latin typeface="72 Brand"/>
              </a:rPr>
              <a:t>Blue 4</a:t>
            </a:r>
            <a:br>
              <a:rPr lang="en-US" sz="1200">
                <a:solidFill>
                  <a:srgbClr val="000000"/>
                </a:solidFill>
                <a:latin typeface="72 Brand"/>
              </a:rPr>
            </a:br>
            <a:r>
              <a:rPr lang="en-US" sz="1200">
                <a:solidFill>
                  <a:srgbClr val="000000"/>
                </a:solidFill>
                <a:latin typeface="72 Brand"/>
              </a:rPr>
              <a:t>#89D1FF</a:t>
            </a:r>
          </a:p>
        </p:txBody>
      </p:sp>
      <p:sp>
        <p:nvSpPr>
          <p:cNvPr id="5" name="Freeform 69">
            <a:extLst>
              <a:ext uri="{FF2B5EF4-FFF2-40B4-BE49-F238E27FC236}">
                <a16:creationId xmlns:a16="http://schemas.microsoft.com/office/drawing/2014/main" id="{C529F71A-E6DD-53C4-14B3-0F3BF62A05F0}"/>
              </a:ext>
            </a:extLst>
          </p:cNvPr>
          <p:cNvSpPr/>
          <p:nvPr userDrawn="1"/>
        </p:nvSpPr>
        <p:spPr>
          <a:xfrm>
            <a:off x="430632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tx2"/>
          </a:solidFill>
          <a:ln w="0" cap="flat">
            <a:noFill/>
            <a:prstDash val="solid"/>
            <a:miter/>
          </a:ln>
        </p:spPr>
        <p:txBody>
          <a:bodyPr rtlCol="0" anchor="ctr"/>
          <a:lstStyle/>
          <a:p>
            <a:pPr algn="ctr" defTabSz="1088449"/>
            <a:r>
              <a:rPr lang="en-US" sz="1200">
                <a:latin typeface="72 Brand"/>
              </a:rPr>
              <a:t>Blue 6</a:t>
            </a:r>
            <a:br>
              <a:rPr lang="en-US" sz="1200">
                <a:latin typeface="72 Brand"/>
              </a:rPr>
            </a:br>
            <a:r>
              <a:rPr lang="en-US" sz="1200">
                <a:latin typeface="72 Brand"/>
              </a:rPr>
              <a:t>#1B90FF</a:t>
            </a:r>
          </a:p>
        </p:txBody>
      </p:sp>
      <p:sp>
        <p:nvSpPr>
          <p:cNvPr id="6" name="Freeform 68">
            <a:extLst>
              <a:ext uri="{FF2B5EF4-FFF2-40B4-BE49-F238E27FC236}">
                <a16:creationId xmlns:a16="http://schemas.microsoft.com/office/drawing/2014/main" id="{9CBF79FE-F787-9301-81AD-A56220775062}"/>
              </a:ext>
            </a:extLst>
          </p:cNvPr>
          <p:cNvSpPr/>
          <p:nvPr userDrawn="1"/>
        </p:nvSpPr>
        <p:spPr>
          <a:xfrm>
            <a:off x="6227422"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70F2"/>
          </a:solidFill>
          <a:ln w="0" cap="flat">
            <a:noFill/>
            <a:prstDash val="solid"/>
            <a:miter/>
          </a:ln>
        </p:spPr>
        <p:txBody>
          <a:bodyPr rtlCol="0" anchor="ctr"/>
          <a:lstStyle/>
          <a:p>
            <a:pPr algn="ctr" defTabSz="1088449"/>
            <a:r>
              <a:rPr lang="en-US" sz="1200">
                <a:solidFill>
                  <a:srgbClr val="FFFFFF"/>
                </a:solidFill>
                <a:latin typeface="72 Brand"/>
              </a:rPr>
              <a:t>Blue 7</a:t>
            </a:r>
            <a:br>
              <a:rPr lang="en-US" sz="1200">
                <a:solidFill>
                  <a:srgbClr val="FFFFFF"/>
                </a:solidFill>
                <a:latin typeface="72 Brand"/>
              </a:rPr>
            </a:br>
            <a:r>
              <a:rPr lang="en-US" sz="1200">
                <a:solidFill>
                  <a:srgbClr val="FFFFFF"/>
                </a:solidFill>
                <a:latin typeface="72 Brand"/>
              </a:rPr>
              <a:t>#0070F2</a:t>
            </a:r>
          </a:p>
        </p:txBody>
      </p:sp>
      <p:sp>
        <p:nvSpPr>
          <p:cNvPr id="7" name="Freeform 67">
            <a:extLst>
              <a:ext uri="{FF2B5EF4-FFF2-40B4-BE49-F238E27FC236}">
                <a16:creationId xmlns:a16="http://schemas.microsoft.com/office/drawing/2014/main" id="{5BB0975A-0779-6CF9-4471-2FA97BA36738}"/>
              </a:ext>
            </a:extLst>
          </p:cNvPr>
          <p:cNvSpPr/>
          <p:nvPr userDrawn="1"/>
        </p:nvSpPr>
        <p:spPr>
          <a:xfrm>
            <a:off x="8129588" y="114018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2A86"/>
          </a:solidFill>
          <a:ln w="0" cap="flat">
            <a:noFill/>
            <a:prstDash val="solid"/>
            <a:miter/>
          </a:ln>
        </p:spPr>
        <p:txBody>
          <a:bodyPr rtlCol="0" anchor="ctr"/>
          <a:lstStyle/>
          <a:p>
            <a:pPr algn="ctr" defTabSz="1088449"/>
            <a:r>
              <a:rPr lang="en-US" sz="1200">
                <a:solidFill>
                  <a:srgbClr val="FFFFFF"/>
                </a:solidFill>
                <a:latin typeface="72 Brand"/>
              </a:rPr>
              <a:t>Blue 10</a:t>
            </a:r>
            <a:br>
              <a:rPr lang="en-US" sz="1200">
                <a:solidFill>
                  <a:srgbClr val="FFFFFF"/>
                </a:solidFill>
                <a:latin typeface="72 Brand"/>
              </a:rPr>
            </a:br>
            <a:r>
              <a:rPr lang="en-US" sz="1200">
                <a:solidFill>
                  <a:srgbClr val="FFFFFF"/>
                </a:solidFill>
                <a:latin typeface="72 Brand"/>
              </a:rPr>
              <a:t>#002A86</a:t>
            </a:r>
          </a:p>
        </p:txBody>
      </p:sp>
      <p:sp>
        <p:nvSpPr>
          <p:cNvPr id="8" name="Freeform 66">
            <a:extLst>
              <a:ext uri="{FF2B5EF4-FFF2-40B4-BE49-F238E27FC236}">
                <a16:creationId xmlns:a16="http://schemas.microsoft.com/office/drawing/2014/main" id="{4C6C152D-4698-69B9-D198-F3DD5C9473B5}"/>
              </a:ext>
            </a:extLst>
          </p:cNvPr>
          <p:cNvSpPr/>
          <p:nvPr userDrawn="1"/>
        </p:nvSpPr>
        <p:spPr>
          <a:xfrm>
            <a:off x="10050689" y="114018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144A"/>
          </a:solidFill>
          <a:ln w="0" cap="flat">
            <a:noFill/>
            <a:prstDash val="solid"/>
            <a:miter/>
          </a:ln>
        </p:spPr>
        <p:txBody>
          <a:bodyPr rtlCol="0" anchor="ctr"/>
          <a:lstStyle/>
          <a:p>
            <a:pPr algn="ctr" defTabSz="1088449"/>
            <a:r>
              <a:rPr lang="en-US" sz="1200">
                <a:solidFill>
                  <a:srgbClr val="FFFFFF"/>
                </a:solidFill>
                <a:latin typeface="72 Brand"/>
              </a:rPr>
              <a:t>Blue 11</a:t>
            </a:r>
            <a:br>
              <a:rPr lang="en-US" sz="1200">
                <a:solidFill>
                  <a:srgbClr val="FFFFFF"/>
                </a:solidFill>
                <a:latin typeface="72 Brand"/>
              </a:rPr>
            </a:br>
            <a:r>
              <a:rPr lang="en-US" sz="1200">
                <a:solidFill>
                  <a:srgbClr val="FFFFFF"/>
                </a:solidFill>
                <a:latin typeface="72 Brand"/>
              </a:rPr>
              <a:t>#00144A</a:t>
            </a:r>
          </a:p>
        </p:txBody>
      </p:sp>
      <p:sp>
        <p:nvSpPr>
          <p:cNvPr id="9" name="Freeform 1">
            <a:extLst>
              <a:ext uri="{FF2B5EF4-FFF2-40B4-BE49-F238E27FC236}">
                <a16:creationId xmlns:a16="http://schemas.microsoft.com/office/drawing/2014/main" id="{B6FD5DF5-B272-7F32-7D3F-4B4DE8830832}"/>
              </a:ext>
            </a:extLst>
          </p:cNvPr>
          <p:cNvSpPr/>
          <p:nvPr userDrawn="1"/>
        </p:nvSpPr>
        <p:spPr>
          <a:xfrm>
            <a:off x="50400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AECEE"/>
          </a:solidFill>
          <a:ln w="0" cap="flat">
            <a:noFill/>
            <a:prstDash val="solid"/>
            <a:miter/>
          </a:ln>
        </p:spPr>
        <p:txBody>
          <a:bodyPr rtlCol="0" anchor="ctr"/>
          <a:lstStyle/>
          <a:p>
            <a:pPr algn="ctr" defTabSz="1088449"/>
            <a:r>
              <a:rPr lang="en-US" sz="1200">
                <a:solidFill>
                  <a:srgbClr val="000000"/>
                </a:solidFill>
                <a:latin typeface="72 Brand"/>
              </a:rPr>
              <a:t>Grey 2</a:t>
            </a:r>
            <a:br>
              <a:rPr lang="en-US" sz="1200">
                <a:solidFill>
                  <a:srgbClr val="000000"/>
                </a:solidFill>
                <a:latin typeface="72 Brand"/>
              </a:rPr>
            </a:br>
            <a:r>
              <a:rPr lang="en-US" sz="1200">
                <a:solidFill>
                  <a:srgbClr val="000000"/>
                </a:solidFill>
                <a:latin typeface="72 Brand"/>
              </a:rPr>
              <a:t>#EAECEE</a:t>
            </a:r>
          </a:p>
        </p:txBody>
      </p:sp>
      <p:sp>
        <p:nvSpPr>
          <p:cNvPr id="10" name="Freeform 62">
            <a:extLst>
              <a:ext uri="{FF2B5EF4-FFF2-40B4-BE49-F238E27FC236}">
                <a16:creationId xmlns:a16="http://schemas.microsoft.com/office/drawing/2014/main" id="{2A5C5A51-CFBC-CA03-038B-F25ECA420C8D}"/>
              </a:ext>
            </a:extLst>
          </p:cNvPr>
          <p:cNvSpPr/>
          <p:nvPr userDrawn="1"/>
        </p:nvSpPr>
        <p:spPr>
          <a:xfrm>
            <a:off x="240516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A9B4BE"/>
          </a:solidFill>
          <a:ln w="0" cap="flat">
            <a:noFill/>
            <a:prstDash val="solid"/>
            <a:miter/>
          </a:ln>
        </p:spPr>
        <p:txBody>
          <a:bodyPr rtlCol="0" anchor="ctr"/>
          <a:lstStyle/>
          <a:p>
            <a:pPr algn="ctr" defTabSz="1088449"/>
            <a:r>
              <a:rPr lang="en-US" sz="1200">
                <a:solidFill>
                  <a:srgbClr val="000000"/>
                </a:solidFill>
                <a:latin typeface="72 Brand"/>
              </a:rPr>
              <a:t>Grey 4</a:t>
            </a:r>
            <a:br>
              <a:rPr lang="en-US" sz="1200">
                <a:solidFill>
                  <a:srgbClr val="000000"/>
                </a:solidFill>
                <a:latin typeface="72 Brand"/>
              </a:rPr>
            </a:br>
            <a:r>
              <a:rPr lang="en-US" sz="1200">
                <a:solidFill>
                  <a:srgbClr val="000000"/>
                </a:solidFill>
                <a:latin typeface="72 Brand"/>
              </a:rPr>
              <a:t>#A9B4BE</a:t>
            </a:r>
          </a:p>
        </p:txBody>
      </p:sp>
      <p:sp>
        <p:nvSpPr>
          <p:cNvPr id="11" name="Freeform 61">
            <a:extLst>
              <a:ext uri="{FF2B5EF4-FFF2-40B4-BE49-F238E27FC236}">
                <a16:creationId xmlns:a16="http://schemas.microsoft.com/office/drawing/2014/main" id="{FD45E536-EBC7-3EE1-021A-E61DE17D01EB}"/>
              </a:ext>
            </a:extLst>
          </p:cNvPr>
          <p:cNvSpPr/>
          <p:nvPr userDrawn="1"/>
        </p:nvSpPr>
        <p:spPr>
          <a:xfrm>
            <a:off x="430632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B738B"/>
          </a:solidFill>
          <a:ln w="0" cap="flat">
            <a:noFill/>
            <a:prstDash val="solid"/>
            <a:miter/>
          </a:ln>
        </p:spPr>
        <p:txBody>
          <a:bodyPr rtlCol="0" anchor="ctr"/>
          <a:lstStyle/>
          <a:p>
            <a:pPr algn="ctr" defTabSz="1088449"/>
            <a:r>
              <a:rPr lang="en-US" sz="1200">
                <a:solidFill>
                  <a:srgbClr val="FFFFFF"/>
                </a:solidFill>
                <a:latin typeface="72 Brand"/>
              </a:rPr>
              <a:t>Grey 6</a:t>
            </a:r>
            <a:br>
              <a:rPr lang="en-US" sz="1200">
                <a:solidFill>
                  <a:srgbClr val="FFFFFF"/>
                </a:solidFill>
                <a:latin typeface="72 Brand"/>
              </a:rPr>
            </a:br>
            <a:r>
              <a:rPr lang="en-US" sz="1200">
                <a:solidFill>
                  <a:srgbClr val="FFFFFF"/>
                </a:solidFill>
                <a:latin typeface="72 Brand"/>
              </a:rPr>
              <a:t>#5B738B</a:t>
            </a:r>
          </a:p>
        </p:txBody>
      </p:sp>
      <p:sp>
        <p:nvSpPr>
          <p:cNvPr id="12" name="Freeform 5">
            <a:extLst>
              <a:ext uri="{FF2B5EF4-FFF2-40B4-BE49-F238E27FC236}">
                <a16:creationId xmlns:a16="http://schemas.microsoft.com/office/drawing/2014/main" id="{791E1C1C-66AE-2057-3C91-8B50C4A75DCF}"/>
              </a:ext>
            </a:extLst>
          </p:cNvPr>
          <p:cNvSpPr/>
          <p:nvPr userDrawn="1"/>
        </p:nvSpPr>
        <p:spPr>
          <a:xfrm>
            <a:off x="6227422"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475E75"/>
          </a:solidFill>
          <a:ln w="0" cap="flat">
            <a:noFill/>
            <a:prstDash val="solid"/>
            <a:miter/>
          </a:ln>
        </p:spPr>
        <p:txBody>
          <a:bodyPr rtlCol="0" anchor="ctr"/>
          <a:lstStyle/>
          <a:p>
            <a:pPr algn="ctr" defTabSz="1088449"/>
            <a:r>
              <a:rPr lang="en-US" sz="1200">
                <a:solidFill>
                  <a:srgbClr val="FFFFFF"/>
                </a:solidFill>
                <a:latin typeface="72 Brand"/>
              </a:rPr>
              <a:t>Grey 7</a:t>
            </a:r>
            <a:br>
              <a:rPr lang="en-US" sz="1200">
                <a:solidFill>
                  <a:srgbClr val="FFFFFF"/>
                </a:solidFill>
                <a:latin typeface="72 Brand"/>
              </a:rPr>
            </a:br>
            <a:r>
              <a:rPr lang="en-US" sz="1200">
                <a:solidFill>
                  <a:srgbClr val="FFFFFF"/>
                </a:solidFill>
                <a:latin typeface="72 Brand"/>
              </a:rPr>
              <a:t>#475E75</a:t>
            </a:r>
          </a:p>
        </p:txBody>
      </p:sp>
      <p:sp>
        <p:nvSpPr>
          <p:cNvPr id="13" name="Freeform 4">
            <a:extLst>
              <a:ext uri="{FF2B5EF4-FFF2-40B4-BE49-F238E27FC236}">
                <a16:creationId xmlns:a16="http://schemas.microsoft.com/office/drawing/2014/main" id="{E588F81B-1126-0FBD-D1B7-6E42C034BA69}"/>
              </a:ext>
            </a:extLst>
          </p:cNvPr>
          <p:cNvSpPr/>
          <p:nvPr userDrawn="1"/>
        </p:nvSpPr>
        <p:spPr>
          <a:xfrm>
            <a:off x="8129588" y="1734820"/>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A2733"/>
          </a:solidFill>
          <a:ln w="0" cap="flat">
            <a:noFill/>
            <a:prstDash val="solid"/>
            <a:miter/>
          </a:ln>
        </p:spPr>
        <p:txBody>
          <a:bodyPr rtlCol="0" anchor="ctr"/>
          <a:lstStyle/>
          <a:p>
            <a:pPr algn="ctr" defTabSz="1088449"/>
            <a:r>
              <a:rPr lang="en-US" sz="1200">
                <a:solidFill>
                  <a:srgbClr val="FFFFFF"/>
                </a:solidFill>
                <a:latin typeface="72 Brand"/>
              </a:rPr>
              <a:t>Grey 10</a:t>
            </a:r>
            <a:br>
              <a:rPr lang="en-US" sz="1200">
                <a:solidFill>
                  <a:srgbClr val="FFFFFF"/>
                </a:solidFill>
                <a:latin typeface="72 Brand"/>
              </a:rPr>
            </a:br>
            <a:r>
              <a:rPr lang="en-US" sz="1200">
                <a:solidFill>
                  <a:srgbClr val="FFFFFF"/>
                </a:solidFill>
                <a:latin typeface="72 Brand"/>
              </a:rPr>
              <a:t>#1A2733</a:t>
            </a:r>
          </a:p>
        </p:txBody>
      </p:sp>
      <p:sp>
        <p:nvSpPr>
          <p:cNvPr id="14" name="Freeform 3">
            <a:extLst>
              <a:ext uri="{FF2B5EF4-FFF2-40B4-BE49-F238E27FC236}">
                <a16:creationId xmlns:a16="http://schemas.microsoft.com/office/drawing/2014/main" id="{B135EB5F-EDA8-1AEE-E89C-944D272C6FDF}"/>
              </a:ext>
            </a:extLst>
          </p:cNvPr>
          <p:cNvSpPr/>
          <p:nvPr userDrawn="1"/>
        </p:nvSpPr>
        <p:spPr>
          <a:xfrm>
            <a:off x="10050689" y="1734820"/>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2171C"/>
          </a:solidFill>
          <a:ln w="0" cap="flat">
            <a:noFill/>
            <a:prstDash val="solid"/>
            <a:miter/>
          </a:ln>
        </p:spPr>
        <p:txBody>
          <a:bodyPr rtlCol="0" anchor="ctr"/>
          <a:lstStyle/>
          <a:p>
            <a:pPr algn="ctr" defTabSz="1088449"/>
            <a:r>
              <a:rPr lang="en-US" sz="1200">
                <a:solidFill>
                  <a:srgbClr val="FFFFFF"/>
                </a:solidFill>
                <a:latin typeface="72 Brand"/>
              </a:rPr>
              <a:t>Grey 11</a:t>
            </a:r>
            <a:br>
              <a:rPr lang="en-US" sz="1200">
                <a:solidFill>
                  <a:srgbClr val="FFFFFF"/>
                </a:solidFill>
                <a:latin typeface="72 Brand"/>
              </a:rPr>
            </a:br>
            <a:r>
              <a:rPr lang="en-US" sz="1200">
                <a:solidFill>
                  <a:srgbClr val="FFFFFF"/>
                </a:solidFill>
                <a:latin typeface="72 Brand"/>
              </a:rPr>
              <a:t>#12171C</a:t>
            </a:r>
          </a:p>
        </p:txBody>
      </p:sp>
      <p:sp>
        <p:nvSpPr>
          <p:cNvPr id="15" name="Freeform 71">
            <a:extLst>
              <a:ext uri="{FF2B5EF4-FFF2-40B4-BE49-F238E27FC236}">
                <a16:creationId xmlns:a16="http://schemas.microsoft.com/office/drawing/2014/main" id="{8CA86CA8-FB25-362E-AAA0-57D65C85EE8A}"/>
              </a:ext>
            </a:extLst>
          </p:cNvPr>
          <p:cNvSpPr/>
          <p:nvPr userDrawn="1"/>
        </p:nvSpPr>
        <p:spPr>
          <a:xfrm>
            <a:off x="50400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2FCEE"/>
          </a:solidFill>
          <a:ln w="0" cap="flat">
            <a:noFill/>
            <a:prstDash val="solid"/>
            <a:miter/>
          </a:ln>
        </p:spPr>
        <p:txBody>
          <a:bodyPr rtlCol="0" anchor="ctr"/>
          <a:lstStyle/>
          <a:p>
            <a:pPr algn="ctr" defTabSz="1088449"/>
            <a:r>
              <a:rPr lang="en-US" sz="1200">
                <a:solidFill>
                  <a:srgbClr val="000000"/>
                </a:solidFill>
                <a:latin typeface="72 Brand"/>
              </a:rPr>
              <a:t>Teal 2</a:t>
            </a:r>
            <a:br>
              <a:rPr lang="en-US" sz="1200">
                <a:solidFill>
                  <a:srgbClr val="000000"/>
                </a:solidFill>
                <a:latin typeface="72 Brand"/>
              </a:rPr>
            </a:br>
            <a:r>
              <a:rPr lang="en-US" sz="1200">
                <a:solidFill>
                  <a:srgbClr val="000000"/>
                </a:solidFill>
                <a:latin typeface="72 Brand"/>
              </a:rPr>
              <a:t>#C2FCEE</a:t>
            </a:r>
          </a:p>
        </p:txBody>
      </p:sp>
      <p:sp>
        <p:nvSpPr>
          <p:cNvPr id="16" name="Freeform 76">
            <a:extLst>
              <a:ext uri="{FF2B5EF4-FFF2-40B4-BE49-F238E27FC236}">
                <a16:creationId xmlns:a16="http://schemas.microsoft.com/office/drawing/2014/main" id="{3DF36DDD-3194-0FFA-03CE-7942BFAC4F73}"/>
              </a:ext>
            </a:extLst>
          </p:cNvPr>
          <p:cNvSpPr/>
          <p:nvPr userDrawn="1"/>
        </p:nvSpPr>
        <p:spPr>
          <a:xfrm>
            <a:off x="240516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2CE0BF"/>
          </a:solidFill>
          <a:ln w="0" cap="flat">
            <a:noFill/>
            <a:prstDash val="solid"/>
            <a:miter/>
          </a:ln>
        </p:spPr>
        <p:txBody>
          <a:bodyPr rtlCol="0" anchor="ctr"/>
          <a:lstStyle/>
          <a:p>
            <a:pPr algn="ctr" defTabSz="1088449"/>
            <a:r>
              <a:rPr lang="en-US" sz="1200">
                <a:solidFill>
                  <a:srgbClr val="000000"/>
                </a:solidFill>
                <a:latin typeface="72 Brand"/>
              </a:rPr>
              <a:t>Teal 4</a:t>
            </a:r>
            <a:br>
              <a:rPr lang="en-US" sz="1200">
                <a:solidFill>
                  <a:srgbClr val="000000"/>
                </a:solidFill>
                <a:latin typeface="72 Brand"/>
              </a:rPr>
            </a:br>
            <a:r>
              <a:rPr lang="en-US" sz="1200">
                <a:solidFill>
                  <a:srgbClr val="000000"/>
                </a:solidFill>
                <a:latin typeface="72 Brand"/>
              </a:rPr>
              <a:t>#2CE0BF</a:t>
            </a:r>
          </a:p>
        </p:txBody>
      </p:sp>
      <p:sp>
        <p:nvSpPr>
          <p:cNvPr id="17" name="Freeform 75">
            <a:extLst>
              <a:ext uri="{FF2B5EF4-FFF2-40B4-BE49-F238E27FC236}">
                <a16:creationId xmlns:a16="http://schemas.microsoft.com/office/drawing/2014/main" id="{DB3A75C6-40E1-8418-08FF-2615CB58D2FB}"/>
              </a:ext>
            </a:extLst>
          </p:cNvPr>
          <p:cNvSpPr/>
          <p:nvPr userDrawn="1"/>
        </p:nvSpPr>
        <p:spPr>
          <a:xfrm>
            <a:off x="430632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2"/>
          </a:solidFill>
          <a:ln w="0" cap="flat">
            <a:noFill/>
            <a:prstDash val="solid"/>
            <a:miter/>
          </a:ln>
        </p:spPr>
        <p:txBody>
          <a:bodyPr rtlCol="0" anchor="ctr"/>
          <a:lstStyle/>
          <a:p>
            <a:pPr algn="ctr" defTabSz="1088449"/>
            <a:r>
              <a:rPr lang="en-US" sz="1200">
                <a:latin typeface="72 Brand"/>
              </a:rPr>
              <a:t>Teal 6</a:t>
            </a:r>
            <a:br>
              <a:rPr lang="en-US" sz="1200">
                <a:latin typeface="72 Brand"/>
              </a:rPr>
            </a:br>
            <a:r>
              <a:rPr lang="en-US" sz="1200">
                <a:latin typeface="72 Brand"/>
              </a:rPr>
              <a:t>#049F9A</a:t>
            </a:r>
          </a:p>
        </p:txBody>
      </p:sp>
      <p:sp>
        <p:nvSpPr>
          <p:cNvPr id="18" name="Freeform 74">
            <a:extLst>
              <a:ext uri="{FF2B5EF4-FFF2-40B4-BE49-F238E27FC236}">
                <a16:creationId xmlns:a16="http://schemas.microsoft.com/office/drawing/2014/main" id="{533C3A8A-C333-3134-26BC-8FDFA21FBFA9}"/>
              </a:ext>
            </a:extLst>
          </p:cNvPr>
          <p:cNvSpPr/>
          <p:nvPr userDrawn="1"/>
        </p:nvSpPr>
        <p:spPr>
          <a:xfrm>
            <a:off x="6227422"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7838F"/>
          </a:solidFill>
          <a:ln w="0" cap="flat">
            <a:noFill/>
            <a:prstDash val="solid"/>
            <a:miter/>
          </a:ln>
        </p:spPr>
        <p:txBody>
          <a:bodyPr rtlCol="0" anchor="ctr"/>
          <a:lstStyle/>
          <a:p>
            <a:pPr algn="ctr" defTabSz="1088449"/>
            <a:r>
              <a:rPr lang="en-US" sz="1200">
                <a:solidFill>
                  <a:srgbClr val="FFFFFF"/>
                </a:solidFill>
                <a:latin typeface="72 Brand"/>
              </a:rPr>
              <a:t>Teal 7</a:t>
            </a:r>
            <a:br>
              <a:rPr lang="en-US" sz="1200">
                <a:solidFill>
                  <a:srgbClr val="FFFFFF"/>
                </a:solidFill>
                <a:latin typeface="72 Brand"/>
              </a:rPr>
            </a:br>
            <a:r>
              <a:rPr lang="en-US" sz="1200">
                <a:solidFill>
                  <a:srgbClr val="FFFFFF"/>
                </a:solidFill>
                <a:latin typeface="72 Brand"/>
              </a:rPr>
              <a:t>#07838F</a:t>
            </a:r>
          </a:p>
        </p:txBody>
      </p:sp>
      <p:sp>
        <p:nvSpPr>
          <p:cNvPr id="19" name="Freeform 73">
            <a:extLst>
              <a:ext uri="{FF2B5EF4-FFF2-40B4-BE49-F238E27FC236}">
                <a16:creationId xmlns:a16="http://schemas.microsoft.com/office/drawing/2014/main" id="{B60C9F30-077E-14E2-CB14-97988F26E630}"/>
              </a:ext>
            </a:extLst>
          </p:cNvPr>
          <p:cNvSpPr/>
          <p:nvPr userDrawn="1"/>
        </p:nvSpPr>
        <p:spPr>
          <a:xfrm>
            <a:off x="8129588" y="2329458"/>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2414C"/>
          </a:solidFill>
          <a:ln w="0" cap="flat">
            <a:noFill/>
            <a:prstDash val="solid"/>
            <a:miter/>
          </a:ln>
        </p:spPr>
        <p:txBody>
          <a:bodyPr rtlCol="0" anchor="ctr"/>
          <a:lstStyle/>
          <a:p>
            <a:pPr algn="ctr" defTabSz="1088449"/>
            <a:r>
              <a:rPr lang="en-US" sz="1200">
                <a:solidFill>
                  <a:srgbClr val="FFFFFF"/>
                </a:solidFill>
                <a:latin typeface="72 Brand"/>
              </a:rPr>
              <a:t>Teal 10</a:t>
            </a:r>
            <a:br>
              <a:rPr lang="en-US" sz="1200">
                <a:solidFill>
                  <a:srgbClr val="FFFFFF"/>
                </a:solidFill>
                <a:latin typeface="72 Brand"/>
              </a:rPr>
            </a:br>
            <a:r>
              <a:rPr lang="en-US" sz="1200">
                <a:solidFill>
                  <a:srgbClr val="FFFFFF"/>
                </a:solidFill>
                <a:latin typeface="72 Brand"/>
              </a:rPr>
              <a:t>#02414C</a:t>
            </a:r>
          </a:p>
        </p:txBody>
      </p:sp>
      <p:sp>
        <p:nvSpPr>
          <p:cNvPr id="20" name="Freeform 72">
            <a:extLst>
              <a:ext uri="{FF2B5EF4-FFF2-40B4-BE49-F238E27FC236}">
                <a16:creationId xmlns:a16="http://schemas.microsoft.com/office/drawing/2014/main" id="{85E1218C-9B56-A04B-B32B-BF5584E7EB24}"/>
              </a:ext>
            </a:extLst>
          </p:cNvPr>
          <p:cNvSpPr/>
          <p:nvPr userDrawn="1"/>
        </p:nvSpPr>
        <p:spPr>
          <a:xfrm>
            <a:off x="10050689" y="2329458"/>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12931"/>
          </a:solidFill>
          <a:ln w="0" cap="flat">
            <a:noFill/>
            <a:prstDash val="solid"/>
            <a:miter/>
          </a:ln>
        </p:spPr>
        <p:txBody>
          <a:bodyPr rtlCol="0" anchor="ctr"/>
          <a:lstStyle/>
          <a:p>
            <a:pPr algn="ctr" defTabSz="1088449"/>
            <a:r>
              <a:rPr lang="en-US" sz="1200">
                <a:solidFill>
                  <a:srgbClr val="FFFFFF"/>
                </a:solidFill>
                <a:latin typeface="72 Brand"/>
              </a:rPr>
              <a:t>Teal 11</a:t>
            </a:r>
            <a:br>
              <a:rPr lang="en-US" sz="1200">
                <a:solidFill>
                  <a:srgbClr val="FFFFFF"/>
                </a:solidFill>
                <a:latin typeface="72 Brand"/>
              </a:rPr>
            </a:br>
            <a:r>
              <a:rPr lang="en-US" sz="1200">
                <a:solidFill>
                  <a:srgbClr val="FFFFFF"/>
                </a:solidFill>
                <a:latin typeface="72 Brand"/>
              </a:rPr>
              <a:t>#012931</a:t>
            </a:r>
          </a:p>
        </p:txBody>
      </p:sp>
      <p:sp>
        <p:nvSpPr>
          <p:cNvPr id="21" name="Freeform 77">
            <a:extLst>
              <a:ext uri="{FF2B5EF4-FFF2-40B4-BE49-F238E27FC236}">
                <a16:creationId xmlns:a16="http://schemas.microsoft.com/office/drawing/2014/main" id="{B96DC701-A49C-D4B6-0FAE-8C4D1FE14217}"/>
              </a:ext>
            </a:extLst>
          </p:cNvPr>
          <p:cNvSpPr/>
          <p:nvPr userDrawn="1"/>
        </p:nvSpPr>
        <p:spPr>
          <a:xfrm>
            <a:off x="50400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BF5CB"/>
          </a:solidFill>
          <a:ln w="0" cap="flat">
            <a:noFill/>
            <a:prstDash val="solid"/>
            <a:miter/>
          </a:ln>
        </p:spPr>
        <p:txBody>
          <a:bodyPr rtlCol="0" anchor="ctr"/>
          <a:lstStyle/>
          <a:p>
            <a:pPr algn="ctr" defTabSz="1088449"/>
            <a:r>
              <a:rPr lang="en-US" sz="1200">
                <a:solidFill>
                  <a:srgbClr val="000000"/>
                </a:solidFill>
                <a:latin typeface="72 Brand"/>
              </a:rPr>
              <a:t>Green 2</a:t>
            </a:r>
            <a:br>
              <a:rPr lang="en-US" sz="1200">
                <a:solidFill>
                  <a:srgbClr val="000000"/>
                </a:solidFill>
                <a:latin typeface="72 Brand"/>
              </a:rPr>
            </a:br>
            <a:r>
              <a:rPr lang="en-US" sz="1200">
                <a:solidFill>
                  <a:srgbClr val="000000"/>
                </a:solidFill>
                <a:latin typeface="72 Brand"/>
              </a:rPr>
              <a:t>#EBF5CB</a:t>
            </a:r>
          </a:p>
        </p:txBody>
      </p:sp>
      <p:sp>
        <p:nvSpPr>
          <p:cNvPr id="22" name="Freeform 82">
            <a:extLst>
              <a:ext uri="{FF2B5EF4-FFF2-40B4-BE49-F238E27FC236}">
                <a16:creationId xmlns:a16="http://schemas.microsoft.com/office/drawing/2014/main" id="{D3F535AB-FBBB-CC41-AFDB-6251499A2CC3}"/>
              </a:ext>
            </a:extLst>
          </p:cNvPr>
          <p:cNvSpPr/>
          <p:nvPr userDrawn="1"/>
        </p:nvSpPr>
        <p:spPr>
          <a:xfrm>
            <a:off x="240516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97DD40"/>
          </a:solidFill>
          <a:ln w="0" cap="flat">
            <a:noFill/>
            <a:prstDash val="solid"/>
            <a:miter/>
          </a:ln>
        </p:spPr>
        <p:txBody>
          <a:bodyPr rtlCol="0" anchor="ctr"/>
          <a:lstStyle/>
          <a:p>
            <a:pPr algn="ctr" defTabSz="1088449"/>
            <a:r>
              <a:rPr lang="en-US" sz="1200">
                <a:solidFill>
                  <a:srgbClr val="000000"/>
                </a:solidFill>
                <a:latin typeface="72 Brand"/>
              </a:rPr>
              <a:t>Green 4</a:t>
            </a:r>
            <a:br>
              <a:rPr lang="en-US" sz="1200">
                <a:solidFill>
                  <a:srgbClr val="000000"/>
                </a:solidFill>
                <a:latin typeface="72 Brand"/>
              </a:rPr>
            </a:br>
            <a:r>
              <a:rPr lang="en-US" sz="1200">
                <a:solidFill>
                  <a:srgbClr val="000000"/>
                </a:solidFill>
                <a:latin typeface="72 Brand"/>
              </a:rPr>
              <a:t>#97DD40</a:t>
            </a:r>
          </a:p>
        </p:txBody>
      </p:sp>
      <p:sp>
        <p:nvSpPr>
          <p:cNvPr id="23" name="Freeform 81">
            <a:extLst>
              <a:ext uri="{FF2B5EF4-FFF2-40B4-BE49-F238E27FC236}">
                <a16:creationId xmlns:a16="http://schemas.microsoft.com/office/drawing/2014/main" id="{FF2D987A-1AEE-FB6C-9091-4D01FA950169}"/>
              </a:ext>
            </a:extLst>
          </p:cNvPr>
          <p:cNvSpPr/>
          <p:nvPr userDrawn="1"/>
        </p:nvSpPr>
        <p:spPr>
          <a:xfrm>
            <a:off x="430632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3"/>
          </a:solidFill>
          <a:ln w="0" cap="flat">
            <a:noFill/>
            <a:prstDash val="solid"/>
            <a:miter/>
          </a:ln>
        </p:spPr>
        <p:txBody>
          <a:bodyPr rtlCol="0" anchor="ctr"/>
          <a:lstStyle/>
          <a:p>
            <a:pPr algn="ctr" defTabSz="1088449"/>
            <a:r>
              <a:rPr lang="en-US" sz="1200">
                <a:latin typeface="72 Brand"/>
              </a:rPr>
              <a:t>Green 6</a:t>
            </a:r>
            <a:br>
              <a:rPr lang="en-US" sz="1200">
                <a:latin typeface="72 Brand"/>
              </a:rPr>
            </a:br>
            <a:r>
              <a:rPr lang="en-US" sz="1200">
                <a:latin typeface="72 Brand"/>
              </a:rPr>
              <a:t>#36A41D</a:t>
            </a:r>
          </a:p>
        </p:txBody>
      </p:sp>
      <p:sp>
        <p:nvSpPr>
          <p:cNvPr id="24" name="Freeform 80">
            <a:extLst>
              <a:ext uri="{FF2B5EF4-FFF2-40B4-BE49-F238E27FC236}">
                <a16:creationId xmlns:a16="http://schemas.microsoft.com/office/drawing/2014/main" id="{AA53ACC2-4E92-5B3D-5509-AE0FC7AE540D}"/>
              </a:ext>
            </a:extLst>
          </p:cNvPr>
          <p:cNvSpPr/>
          <p:nvPr userDrawn="1"/>
        </p:nvSpPr>
        <p:spPr>
          <a:xfrm>
            <a:off x="6227422"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88918"/>
          </a:solidFill>
          <a:ln w="0" cap="flat">
            <a:noFill/>
            <a:prstDash val="solid"/>
            <a:miter/>
          </a:ln>
        </p:spPr>
        <p:txBody>
          <a:bodyPr rtlCol="0" anchor="ctr"/>
          <a:lstStyle/>
          <a:p>
            <a:pPr algn="ctr" defTabSz="1088449"/>
            <a:r>
              <a:rPr lang="en-US" sz="1200">
                <a:solidFill>
                  <a:srgbClr val="FFFFFF"/>
                </a:solidFill>
                <a:latin typeface="72 Brand"/>
              </a:rPr>
              <a:t>Green 7</a:t>
            </a:r>
            <a:br>
              <a:rPr lang="en-US" sz="1200">
                <a:solidFill>
                  <a:srgbClr val="FFFFFF"/>
                </a:solidFill>
                <a:latin typeface="72 Brand"/>
              </a:rPr>
            </a:br>
            <a:r>
              <a:rPr lang="en-US" sz="1200">
                <a:solidFill>
                  <a:srgbClr val="FFFFFF"/>
                </a:solidFill>
                <a:latin typeface="72 Brand"/>
              </a:rPr>
              <a:t>#188918</a:t>
            </a:r>
          </a:p>
        </p:txBody>
      </p:sp>
      <p:sp>
        <p:nvSpPr>
          <p:cNvPr id="25" name="Freeform 79">
            <a:extLst>
              <a:ext uri="{FF2B5EF4-FFF2-40B4-BE49-F238E27FC236}">
                <a16:creationId xmlns:a16="http://schemas.microsoft.com/office/drawing/2014/main" id="{D105CE5F-854F-E5AA-CD56-9B210266B1D7}"/>
              </a:ext>
            </a:extLst>
          </p:cNvPr>
          <p:cNvSpPr/>
          <p:nvPr userDrawn="1"/>
        </p:nvSpPr>
        <p:spPr>
          <a:xfrm>
            <a:off x="8129588" y="292409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64323"/>
          </a:solidFill>
          <a:ln w="0" cap="flat">
            <a:noFill/>
            <a:prstDash val="solid"/>
            <a:miter/>
          </a:ln>
        </p:spPr>
        <p:txBody>
          <a:bodyPr rtlCol="0" anchor="ctr"/>
          <a:lstStyle/>
          <a:p>
            <a:pPr algn="ctr" defTabSz="1088449"/>
            <a:r>
              <a:rPr lang="en-US" sz="1200">
                <a:solidFill>
                  <a:srgbClr val="FFFFFF"/>
                </a:solidFill>
                <a:latin typeface="72 Brand"/>
              </a:rPr>
              <a:t>Green 10</a:t>
            </a:r>
            <a:br>
              <a:rPr lang="en-US" sz="1200">
                <a:solidFill>
                  <a:srgbClr val="FFFFFF"/>
                </a:solidFill>
                <a:latin typeface="72 Brand"/>
              </a:rPr>
            </a:br>
            <a:r>
              <a:rPr lang="en-US" sz="1200">
                <a:solidFill>
                  <a:srgbClr val="FFFFFF"/>
                </a:solidFill>
                <a:latin typeface="72 Brand"/>
              </a:rPr>
              <a:t>#164323</a:t>
            </a:r>
          </a:p>
        </p:txBody>
      </p:sp>
      <p:sp>
        <p:nvSpPr>
          <p:cNvPr id="26" name="Freeform 78">
            <a:extLst>
              <a:ext uri="{FF2B5EF4-FFF2-40B4-BE49-F238E27FC236}">
                <a16:creationId xmlns:a16="http://schemas.microsoft.com/office/drawing/2014/main" id="{44AC23F7-268E-D9FD-AC0B-EB4A4CB13536}"/>
              </a:ext>
            </a:extLst>
          </p:cNvPr>
          <p:cNvSpPr/>
          <p:nvPr userDrawn="1"/>
        </p:nvSpPr>
        <p:spPr>
          <a:xfrm>
            <a:off x="10050689" y="292409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E2B16"/>
          </a:solidFill>
          <a:ln w="0" cap="flat">
            <a:noFill/>
            <a:prstDash val="solid"/>
            <a:miter/>
          </a:ln>
        </p:spPr>
        <p:txBody>
          <a:bodyPr rtlCol="0" anchor="ctr"/>
          <a:lstStyle/>
          <a:p>
            <a:pPr algn="ctr" defTabSz="1088449"/>
            <a:r>
              <a:rPr lang="en-US" sz="1200">
                <a:solidFill>
                  <a:srgbClr val="FFFFFF"/>
                </a:solidFill>
                <a:latin typeface="72 Brand"/>
              </a:rPr>
              <a:t>Green 11</a:t>
            </a:r>
            <a:br>
              <a:rPr lang="en-US" sz="1200">
                <a:solidFill>
                  <a:srgbClr val="FFFFFF"/>
                </a:solidFill>
                <a:latin typeface="72 Brand"/>
              </a:rPr>
            </a:br>
            <a:r>
              <a:rPr lang="en-US" sz="1200">
                <a:solidFill>
                  <a:srgbClr val="FFFFFF"/>
                </a:solidFill>
                <a:latin typeface="72 Brand"/>
              </a:rPr>
              <a:t>#0E2B16</a:t>
            </a:r>
          </a:p>
        </p:txBody>
      </p:sp>
      <p:sp>
        <p:nvSpPr>
          <p:cNvPr id="27" name="Freeform 83">
            <a:extLst>
              <a:ext uri="{FF2B5EF4-FFF2-40B4-BE49-F238E27FC236}">
                <a16:creationId xmlns:a16="http://schemas.microsoft.com/office/drawing/2014/main" id="{FCD2E78F-C379-DA9E-AC51-45BB0ACD8CDC}"/>
              </a:ext>
            </a:extLst>
          </p:cNvPr>
          <p:cNvSpPr/>
          <p:nvPr userDrawn="1"/>
        </p:nvSpPr>
        <p:spPr>
          <a:xfrm>
            <a:off x="50400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F3B8"/>
          </a:solidFill>
          <a:ln w="0" cap="flat">
            <a:noFill/>
            <a:prstDash val="solid"/>
            <a:miter/>
          </a:ln>
        </p:spPr>
        <p:txBody>
          <a:bodyPr rtlCol="0" anchor="ctr"/>
          <a:lstStyle/>
          <a:p>
            <a:pPr algn="ctr" defTabSz="1088449"/>
            <a:r>
              <a:rPr lang="en-US" sz="1200">
                <a:solidFill>
                  <a:srgbClr val="000000"/>
                </a:solidFill>
                <a:latin typeface="72 Brand"/>
              </a:rPr>
              <a:t>Mango 2</a:t>
            </a:r>
            <a:br>
              <a:rPr lang="en-US" sz="1200">
                <a:solidFill>
                  <a:srgbClr val="000000"/>
                </a:solidFill>
                <a:latin typeface="72 Brand"/>
              </a:rPr>
            </a:br>
            <a:r>
              <a:rPr lang="en-US" sz="1200">
                <a:solidFill>
                  <a:srgbClr val="000000"/>
                </a:solidFill>
                <a:latin typeface="72 Brand"/>
              </a:rPr>
              <a:t>#FFF3B8</a:t>
            </a:r>
          </a:p>
        </p:txBody>
      </p:sp>
      <p:sp>
        <p:nvSpPr>
          <p:cNvPr id="28" name="Freeform 88">
            <a:extLst>
              <a:ext uri="{FF2B5EF4-FFF2-40B4-BE49-F238E27FC236}">
                <a16:creationId xmlns:a16="http://schemas.microsoft.com/office/drawing/2014/main" id="{8F604492-C37F-A63E-B6EF-C1D9DA958F6A}"/>
              </a:ext>
            </a:extLst>
          </p:cNvPr>
          <p:cNvSpPr/>
          <p:nvPr userDrawn="1"/>
        </p:nvSpPr>
        <p:spPr>
          <a:xfrm>
            <a:off x="240516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C933"/>
          </a:solidFill>
          <a:ln w="0" cap="flat">
            <a:noFill/>
            <a:prstDash val="solid"/>
            <a:miter/>
          </a:ln>
        </p:spPr>
        <p:txBody>
          <a:bodyPr rtlCol="0" anchor="ctr"/>
          <a:lstStyle/>
          <a:p>
            <a:pPr algn="ctr" defTabSz="1088449"/>
            <a:r>
              <a:rPr lang="en-US" sz="1200">
                <a:solidFill>
                  <a:srgbClr val="000000"/>
                </a:solidFill>
                <a:latin typeface="72 Brand"/>
              </a:rPr>
              <a:t>Mango 4</a:t>
            </a:r>
            <a:br>
              <a:rPr lang="en-US" sz="1200">
                <a:solidFill>
                  <a:srgbClr val="000000"/>
                </a:solidFill>
                <a:latin typeface="72 Brand"/>
              </a:rPr>
            </a:br>
            <a:r>
              <a:rPr lang="en-US" sz="1200">
                <a:solidFill>
                  <a:srgbClr val="000000"/>
                </a:solidFill>
                <a:latin typeface="72 Brand"/>
              </a:rPr>
              <a:t>#FFC933</a:t>
            </a:r>
          </a:p>
        </p:txBody>
      </p:sp>
      <p:sp>
        <p:nvSpPr>
          <p:cNvPr id="29" name="Freeform 87">
            <a:extLst>
              <a:ext uri="{FF2B5EF4-FFF2-40B4-BE49-F238E27FC236}">
                <a16:creationId xmlns:a16="http://schemas.microsoft.com/office/drawing/2014/main" id="{1903B33E-7553-03DE-1850-350C0DCE0478}"/>
              </a:ext>
            </a:extLst>
          </p:cNvPr>
          <p:cNvSpPr/>
          <p:nvPr userDrawn="1"/>
        </p:nvSpPr>
        <p:spPr>
          <a:xfrm>
            <a:off x="430632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1"/>
          </a:solidFill>
          <a:ln w="0" cap="flat">
            <a:noFill/>
            <a:prstDash val="solid"/>
            <a:miter/>
          </a:ln>
        </p:spPr>
        <p:txBody>
          <a:bodyPr rtlCol="0" anchor="ctr"/>
          <a:lstStyle/>
          <a:p>
            <a:pPr algn="ctr" defTabSz="1088449"/>
            <a:r>
              <a:rPr lang="en-US" sz="1200">
                <a:latin typeface="72 Brand"/>
              </a:rPr>
              <a:t>Mango 6</a:t>
            </a:r>
            <a:br>
              <a:rPr lang="en-US" sz="1200">
                <a:latin typeface="72 Brand"/>
              </a:rPr>
            </a:br>
            <a:r>
              <a:rPr lang="en-US" sz="1200">
                <a:latin typeface="72 Brand"/>
              </a:rPr>
              <a:t>#E76500</a:t>
            </a:r>
          </a:p>
        </p:txBody>
      </p:sp>
      <p:sp>
        <p:nvSpPr>
          <p:cNvPr id="30" name="Freeform 86">
            <a:extLst>
              <a:ext uri="{FF2B5EF4-FFF2-40B4-BE49-F238E27FC236}">
                <a16:creationId xmlns:a16="http://schemas.microsoft.com/office/drawing/2014/main" id="{220419B0-04C2-995C-B267-365BA4A8314C}"/>
              </a:ext>
            </a:extLst>
          </p:cNvPr>
          <p:cNvSpPr/>
          <p:nvPr userDrawn="1"/>
        </p:nvSpPr>
        <p:spPr>
          <a:xfrm>
            <a:off x="6227422"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35500"/>
          </a:solidFill>
          <a:ln w="0" cap="flat">
            <a:noFill/>
            <a:prstDash val="solid"/>
            <a:miter/>
          </a:ln>
        </p:spPr>
        <p:txBody>
          <a:bodyPr rtlCol="0" anchor="ctr"/>
          <a:lstStyle/>
          <a:p>
            <a:pPr algn="ctr" defTabSz="1088449"/>
            <a:r>
              <a:rPr lang="en-US" sz="1200">
                <a:solidFill>
                  <a:srgbClr val="FFFFFF"/>
                </a:solidFill>
                <a:latin typeface="72 Brand"/>
              </a:rPr>
              <a:t>Mango 7</a:t>
            </a:r>
            <a:br>
              <a:rPr lang="en-US" sz="1200">
                <a:solidFill>
                  <a:srgbClr val="FFFFFF"/>
                </a:solidFill>
                <a:latin typeface="72 Brand"/>
              </a:rPr>
            </a:br>
            <a:r>
              <a:rPr lang="en-US" sz="1200">
                <a:solidFill>
                  <a:srgbClr val="FFFFFF"/>
                </a:solidFill>
                <a:latin typeface="72 Brand"/>
              </a:rPr>
              <a:t>#C35500</a:t>
            </a:r>
          </a:p>
        </p:txBody>
      </p:sp>
      <p:sp>
        <p:nvSpPr>
          <p:cNvPr id="31" name="Freeform 85">
            <a:extLst>
              <a:ext uri="{FF2B5EF4-FFF2-40B4-BE49-F238E27FC236}">
                <a16:creationId xmlns:a16="http://schemas.microsoft.com/office/drawing/2014/main" id="{5291C6D6-3C0A-1EC1-0DE4-3468327A01FC}"/>
              </a:ext>
            </a:extLst>
          </p:cNvPr>
          <p:cNvSpPr/>
          <p:nvPr userDrawn="1"/>
        </p:nvSpPr>
        <p:spPr>
          <a:xfrm>
            <a:off x="8129588" y="351873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6D1900"/>
          </a:solidFill>
          <a:ln w="0" cap="flat">
            <a:noFill/>
            <a:prstDash val="solid"/>
            <a:miter/>
          </a:ln>
        </p:spPr>
        <p:txBody>
          <a:bodyPr rtlCol="0" anchor="ctr"/>
          <a:lstStyle/>
          <a:p>
            <a:pPr algn="ctr" defTabSz="1088449"/>
            <a:r>
              <a:rPr lang="en-US" sz="1200">
                <a:solidFill>
                  <a:srgbClr val="FFFFFF"/>
                </a:solidFill>
                <a:latin typeface="72 Brand"/>
              </a:rPr>
              <a:t>Mango 10</a:t>
            </a:r>
            <a:br>
              <a:rPr lang="en-US" sz="1200">
                <a:solidFill>
                  <a:srgbClr val="FFFFFF"/>
                </a:solidFill>
                <a:latin typeface="72 Brand"/>
              </a:rPr>
            </a:br>
            <a:r>
              <a:rPr lang="en-US" sz="1200">
                <a:solidFill>
                  <a:srgbClr val="FFFFFF"/>
                </a:solidFill>
                <a:latin typeface="72 Brand"/>
              </a:rPr>
              <a:t>#6D1900</a:t>
            </a:r>
          </a:p>
        </p:txBody>
      </p:sp>
      <p:sp>
        <p:nvSpPr>
          <p:cNvPr id="32" name="Freeform 84">
            <a:extLst>
              <a:ext uri="{FF2B5EF4-FFF2-40B4-BE49-F238E27FC236}">
                <a16:creationId xmlns:a16="http://schemas.microsoft.com/office/drawing/2014/main" id="{0C8AFC63-A495-CD19-A678-5D1C65A0F630}"/>
              </a:ext>
            </a:extLst>
          </p:cNvPr>
          <p:cNvSpPr/>
          <p:nvPr userDrawn="1"/>
        </p:nvSpPr>
        <p:spPr>
          <a:xfrm>
            <a:off x="10050689" y="351873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450B00"/>
          </a:solidFill>
          <a:ln w="0" cap="flat">
            <a:noFill/>
            <a:prstDash val="solid"/>
            <a:miter/>
          </a:ln>
        </p:spPr>
        <p:txBody>
          <a:bodyPr rtlCol="0" anchor="ctr"/>
          <a:lstStyle/>
          <a:p>
            <a:pPr algn="ctr" defTabSz="1088449"/>
            <a:r>
              <a:rPr lang="en-US" sz="1200">
                <a:solidFill>
                  <a:srgbClr val="FFFFFF"/>
                </a:solidFill>
                <a:latin typeface="72 Brand"/>
              </a:rPr>
              <a:t>Mango 11</a:t>
            </a:r>
            <a:br>
              <a:rPr lang="en-US" sz="1200">
                <a:solidFill>
                  <a:srgbClr val="FFFFFF"/>
                </a:solidFill>
                <a:latin typeface="72 Brand"/>
              </a:rPr>
            </a:br>
            <a:r>
              <a:rPr lang="en-US" sz="1200">
                <a:solidFill>
                  <a:srgbClr val="FFFFFF"/>
                </a:solidFill>
                <a:latin typeface="72 Brand"/>
              </a:rPr>
              <a:t>#450B00</a:t>
            </a:r>
          </a:p>
        </p:txBody>
      </p:sp>
      <p:sp>
        <p:nvSpPr>
          <p:cNvPr id="33" name="Freeform 89">
            <a:extLst>
              <a:ext uri="{FF2B5EF4-FFF2-40B4-BE49-F238E27FC236}">
                <a16:creationId xmlns:a16="http://schemas.microsoft.com/office/drawing/2014/main" id="{88F1E754-E8C5-5438-3533-D344315E7FC2}"/>
              </a:ext>
            </a:extLst>
          </p:cNvPr>
          <p:cNvSpPr/>
          <p:nvPr userDrawn="1"/>
        </p:nvSpPr>
        <p:spPr>
          <a:xfrm>
            <a:off x="50400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5EA"/>
          </a:solidFill>
          <a:ln w="0" cap="flat">
            <a:noFill/>
            <a:prstDash val="solid"/>
            <a:miter/>
          </a:ln>
        </p:spPr>
        <p:txBody>
          <a:bodyPr rtlCol="0" anchor="ctr"/>
          <a:lstStyle/>
          <a:p>
            <a:pPr algn="ctr" defTabSz="1088449"/>
            <a:r>
              <a:rPr lang="en-US" sz="1200">
                <a:solidFill>
                  <a:srgbClr val="000000"/>
                </a:solidFill>
                <a:latin typeface="72 Brand"/>
              </a:rPr>
              <a:t>Red 2</a:t>
            </a:r>
            <a:br>
              <a:rPr lang="en-US" sz="1200">
                <a:solidFill>
                  <a:srgbClr val="000000"/>
                </a:solidFill>
                <a:latin typeface="72 Brand"/>
              </a:rPr>
            </a:br>
            <a:r>
              <a:rPr lang="en-US" sz="1200">
                <a:solidFill>
                  <a:srgbClr val="000000"/>
                </a:solidFill>
                <a:latin typeface="72 Brand"/>
              </a:rPr>
              <a:t>#FFD5EA</a:t>
            </a:r>
          </a:p>
        </p:txBody>
      </p:sp>
      <p:sp>
        <p:nvSpPr>
          <p:cNvPr id="34" name="Freeform 94">
            <a:extLst>
              <a:ext uri="{FF2B5EF4-FFF2-40B4-BE49-F238E27FC236}">
                <a16:creationId xmlns:a16="http://schemas.microsoft.com/office/drawing/2014/main" id="{F9CAB2F5-111E-9B62-A950-2766E6062CBF}"/>
              </a:ext>
            </a:extLst>
          </p:cNvPr>
          <p:cNvSpPr/>
          <p:nvPr userDrawn="1"/>
        </p:nvSpPr>
        <p:spPr>
          <a:xfrm>
            <a:off x="240516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8CB2"/>
          </a:solidFill>
          <a:ln w="0" cap="flat">
            <a:noFill/>
            <a:prstDash val="solid"/>
            <a:miter/>
          </a:ln>
        </p:spPr>
        <p:txBody>
          <a:bodyPr rtlCol="0" anchor="ctr"/>
          <a:lstStyle/>
          <a:p>
            <a:pPr algn="ctr" defTabSz="1088449"/>
            <a:r>
              <a:rPr lang="en-US" sz="1200">
                <a:solidFill>
                  <a:srgbClr val="000000"/>
                </a:solidFill>
                <a:latin typeface="72 Brand"/>
              </a:rPr>
              <a:t>Red 4</a:t>
            </a:r>
            <a:br>
              <a:rPr lang="en-US" sz="1200">
                <a:solidFill>
                  <a:srgbClr val="000000"/>
                </a:solidFill>
                <a:latin typeface="72 Brand"/>
              </a:rPr>
            </a:br>
            <a:r>
              <a:rPr lang="en-US" sz="1200">
                <a:solidFill>
                  <a:srgbClr val="000000"/>
                </a:solidFill>
                <a:latin typeface="72 Brand"/>
              </a:rPr>
              <a:t>#FF8CB2</a:t>
            </a:r>
          </a:p>
        </p:txBody>
      </p:sp>
      <p:sp>
        <p:nvSpPr>
          <p:cNvPr id="35" name="Freeform 93">
            <a:extLst>
              <a:ext uri="{FF2B5EF4-FFF2-40B4-BE49-F238E27FC236}">
                <a16:creationId xmlns:a16="http://schemas.microsoft.com/office/drawing/2014/main" id="{20875E28-2038-256F-D469-19622F84F475}"/>
              </a:ext>
            </a:extLst>
          </p:cNvPr>
          <p:cNvSpPr/>
          <p:nvPr userDrawn="1"/>
        </p:nvSpPr>
        <p:spPr>
          <a:xfrm>
            <a:off x="430632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E3939"/>
          </a:solidFill>
          <a:ln w="0" cap="flat">
            <a:noFill/>
            <a:prstDash val="solid"/>
            <a:miter/>
          </a:ln>
        </p:spPr>
        <p:txBody>
          <a:bodyPr rtlCol="0" anchor="ctr"/>
          <a:lstStyle/>
          <a:p>
            <a:pPr algn="ctr" defTabSz="1088449"/>
            <a:r>
              <a:rPr lang="en-US" sz="1200">
                <a:latin typeface="72 Brand"/>
              </a:rPr>
              <a:t>Red 6</a:t>
            </a:r>
            <a:br>
              <a:rPr lang="en-US" sz="1200">
                <a:latin typeface="72 Brand"/>
              </a:rPr>
            </a:br>
            <a:r>
              <a:rPr lang="en-US" sz="1200">
                <a:latin typeface="72 Brand"/>
              </a:rPr>
              <a:t>#EE3939</a:t>
            </a:r>
          </a:p>
        </p:txBody>
      </p:sp>
      <p:sp>
        <p:nvSpPr>
          <p:cNvPr id="36" name="Freeform 92">
            <a:extLst>
              <a:ext uri="{FF2B5EF4-FFF2-40B4-BE49-F238E27FC236}">
                <a16:creationId xmlns:a16="http://schemas.microsoft.com/office/drawing/2014/main" id="{54067863-63ED-3E20-7BA9-91BA18863CAC}"/>
              </a:ext>
            </a:extLst>
          </p:cNvPr>
          <p:cNvSpPr/>
          <p:nvPr userDrawn="1"/>
        </p:nvSpPr>
        <p:spPr>
          <a:xfrm>
            <a:off x="6227422"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20A0A"/>
          </a:solidFill>
          <a:ln w="0" cap="flat">
            <a:noFill/>
            <a:prstDash val="solid"/>
            <a:miter/>
          </a:ln>
        </p:spPr>
        <p:txBody>
          <a:bodyPr rtlCol="0" anchor="ctr"/>
          <a:lstStyle/>
          <a:p>
            <a:pPr algn="ctr" defTabSz="1088449"/>
            <a:r>
              <a:rPr lang="en-US" sz="1200">
                <a:solidFill>
                  <a:srgbClr val="FFFFFF"/>
                </a:solidFill>
                <a:latin typeface="72 Brand"/>
              </a:rPr>
              <a:t>Red 7</a:t>
            </a:r>
            <a:br>
              <a:rPr lang="en-US" sz="1200">
                <a:solidFill>
                  <a:srgbClr val="FFFFFF"/>
                </a:solidFill>
                <a:latin typeface="72 Brand"/>
              </a:rPr>
            </a:br>
            <a:r>
              <a:rPr lang="en-US" sz="1200">
                <a:solidFill>
                  <a:srgbClr val="FFFFFF"/>
                </a:solidFill>
                <a:latin typeface="72 Brand"/>
              </a:rPr>
              <a:t>#D20A0A</a:t>
            </a:r>
          </a:p>
        </p:txBody>
      </p:sp>
      <p:sp>
        <p:nvSpPr>
          <p:cNvPr id="37" name="Freeform 91">
            <a:extLst>
              <a:ext uri="{FF2B5EF4-FFF2-40B4-BE49-F238E27FC236}">
                <a16:creationId xmlns:a16="http://schemas.microsoft.com/office/drawing/2014/main" id="{16AC9816-9312-095C-CA75-9BB225C4252E}"/>
              </a:ext>
            </a:extLst>
          </p:cNvPr>
          <p:cNvSpPr/>
          <p:nvPr userDrawn="1"/>
        </p:nvSpPr>
        <p:spPr>
          <a:xfrm>
            <a:off x="8129588" y="411337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A0404"/>
          </a:solidFill>
          <a:ln w="0" cap="flat">
            <a:noFill/>
            <a:prstDash val="solid"/>
            <a:miter/>
          </a:ln>
        </p:spPr>
        <p:txBody>
          <a:bodyPr rtlCol="0" anchor="ctr"/>
          <a:lstStyle/>
          <a:p>
            <a:pPr algn="ctr" defTabSz="1088449"/>
            <a:r>
              <a:rPr lang="en-US" sz="1200">
                <a:solidFill>
                  <a:srgbClr val="FFFFFF"/>
                </a:solidFill>
                <a:latin typeface="72 Brand"/>
              </a:rPr>
              <a:t>Red 10</a:t>
            </a:r>
            <a:br>
              <a:rPr lang="en-US" sz="1200">
                <a:solidFill>
                  <a:srgbClr val="FFFFFF"/>
                </a:solidFill>
                <a:latin typeface="72 Brand"/>
              </a:rPr>
            </a:br>
            <a:r>
              <a:rPr lang="en-US" sz="1200">
                <a:solidFill>
                  <a:srgbClr val="FFFFFF"/>
                </a:solidFill>
                <a:latin typeface="72 Brand"/>
              </a:rPr>
              <a:t>#5A0404</a:t>
            </a:r>
          </a:p>
        </p:txBody>
      </p:sp>
      <p:sp>
        <p:nvSpPr>
          <p:cNvPr id="38" name="Freeform 90">
            <a:extLst>
              <a:ext uri="{FF2B5EF4-FFF2-40B4-BE49-F238E27FC236}">
                <a16:creationId xmlns:a16="http://schemas.microsoft.com/office/drawing/2014/main" id="{AEF6149F-55EA-8B85-D5DF-EFB6B2FF4645}"/>
              </a:ext>
            </a:extLst>
          </p:cNvPr>
          <p:cNvSpPr/>
          <p:nvPr userDrawn="1"/>
        </p:nvSpPr>
        <p:spPr>
          <a:xfrm>
            <a:off x="10050689" y="411337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350000"/>
          </a:solidFill>
          <a:ln w="0" cap="flat">
            <a:noFill/>
            <a:prstDash val="solid"/>
            <a:miter/>
          </a:ln>
        </p:spPr>
        <p:txBody>
          <a:bodyPr rtlCol="0" anchor="ctr"/>
          <a:lstStyle/>
          <a:p>
            <a:pPr algn="ctr" defTabSz="1088449"/>
            <a:r>
              <a:rPr lang="en-US" sz="1200">
                <a:solidFill>
                  <a:srgbClr val="FFFFFF"/>
                </a:solidFill>
                <a:latin typeface="72 Brand"/>
              </a:rPr>
              <a:t>Red 11</a:t>
            </a:r>
            <a:br>
              <a:rPr lang="en-US" sz="1200">
                <a:solidFill>
                  <a:srgbClr val="FFFFFF"/>
                </a:solidFill>
                <a:latin typeface="72 Brand"/>
              </a:rPr>
            </a:br>
            <a:r>
              <a:rPr lang="en-US" sz="1200">
                <a:solidFill>
                  <a:srgbClr val="FFFFFF"/>
                </a:solidFill>
                <a:latin typeface="72 Brand"/>
              </a:rPr>
              <a:t>#350000</a:t>
            </a:r>
          </a:p>
        </p:txBody>
      </p:sp>
      <p:sp>
        <p:nvSpPr>
          <p:cNvPr id="39" name="Freeform 95">
            <a:extLst>
              <a:ext uri="{FF2B5EF4-FFF2-40B4-BE49-F238E27FC236}">
                <a16:creationId xmlns:a16="http://schemas.microsoft.com/office/drawing/2014/main" id="{4027EC94-48C6-D9D1-D350-2C19E151F706}"/>
              </a:ext>
            </a:extLst>
          </p:cNvPr>
          <p:cNvSpPr/>
          <p:nvPr userDrawn="1"/>
        </p:nvSpPr>
        <p:spPr>
          <a:xfrm>
            <a:off x="50400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CE8"/>
          </a:solidFill>
          <a:ln w="0" cap="flat">
            <a:noFill/>
            <a:prstDash val="solid"/>
            <a:miter/>
          </a:ln>
        </p:spPr>
        <p:txBody>
          <a:bodyPr rtlCol="0" anchor="ctr"/>
          <a:lstStyle/>
          <a:p>
            <a:pPr algn="ctr" defTabSz="1088449"/>
            <a:r>
              <a:rPr lang="en-US" sz="1200">
                <a:solidFill>
                  <a:srgbClr val="000000"/>
                </a:solidFill>
                <a:latin typeface="72 Brand"/>
              </a:rPr>
              <a:t>Raspberry 2</a:t>
            </a:r>
            <a:br>
              <a:rPr lang="en-US" sz="1200">
                <a:solidFill>
                  <a:srgbClr val="000000"/>
                </a:solidFill>
                <a:latin typeface="72 Brand"/>
              </a:rPr>
            </a:br>
            <a:r>
              <a:rPr lang="en-US" sz="1200">
                <a:solidFill>
                  <a:srgbClr val="000000"/>
                </a:solidFill>
                <a:latin typeface="72 Brand"/>
              </a:rPr>
              <a:t>#FFDCE8</a:t>
            </a:r>
          </a:p>
        </p:txBody>
      </p:sp>
      <p:sp>
        <p:nvSpPr>
          <p:cNvPr id="40" name="Freeform 100">
            <a:extLst>
              <a:ext uri="{FF2B5EF4-FFF2-40B4-BE49-F238E27FC236}">
                <a16:creationId xmlns:a16="http://schemas.microsoft.com/office/drawing/2014/main" id="{74AAC3CA-6774-EA05-39D2-6BFA7B4DF9B5}"/>
              </a:ext>
            </a:extLst>
          </p:cNvPr>
          <p:cNvSpPr/>
          <p:nvPr userDrawn="1"/>
        </p:nvSpPr>
        <p:spPr>
          <a:xfrm>
            <a:off x="240516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EADC8"/>
          </a:solidFill>
          <a:ln w="0" cap="flat">
            <a:noFill/>
            <a:prstDash val="solid"/>
            <a:miter/>
          </a:ln>
        </p:spPr>
        <p:txBody>
          <a:bodyPr rtlCol="0" anchor="ctr"/>
          <a:lstStyle/>
          <a:p>
            <a:pPr algn="ctr" defTabSz="1088449"/>
            <a:r>
              <a:rPr lang="en-US" sz="1200">
                <a:solidFill>
                  <a:srgbClr val="000000"/>
                </a:solidFill>
                <a:latin typeface="72 Brand"/>
              </a:rPr>
              <a:t>Raspberry 4</a:t>
            </a:r>
            <a:br>
              <a:rPr lang="en-US" sz="1200">
                <a:solidFill>
                  <a:srgbClr val="000000"/>
                </a:solidFill>
                <a:latin typeface="72 Brand"/>
              </a:rPr>
            </a:br>
            <a:r>
              <a:rPr lang="en-US" sz="1200">
                <a:solidFill>
                  <a:srgbClr val="000000"/>
                </a:solidFill>
                <a:latin typeface="72 Brand"/>
              </a:rPr>
              <a:t>#FEADC8</a:t>
            </a:r>
          </a:p>
        </p:txBody>
      </p:sp>
      <p:sp>
        <p:nvSpPr>
          <p:cNvPr id="41" name="Freeform 99">
            <a:extLst>
              <a:ext uri="{FF2B5EF4-FFF2-40B4-BE49-F238E27FC236}">
                <a16:creationId xmlns:a16="http://schemas.microsoft.com/office/drawing/2014/main" id="{81CE6DC8-B91F-EDAE-0084-E839B0BE2C32}"/>
              </a:ext>
            </a:extLst>
          </p:cNvPr>
          <p:cNvSpPr/>
          <p:nvPr userDrawn="1"/>
        </p:nvSpPr>
        <p:spPr>
          <a:xfrm>
            <a:off x="430632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4"/>
          </a:solidFill>
          <a:ln w="0" cap="flat">
            <a:noFill/>
            <a:prstDash val="solid"/>
            <a:miter/>
          </a:ln>
        </p:spPr>
        <p:txBody>
          <a:bodyPr rtlCol="0" anchor="ctr"/>
          <a:lstStyle/>
          <a:p>
            <a:pPr algn="ctr" defTabSz="1088449"/>
            <a:r>
              <a:rPr lang="en-US" sz="1200">
                <a:latin typeface="72 Brand"/>
              </a:rPr>
              <a:t>Raspberry 6</a:t>
            </a:r>
            <a:br>
              <a:rPr lang="en-US" sz="1200">
                <a:latin typeface="72 Brand"/>
              </a:rPr>
            </a:br>
            <a:r>
              <a:rPr lang="en-US" sz="1200">
                <a:latin typeface="72 Brand"/>
              </a:rPr>
              <a:t>#FA4F96</a:t>
            </a:r>
          </a:p>
        </p:txBody>
      </p:sp>
      <p:sp>
        <p:nvSpPr>
          <p:cNvPr id="42" name="Freeform 98">
            <a:extLst>
              <a:ext uri="{FF2B5EF4-FFF2-40B4-BE49-F238E27FC236}">
                <a16:creationId xmlns:a16="http://schemas.microsoft.com/office/drawing/2014/main" id="{445568CB-5C4B-F612-2395-62D135B605D9}"/>
              </a:ext>
            </a:extLst>
          </p:cNvPr>
          <p:cNvSpPr/>
          <p:nvPr userDrawn="1"/>
        </p:nvSpPr>
        <p:spPr>
          <a:xfrm>
            <a:off x="6227422"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F1278"/>
          </a:solidFill>
          <a:ln w="0" cap="flat">
            <a:noFill/>
            <a:prstDash val="solid"/>
            <a:miter/>
          </a:ln>
        </p:spPr>
        <p:txBody>
          <a:bodyPr rtlCol="0" anchor="ctr"/>
          <a:lstStyle/>
          <a:p>
            <a:pPr algn="ctr" defTabSz="1088449"/>
            <a:r>
              <a:rPr lang="en-US" sz="1200">
                <a:solidFill>
                  <a:srgbClr val="FFFFFF"/>
                </a:solidFill>
                <a:latin typeface="72 Brand"/>
              </a:rPr>
              <a:t>Raspberry 7</a:t>
            </a:r>
            <a:br>
              <a:rPr lang="en-US" sz="1200">
                <a:solidFill>
                  <a:srgbClr val="FFFFFF"/>
                </a:solidFill>
                <a:latin typeface="72 Brand"/>
              </a:rPr>
            </a:br>
            <a:r>
              <a:rPr lang="en-US" sz="1200">
                <a:solidFill>
                  <a:srgbClr val="FFFFFF"/>
                </a:solidFill>
                <a:latin typeface="72 Brand"/>
              </a:rPr>
              <a:t>#DF1278</a:t>
            </a:r>
          </a:p>
        </p:txBody>
      </p:sp>
      <p:sp>
        <p:nvSpPr>
          <p:cNvPr id="43" name="Freeform 97">
            <a:extLst>
              <a:ext uri="{FF2B5EF4-FFF2-40B4-BE49-F238E27FC236}">
                <a16:creationId xmlns:a16="http://schemas.microsoft.com/office/drawing/2014/main" id="{880D550A-2A0C-9B91-BC01-2F055CD55C3E}"/>
              </a:ext>
            </a:extLst>
          </p:cNvPr>
          <p:cNvSpPr/>
          <p:nvPr userDrawn="1"/>
        </p:nvSpPr>
        <p:spPr>
          <a:xfrm>
            <a:off x="8129588" y="470801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71014B"/>
          </a:solidFill>
          <a:ln w="0" cap="flat">
            <a:noFill/>
            <a:prstDash val="solid"/>
            <a:miter/>
          </a:ln>
        </p:spPr>
        <p:txBody>
          <a:bodyPr rtlCol="0" anchor="ctr"/>
          <a:lstStyle/>
          <a:p>
            <a:pPr algn="ctr" defTabSz="1088449"/>
            <a:r>
              <a:rPr lang="en-US" sz="1200">
                <a:solidFill>
                  <a:srgbClr val="FFFFFF"/>
                </a:solidFill>
                <a:latin typeface="72 Brand"/>
              </a:rPr>
              <a:t>Raspberry 10</a:t>
            </a:r>
            <a:br>
              <a:rPr lang="en-US" sz="1200">
                <a:solidFill>
                  <a:srgbClr val="FFFFFF"/>
                </a:solidFill>
                <a:latin typeface="72 Brand"/>
              </a:rPr>
            </a:br>
            <a:r>
              <a:rPr lang="en-US" sz="1200">
                <a:solidFill>
                  <a:srgbClr val="FFFFFF"/>
                </a:solidFill>
                <a:latin typeface="72 Brand"/>
              </a:rPr>
              <a:t>#71014B</a:t>
            </a:r>
          </a:p>
        </p:txBody>
      </p:sp>
      <p:sp>
        <p:nvSpPr>
          <p:cNvPr id="44" name="Freeform 96">
            <a:extLst>
              <a:ext uri="{FF2B5EF4-FFF2-40B4-BE49-F238E27FC236}">
                <a16:creationId xmlns:a16="http://schemas.microsoft.com/office/drawing/2014/main" id="{B990BC40-0AED-879D-23F0-E5EC2B7BFC43}"/>
              </a:ext>
            </a:extLst>
          </p:cNvPr>
          <p:cNvSpPr/>
          <p:nvPr userDrawn="1"/>
        </p:nvSpPr>
        <p:spPr>
          <a:xfrm>
            <a:off x="10050689" y="470801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10136"/>
          </a:solidFill>
          <a:ln w="0" cap="flat">
            <a:noFill/>
            <a:prstDash val="solid"/>
            <a:miter/>
          </a:ln>
        </p:spPr>
        <p:txBody>
          <a:bodyPr rtlCol="0" anchor="ctr"/>
          <a:lstStyle/>
          <a:p>
            <a:pPr algn="ctr" defTabSz="1088449"/>
            <a:r>
              <a:rPr lang="en-US" sz="1200">
                <a:solidFill>
                  <a:srgbClr val="FFFFFF"/>
                </a:solidFill>
                <a:latin typeface="72 Brand"/>
              </a:rPr>
              <a:t>Raspberry 11</a:t>
            </a:r>
            <a:br>
              <a:rPr lang="en-US" sz="1200">
                <a:solidFill>
                  <a:srgbClr val="FFFFFF"/>
                </a:solidFill>
                <a:latin typeface="72 Brand"/>
              </a:rPr>
            </a:br>
            <a:r>
              <a:rPr lang="en-US" sz="1200">
                <a:solidFill>
                  <a:srgbClr val="FFFFFF"/>
                </a:solidFill>
                <a:latin typeface="72 Brand"/>
              </a:rPr>
              <a:t>#510136</a:t>
            </a:r>
          </a:p>
        </p:txBody>
      </p:sp>
      <p:sp>
        <p:nvSpPr>
          <p:cNvPr id="45" name="Freeform 101">
            <a:extLst>
              <a:ext uri="{FF2B5EF4-FFF2-40B4-BE49-F238E27FC236}">
                <a16:creationId xmlns:a16="http://schemas.microsoft.com/office/drawing/2014/main" id="{917F0007-E6BC-B6A0-B878-68DA78CFED8B}"/>
              </a:ext>
            </a:extLst>
          </p:cNvPr>
          <p:cNvSpPr/>
          <p:nvPr userDrawn="1"/>
        </p:nvSpPr>
        <p:spPr>
          <a:xfrm>
            <a:off x="50400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CF3"/>
          </a:solidFill>
          <a:ln w="0" cap="flat">
            <a:noFill/>
            <a:prstDash val="solid"/>
            <a:miter/>
          </a:ln>
        </p:spPr>
        <p:txBody>
          <a:bodyPr rtlCol="0" anchor="ctr"/>
          <a:lstStyle/>
          <a:p>
            <a:pPr algn="ctr" defTabSz="1088449"/>
            <a:r>
              <a:rPr lang="en-US" sz="1200">
                <a:solidFill>
                  <a:srgbClr val="000000"/>
                </a:solidFill>
                <a:latin typeface="72 Brand"/>
              </a:rPr>
              <a:t>Pink 2</a:t>
            </a:r>
            <a:br>
              <a:rPr lang="en-US" sz="1200">
                <a:solidFill>
                  <a:srgbClr val="000000"/>
                </a:solidFill>
                <a:latin typeface="72 Brand"/>
              </a:rPr>
            </a:br>
            <a:r>
              <a:rPr lang="en-US" sz="1200">
                <a:solidFill>
                  <a:srgbClr val="000000"/>
                </a:solidFill>
                <a:latin typeface="72 Brand"/>
              </a:rPr>
              <a:t>#FFDCF3</a:t>
            </a:r>
          </a:p>
        </p:txBody>
      </p:sp>
      <p:sp>
        <p:nvSpPr>
          <p:cNvPr id="46" name="Freeform 106">
            <a:extLst>
              <a:ext uri="{FF2B5EF4-FFF2-40B4-BE49-F238E27FC236}">
                <a16:creationId xmlns:a16="http://schemas.microsoft.com/office/drawing/2014/main" id="{0AD9E1EE-5506-751B-38EA-38841C8A80ED}"/>
              </a:ext>
            </a:extLst>
          </p:cNvPr>
          <p:cNvSpPr/>
          <p:nvPr userDrawn="1"/>
        </p:nvSpPr>
        <p:spPr>
          <a:xfrm>
            <a:off x="240516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8AF0"/>
          </a:solidFill>
          <a:ln w="0" cap="flat">
            <a:noFill/>
            <a:prstDash val="solid"/>
            <a:miter/>
          </a:ln>
        </p:spPr>
        <p:txBody>
          <a:bodyPr rtlCol="0" anchor="ctr"/>
          <a:lstStyle/>
          <a:p>
            <a:pPr algn="ctr" defTabSz="1088449"/>
            <a:r>
              <a:rPr lang="en-US" sz="1200">
                <a:solidFill>
                  <a:srgbClr val="000000"/>
                </a:solidFill>
                <a:latin typeface="72 Brand"/>
              </a:rPr>
              <a:t>Pink 4</a:t>
            </a:r>
            <a:br>
              <a:rPr lang="en-US" sz="1200">
                <a:solidFill>
                  <a:srgbClr val="000000"/>
                </a:solidFill>
                <a:latin typeface="72 Brand"/>
              </a:rPr>
            </a:br>
            <a:r>
              <a:rPr lang="en-US" sz="1200">
                <a:solidFill>
                  <a:srgbClr val="000000"/>
                </a:solidFill>
                <a:latin typeface="72 Brand"/>
              </a:rPr>
              <a:t>#FF8AF0</a:t>
            </a:r>
          </a:p>
        </p:txBody>
      </p:sp>
      <p:sp>
        <p:nvSpPr>
          <p:cNvPr id="47" name="Freeform 105">
            <a:extLst>
              <a:ext uri="{FF2B5EF4-FFF2-40B4-BE49-F238E27FC236}">
                <a16:creationId xmlns:a16="http://schemas.microsoft.com/office/drawing/2014/main" id="{33BC0809-597B-D705-027A-A75FF023724C}"/>
              </a:ext>
            </a:extLst>
          </p:cNvPr>
          <p:cNvSpPr/>
          <p:nvPr userDrawn="1"/>
        </p:nvSpPr>
        <p:spPr>
          <a:xfrm>
            <a:off x="430632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31DED"/>
          </a:solidFill>
          <a:ln w="0" cap="flat">
            <a:noFill/>
            <a:prstDash val="solid"/>
            <a:miter/>
          </a:ln>
        </p:spPr>
        <p:txBody>
          <a:bodyPr rtlCol="0" anchor="ctr"/>
          <a:lstStyle/>
          <a:p>
            <a:pPr algn="ctr" defTabSz="1088449"/>
            <a:r>
              <a:rPr lang="en-US" sz="1200">
                <a:latin typeface="72 Brand"/>
              </a:rPr>
              <a:t>Pink 6</a:t>
            </a:r>
            <a:br>
              <a:rPr lang="en-US" sz="1200">
                <a:latin typeface="72 Brand"/>
              </a:rPr>
            </a:br>
            <a:r>
              <a:rPr lang="en-US" sz="1200">
                <a:latin typeface="72 Brand"/>
              </a:rPr>
              <a:t>#F31DED</a:t>
            </a:r>
          </a:p>
        </p:txBody>
      </p:sp>
      <p:sp>
        <p:nvSpPr>
          <p:cNvPr id="48" name="Freeform 104">
            <a:extLst>
              <a:ext uri="{FF2B5EF4-FFF2-40B4-BE49-F238E27FC236}">
                <a16:creationId xmlns:a16="http://schemas.microsoft.com/office/drawing/2014/main" id="{EA8325A0-3800-3844-7028-1335F7DA6DD4}"/>
              </a:ext>
            </a:extLst>
          </p:cNvPr>
          <p:cNvSpPr/>
          <p:nvPr userDrawn="1"/>
        </p:nvSpPr>
        <p:spPr>
          <a:xfrm>
            <a:off x="6227422"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C00DC"/>
          </a:solidFill>
          <a:ln w="0" cap="flat">
            <a:noFill/>
            <a:prstDash val="solid"/>
            <a:miter/>
          </a:ln>
        </p:spPr>
        <p:txBody>
          <a:bodyPr rtlCol="0" anchor="ctr"/>
          <a:lstStyle/>
          <a:p>
            <a:pPr algn="ctr" defTabSz="1088449"/>
            <a:r>
              <a:rPr lang="en-US" sz="1200">
                <a:solidFill>
                  <a:srgbClr val="FFFFFF"/>
                </a:solidFill>
                <a:latin typeface="72 Brand"/>
              </a:rPr>
              <a:t>Pink 7</a:t>
            </a:r>
            <a:br>
              <a:rPr lang="en-US" sz="1200">
                <a:solidFill>
                  <a:srgbClr val="FFFFFF"/>
                </a:solidFill>
                <a:latin typeface="72 Brand"/>
              </a:rPr>
            </a:br>
            <a:r>
              <a:rPr lang="en-US" sz="1200">
                <a:solidFill>
                  <a:srgbClr val="FFFFFF"/>
                </a:solidFill>
                <a:latin typeface="72 Brand"/>
              </a:rPr>
              <a:t>#CC00DC</a:t>
            </a:r>
          </a:p>
        </p:txBody>
      </p:sp>
      <p:sp>
        <p:nvSpPr>
          <p:cNvPr id="49" name="Freeform 103">
            <a:extLst>
              <a:ext uri="{FF2B5EF4-FFF2-40B4-BE49-F238E27FC236}">
                <a16:creationId xmlns:a16="http://schemas.microsoft.com/office/drawing/2014/main" id="{0FAC4B6B-3B2C-409E-6B7B-3332654C7A79}"/>
              </a:ext>
            </a:extLst>
          </p:cNvPr>
          <p:cNvSpPr/>
          <p:nvPr userDrawn="1"/>
        </p:nvSpPr>
        <p:spPr>
          <a:xfrm>
            <a:off x="8129588" y="530264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10080"/>
          </a:solidFill>
          <a:ln w="0" cap="flat">
            <a:noFill/>
            <a:prstDash val="solid"/>
            <a:miter/>
          </a:ln>
        </p:spPr>
        <p:txBody>
          <a:bodyPr rtlCol="0" anchor="ctr"/>
          <a:lstStyle/>
          <a:p>
            <a:pPr algn="ctr" defTabSz="1088449"/>
            <a:r>
              <a:rPr lang="en-US" sz="1200">
                <a:solidFill>
                  <a:srgbClr val="FFFFFF"/>
                </a:solidFill>
                <a:latin typeface="72 Brand"/>
              </a:rPr>
              <a:t>Pink 10</a:t>
            </a:r>
            <a:br>
              <a:rPr lang="en-US" sz="1200">
                <a:solidFill>
                  <a:srgbClr val="FFFFFF"/>
                </a:solidFill>
                <a:latin typeface="72 Brand"/>
              </a:rPr>
            </a:br>
            <a:r>
              <a:rPr lang="en-US" sz="1200">
                <a:solidFill>
                  <a:srgbClr val="FFFFFF"/>
                </a:solidFill>
                <a:latin typeface="72 Brand"/>
              </a:rPr>
              <a:t>#510080</a:t>
            </a:r>
          </a:p>
        </p:txBody>
      </p:sp>
      <p:sp>
        <p:nvSpPr>
          <p:cNvPr id="50" name="Freeform 102">
            <a:extLst>
              <a:ext uri="{FF2B5EF4-FFF2-40B4-BE49-F238E27FC236}">
                <a16:creationId xmlns:a16="http://schemas.microsoft.com/office/drawing/2014/main" id="{6A62005D-6E71-B214-2A29-BFD9F334AEF1}"/>
              </a:ext>
            </a:extLst>
          </p:cNvPr>
          <p:cNvSpPr/>
          <p:nvPr userDrawn="1"/>
        </p:nvSpPr>
        <p:spPr>
          <a:xfrm>
            <a:off x="10050689" y="530264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28004A"/>
          </a:solidFill>
          <a:ln w="0" cap="flat">
            <a:noFill/>
            <a:prstDash val="solid"/>
            <a:miter/>
          </a:ln>
        </p:spPr>
        <p:txBody>
          <a:bodyPr rtlCol="0" anchor="ctr"/>
          <a:lstStyle/>
          <a:p>
            <a:pPr algn="ctr" defTabSz="1088449"/>
            <a:r>
              <a:rPr lang="en-US" sz="1200">
                <a:solidFill>
                  <a:srgbClr val="FFFFFF"/>
                </a:solidFill>
                <a:latin typeface="72 Brand"/>
              </a:rPr>
              <a:t>Pink 11</a:t>
            </a:r>
            <a:br>
              <a:rPr lang="en-US" sz="1200">
                <a:solidFill>
                  <a:srgbClr val="FFFFFF"/>
                </a:solidFill>
                <a:latin typeface="72 Brand"/>
              </a:rPr>
            </a:br>
            <a:r>
              <a:rPr lang="en-US" sz="1200">
                <a:solidFill>
                  <a:srgbClr val="FFFFFF"/>
                </a:solidFill>
                <a:latin typeface="72 Brand"/>
              </a:rPr>
              <a:t>#28004A</a:t>
            </a:r>
          </a:p>
        </p:txBody>
      </p:sp>
      <p:sp>
        <p:nvSpPr>
          <p:cNvPr id="51" name="Freeform 107">
            <a:extLst>
              <a:ext uri="{FF2B5EF4-FFF2-40B4-BE49-F238E27FC236}">
                <a16:creationId xmlns:a16="http://schemas.microsoft.com/office/drawing/2014/main" id="{F9558B7D-AA7B-F466-C1B6-364275904FF5}"/>
              </a:ext>
            </a:extLst>
          </p:cNvPr>
          <p:cNvSpPr/>
          <p:nvPr userDrawn="1"/>
        </p:nvSpPr>
        <p:spPr>
          <a:xfrm>
            <a:off x="50400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2D8FF"/>
          </a:solidFill>
          <a:ln w="0" cap="flat">
            <a:noFill/>
            <a:prstDash val="solid"/>
            <a:miter/>
          </a:ln>
        </p:spPr>
        <p:txBody>
          <a:bodyPr rtlCol="0" anchor="ctr"/>
          <a:lstStyle/>
          <a:p>
            <a:pPr algn="ctr" defTabSz="1088449"/>
            <a:r>
              <a:rPr lang="en-US" sz="1200">
                <a:solidFill>
                  <a:srgbClr val="000000"/>
                </a:solidFill>
                <a:latin typeface="72 Brand"/>
              </a:rPr>
              <a:t>Indigo 2</a:t>
            </a:r>
            <a:br>
              <a:rPr lang="en-US" sz="1200">
                <a:solidFill>
                  <a:srgbClr val="000000"/>
                </a:solidFill>
                <a:latin typeface="72 Brand"/>
              </a:rPr>
            </a:br>
            <a:r>
              <a:rPr lang="en-US" sz="1200">
                <a:solidFill>
                  <a:srgbClr val="000000"/>
                </a:solidFill>
                <a:latin typeface="72 Brand"/>
              </a:rPr>
              <a:t>#E2D8FF</a:t>
            </a:r>
          </a:p>
        </p:txBody>
      </p:sp>
      <p:sp>
        <p:nvSpPr>
          <p:cNvPr id="52" name="Freeform 112">
            <a:extLst>
              <a:ext uri="{FF2B5EF4-FFF2-40B4-BE49-F238E27FC236}">
                <a16:creationId xmlns:a16="http://schemas.microsoft.com/office/drawing/2014/main" id="{F58FB485-B376-0DC0-AC60-1825E34C0BFE}"/>
              </a:ext>
            </a:extLst>
          </p:cNvPr>
          <p:cNvSpPr/>
          <p:nvPr userDrawn="1"/>
        </p:nvSpPr>
        <p:spPr>
          <a:xfrm>
            <a:off x="240516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B894FF"/>
          </a:solidFill>
          <a:ln w="0" cap="flat">
            <a:noFill/>
            <a:prstDash val="solid"/>
            <a:miter/>
          </a:ln>
        </p:spPr>
        <p:txBody>
          <a:bodyPr rtlCol="0" anchor="ctr"/>
          <a:lstStyle/>
          <a:p>
            <a:pPr algn="ctr" defTabSz="1088449"/>
            <a:r>
              <a:rPr lang="en-US" sz="1200">
                <a:solidFill>
                  <a:srgbClr val="000000"/>
                </a:solidFill>
                <a:latin typeface="72 Brand"/>
              </a:rPr>
              <a:t>Indigo 4</a:t>
            </a:r>
            <a:br>
              <a:rPr lang="en-US" sz="1200">
                <a:solidFill>
                  <a:srgbClr val="000000"/>
                </a:solidFill>
                <a:latin typeface="72 Brand"/>
              </a:rPr>
            </a:br>
            <a:r>
              <a:rPr lang="en-US" sz="1200">
                <a:solidFill>
                  <a:srgbClr val="000000"/>
                </a:solidFill>
                <a:latin typeface="72 Brand"/>
              </a:rPr>
              <a:t>#B894FF</a:t>
            </a:r>
          </a:p>
        </p:txBody>
      </p:sp>
      <p:sp>
        <p:nvSpPr>
          <p:cNvPr id="53" name="Freeform 111">
            <a:extLst>
              <a:ext uri="{FF2B5EF4-FFF2-40B4-BE49-F238E27FC236}">
                <a16:creationId xmlns:a16="http://schemas.microsoft.com/office/drawing/2014/main" id="{E507AF13-4657-238A-2511-149A7719182F}"/>
              </a:ext>
            </a:extLst>
          </p:cNvPr>
          <p:cNvSpPr/>
          <p:nvPr userDrawn="1"/>
        </p:nvSpPr>
        <p:spPr>
          <a:xfrm>
            <a:off x="430632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7858FF"/>
          </a:solidFill>
          <a:ln w="0" cap="flat">
            <a:noFill/>
            <a:prstDash val="solid"/>
            <a:miter/>
          </a:ln>
        </p:spPr>
        <p:txBody>
          <a:bodyPr rtlCol="0" anchor="ctr"/>
          <a:lstStyle/>
          <a:p>
            <a:pPr algn="ctr" defTabSz="1088449"/>
            <a:r>
              <a:rPr lang="en-US" sz="1200">
                <a:solidFill>
                  <a:srgbClr val="FFFFFF"/>
                </a:solidFill>
                <a:latin typeface="72 Brand"/>
              </a:rPr>
              <a:t>Indigo 6</a:t>
            </a:r>
            <a:br>
              <a:rPr lang="en-US" sz="1200">
                <a:solidFill>
                  <a:srgbClr val="FFFFFF"/>
                </a:solidFill>
                <a:latin typeface="72 Brand"/>
              </a:rPr>
            </a:br>
            <a:r>
              <a:rPr lang="en-US" sz="1200">
                <a:solidFill>
                  <a:srgbClr val="FFFFFF"/>
                </a:solidFill>
                <a:latin typeface="72 Brand"/>
              </a:rPr>
              <a:t>#7858FF</a:t>
            </a:r>
          </a:p>
        </p:txBody>
      </p:sp>
      <p:sp>
        <p:nvSpPr>
          <p:cNvPr id="54" name="Freeform 110">
            <a:extLst>
              <a:ext uri="{FF2B5EF4-FFF2-40B4-BE49-F238E27FC236}">
                <a16:creationId xmlns:a16="http://schemas.microsoft.com/office/drawing/2014/main" id="{D856B3A7-2366-B45C-16D0-FE87105F81DD}"/>
              </a:ext>
            </a:extLst>
          </p:cNvPr>
          <p:cNvSpPr/>
          <p:nvPr userDrawn="1"/>
        </p:nvSpPr>
        <p:spPr>
          <a:xfrm>
            <a:off x="6227422"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D36FF"/>
          </a:solidFill>
          <a:ln w="0" cap="flat">
            <a:noFill/>
            <a:prstDash val="solid"/>
            <a:miter/>
          </a:ln>
        </p:spPr>
        <p:txBody>
          <a:bodyPr rtlCol="0" anchor="ctr"/>
          <a:lstStyle/>
          <a:p>
            <a:pPr algn="ctr" defTabSz="1088449"/>
            <a:r>
              <a:rPr lang="en-US" sz="1200">
                <a:solidFill>
                  <a:srgbClr val="FFFFFF"/>
                </a:solidFill>
                <a:latin typeface="72 Brand"/>
              </a:rPr>
              <a:t>Indigo 7</a:t>
            </a:r>
            <a:br>
              <a:rPr lang="en-US" sz="1200">
                <a:solidFill>
                  <a:srgbClr val="FFFFFF"/>
                </a:solidFill>
                <a:latin typeface="72 Brand"/>
              </a:rPr>
            </a:br>
            <a:r>
              <a:rPr lang="en-US" sz="1200">
                <a:solidFill>
                  <a:srgbClr val="FFFFFF"/>
                </a:solidFill>
                <a:latin typeface="72 Brand"/>
              </a:rPr>
              <a:t>#5D36FF</a:t>
            </a:r>
          </a:p>
        </p:txBody>
      </p:sp>
      <p:sp>
        <p:nvSpPr>
          <p:cNvPr id="55" name="Freeform 109">
            <a:extLst>
              <a:ext uri="{FF2B5EF4-FFF2-40B4-BE49-F238E27FC236}">
                <a16:creationId xmlns:a16="http://schemas.microsoft.com/office/drawing/2014/main" id="{7799D5EF-EB56-B65F-BAE3-2C832902B6E1}"/>
              </a:ext>
            </a:extLst>
          </p:cNvPr>
          <p:cNvSpPr/>
          <p:nvPr userDrawn="1"/>
        </p:nvSpPr>
        <p:spPr>
          <a:xfrm>
            <a:off x="8129588" y="589728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C0C6E"/>
          </a:solidFill>
          <a:ln w="0" cap="flat">
            <a:noFill/>
            <a:prstDash val="solid"/>
            <a:miter/>
          </a:ln>
        </p:spPr>
        <p:txBody>
          <a:bodyPr rtlCol="0" anchor="ctr"/>
          <a:lstStyle/>
          <a:p>
            <a:pPr algn="ctr" defTabSz="1088449"/>
            <a:r>
              <a:rPr lang="en-US" sz="1200">
                <a:solidFill>
                  <a:srgbClr val="FFFFFF"/>
                </a:solidFill>
                <a:latin typeface="72 Brand"/>
              </a:rPr>
              <a:t>Indigo 10</a:t>
            </a:r>
            <a:br>
              <a:rPr lang="en-US" sz="1200">
                <a:solidFill>
                  <a:srgbClr val="FFFFFF"/>
                </a:solidFill>
                <a:latin typeface="72 Brand"/>
              </a:rPr>
            </a:br>
            <a:r>
              <a:rPr lang="en-US" sz="1200">
                <a:solidFill>
                  <a:srgbClr val="FFFFFF"/>
                </a:solidFill>
                <a:latin typeface="72 Brand"/>
              </a:rPr>
              <a:t>#1C0C6E</a:t>
            </a:r>
          </a:p>
        </p:txBody>
      </p:sp>
      <p:sp>
        <p:nvSpPr>
          <p:cNvPr id="56" name="Freeform 108">
            <a:extLst>
              <a:ext uri="{FF2B5EF4-FFF2-40B4-BE49-F238E27FC236}">
                <a16:creationId xmlns:a16="http://schemas.microsoft.com/office/drawing/2014/main" id="{FEBFCC16-A965-7C12-80D6-5D77FCCE96ED}"/>
              </a:ext>
            </a:extLst>
          </p:cNvPr>
          <p:cNvSpPr/>
          <p:nvPr userDrawn="1"/>
        </p:nvSpPr>
        <p:spPr>
          <a:xfrm>
            <a:off x="10050689" y="589728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E0637"/>
          </a:solidFill>
          <a:ln w="0" cap="flat">
            <a:noFill/>
            <a:prstDash val="solid"/>
            <a:miter/>
          </a:ln>
        </p:spPr>
        <p:txBody>
          <a:bodyPr rtlCol="0" anchor="ctr"/>
          <a:lstStyle/>
          <a:p>
            <a:pPr algn="ctr" defTabSz="1088449"/>
            <a:r>
              <a:rPr lang="en-US" sz="1200">
                <a:solidFill>
                  <a:srgbClr val="FFFFFF"/>
                </a:solidFill>
                <a:latin typeface="72 Brand"/>
              </a:rPr>
              <a:t>Indigo 11</a:t>
            </a:r>
            <a:br>
              <a:rPr lang="en-US" sz="1200">
                <a:solidFill>
                  <a:srgbClr val="FFFFFF"/>
                </a:solidFill>
                <a:latin typeface="72 Brand"/>
              </a:rPr>
            </a:br>
            <a:r>
              <a:rPr lang="en-US" sz="1200">
                <a:solidFill>
                  <a:srgbClr val="FFFFFF"/>
                </a:solidFill>
                <a:latin typeface="72 Brand"/>
              </a:rPr>
              <a:t>#0E0637</a:t>
            </a:r>
          </a:p>
        </p:txBody>
      </p:sp>
      <p:sp>
        <p:nvSpPr>
          <p:cNvPr id="3" name="TextBox 2">
            <a:extLst>
              <a:ext uri="{FF2B5EF4-FFF2-40B4-BE49-F238E27FC236}">
                <a16:creationId xmlns:a16="http://schemas.microsoft.com/office/drawing/2014/main" id="{DB80C01D-E3A8-4569-013D-D597865C884B}"/>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 – </a:t>
            </a:r>
            <a:r>
              <a:rPr lang="en-GB" sz="2400" err="1">
                <a:latin typeface="72 Brand Medium" panose="020B0604030603020204" pitchFamily="34" charset="0"/>
              </a:rPr>
              <a:t>color</a:t>
            </a:r>
            <a:r>
              <a:rPr lang="en-GB" sz="2400">
                <a:latin typeface="72 Brand Medium" panose="020B0604030603020204" pitchFamily="34" charset="0"/>
              </a:rPr>
              <a:t> palette</a:t>
            </a:r>
          </a:p>
        </p:txBody>
      </p:sp>
    </p:spTree>
    <p:extLst>
      <p:ext uri="{BB962C8B-B14F-4D97-AF65-F5344CB8AC3E}">
        <p14:creationId xmlns:p14="http://schemas.microsoft.com/office/powerpoint/2010/main" val="1922348347"/>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gt;Copilot layout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5175" cy="6858000"/>
          </a:xfrm>
          <a:prstGeom prst="rect">
            <a:avLst/>
          </a:prstGeom>
          <a:solidFill>
            <a:srgbClr val="8E908C"/>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rgbClr val="A4A6A2"/>
              </a:solidFill>
            </a:endParaRPr>
          </a:p>
        </p:txBody>
      </p:sp>
      <p:sp>
        <p:nvSpPr>
          <p:cNvPr id="5" name="Do not use"/>
          <p:cNvSpPr txBox="1"/>
          <p:nvPr userDrawn="1"/>
        </p:nvSpPr>
        <p:spPr>
          <a:xfrm>
            <a:off x="430325" y="656823"/>
            <a:ext cx="11359935"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j-lt"/>
              </a:rPr>
              <a:t>The layouts following this </a:t>
            </a:r>
            <a:r>
              <a:rPr lang="en-GB" sz="4400" b="0" i="1" noProof="0">
                <a:solidFill>
                  <a:schemeClr val="bg1"/>
                </a:solidFill>
                <a:latin typeface="+mj-lt"/>
              </a:rPr>
              <a:t>are MS Copilot ones</a:t>
            </a:r>
            <a:r>
              <a:rPr lang="en-GB" sz="4400" b="0" i="0" noProof="0">
                <a:solidFill>
                  <a:schemeClr val="bg1"/>
                </a:solidFill>
                <a:latin typeface="+mj-lt"/>
              </a:rPr>
              <a:t> – please </a:t>
            </a:r>
            <a:r>
              <a:rPr lang="en-GB" sz="4400" b="0" noProof="0">
                <a:solidFill>
                  <a:schemeClr val="bg1"/>
                </a:solidFill>
                <a:latin typeface="+mn-lt"/>
              </a:rPr>
              <a:t>do not use them. </a:t>
            </a:r>
            <a:br>
              <a:rPr lang="en-GB" sz="4400" b="0" noProof="0">
                <a:solidFill>
                  <a:schemeClr val="bg1"/>
                </a:solidFill>
                <a:latin typeface="+mn-lt"/>
              </a:rPr>
            </a:br>
            <a:r>
              <a:rPr lang="en-GB" sz="4400" b="0" noProof="0">
                <a:solidFill>
                  <a:schemeClr val="bg1"/>
                </a:solidFill>
                <a:latin typeface="+mn-lt"/>
              </a:rPr>
              <a:t>These layouts </a:t>
            </a:r>
            <a:r>
              <a:rPr lang="en-GB" sz="4400" b="0" i="0" u="none" noProof="0">
                <a:solidFill>
                  <a:schemeClr val="bg1"/>
                </a:solidFill>
                <a:latin typeface="72 Brand" panose="020B0504030603020204" pitchFamily="34" charset="0"/>
              </a:rPr>
              <a:t>are</a:t>
            </a:r>
            <a:r>
              <a:rPr lang="en-GB" sz="4400" b="0" i="0" u="none" noProof="0">
                <a:solidFill>
                  <a:schemeClr val="bg1"/>
                </a:solidFill>
                <a:latin typeface="+mj-lt"/>
              </a:rPr>
              <a:t> </a:t>
            </a:r>
            <a:r>
              <a:rPr lang="en-GB" sz="4400" b="0" i="1" u="sng" noProof="0">
                <a:solidFill>
                  <a:schemeClr val="bg1"/>
                </a:solidFill>
                <a:latin typeface="+mj-lt"/>
              </a:rPr>
              <a:t>not</a:t>
            </a:r>
            <a:r>
              <a:rPr lang="en-GB" sz="4400" b="0" i="0" u="none" noProof="0">
                <a:solidFill>
                  <a:schemeClr val="bg1"/>
                </a:solidFill>
                <a:latin typeface="+mj-lt"/>
              </a:rPr>
              <a:t> </a:t>
            </a:r>
            <a:r>
              <a:rPr lang="en-GB" sz="4400" b="0" noProof="0">
                <a:solidFill>
                  <a:schemeClr val="bg1"/>
                </a:solidFill>
                <a:latin typeface="+mn-lt"/>
              </a:rPr>
              <a:t>for manual use</a:t>
            </a:r>
            <a:br>
              <a:rPr lang="en-GB" sz="2800" b="0" noProof="0">
                <a:solidFill>
                  <a:schemeClr val="bg1"/>
                </a:solidFill>
                <a:latin typeface="+mn-lt"/>
              </a:rPr>
            </a:br>
            <a:br>
              <a:rPr lang="en-GB" sz="2800" b="0" noProof="0">
                <a:solidFill>
                  <a:schemeClr val="bg1"/>
                </a:solidFill>
                <a:latin typeface="+mn-lt"/>
              </a:rPr>
            </a:br>
            <a:endParaRPr lang="en-GB" sz="2800" b="0" noProof="0">
              <a:solidFill>
                <a:schemeClr val="bg1"/>
              </a:solidFill>
              <a:latin typeface="+mn-lt"/>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7584" y="3325226"/>
            <a:ext cx="103705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325" y="3029169"/>
            <a:ext cx="10154990" cy="1569660"/>
          </a:xfrm>
          <a:prstGeom prst="rect">
            <a:avLst/>
          </a:prstGeom>
        </p:spPr>
        <p:txBody>
          <a:bodyPr wrap="square">
            <a:spAutoFit/>
          </a:bodyPr>
          <a:lstStyle/>
          <a:p>
            <a:pPr algn="ctr"/>
            <a:r>
              <a:rPr lang="en-GB" sz="9600" b="0" i="1" noProof="0">
                <a:solidFill>
                  <a:schemeClr val="bg1"/>
                </a:solidFill>
                <a:latin typeface="+mj-lt"/>
              </a:rPr>
              <a:t>Copilot layouts</a:t>
            </a:r>
            <a:endParaRPr lang="en-GB" sz="1800" b="0" i="1" noProof="0">
              <a:latin typeface="+mj-lt"/>
            </a:endParaRPr>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326" y="5186455"/>
            <a:ext cx="11359932" cy="92333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2000" b="0" noProof="0">
                <a:solidFill>
                  <a:schemeClr val="bg1"/>
                </a:solidFill>
                <a:latin typeface="+mn-lt"/>
              </a:rPr>
              <a:t>Due to MS Copilot functionality these layouts are placed in your template to be used ONLY in the Generative AI process. </a:t>
            </a:r>
            <a:br>
              <a:rPr lang="en-GB" sz="2000" b="0" noProof="0">
                <a:solidFill>
                  <a:schemeClr val="bg1"/>
                </a:solidFill>
                <a:latin typeface="+mn-lt"/>
              </a:rPr>
            </a:br>
            <a:endParaRPr lang="en-GB" sz="2000" b="0" noProof="0">
              <a:solidFill>
                <a:schemeClr val="bg1"/>
              </a:solidFill>
              <a:latin typeface="+mn-lt"/>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590249" y="6537073"/>
            <a:ext cx="985275"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E5A79F-CEE8-4C11-A8A5-0D02CD0019B9}" type="datetime4">
              <a:rPr lang="en-US" smtClean="0"/>
              <a:pPr/>
              <a:t>September 12, 2026</a:t>
            </a:fld>
            <a:endParaRPr lang="en-GB"/>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1584685" y="6537073"/>
            <a:ext cx="2948351"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320341" y="6537073"/>
            <a:ext cx="265838" cy="141861"/>
          </a:xfrm>
          <a:prstGeom prst="rect">
            <a:avLst/>
          </a:prstGeom>
        </p:spPr>
        <p:txBody>
          <a:bodyPr vert="horz" lIns="0" tIns="0" rIns="0" bIns="0" rtlCol="0" anchor="t" anchorCtr="0"/>
          <a:lstStyle>
            <a:defPPr>
              <a:defRPr lang="en-US"/>
            </a:defPPr>
            <a:lvl1pPr marL="0" algn="l" defTabSz="914400" rtl="0" eaLnBrk="1" latinLnBrk="0" hangingPunct="1">
              <a:defRPr sz="700" b="0" i="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a:t>
            </a:fld>
            <a:endParaRPr lang="en-GB"/>
          </a:p>
        </p:txBody>
      </p:sp>
    </p:spTree>
    <p:extLst>
      <p:ext uri="{BB962C8B-B14F-4D97-AF65-F5344CB8AC3E}">
        <p14:creationId xmlns:p14="http://schemas.microsoft.com/office/powerpoint/2010/main" val="15802789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Photo">
    <p:bg>
      <p:bgRef idx="1001">
        <a:schemeClr val="bg1"/>
      </p:bgRef>
    </p:bg>
    <p:spTree>
      <p:nvGrpSpPr>
        <p:cNvPr id="1" name=""/>
        <p:cNvGrpSpPr/>
        <p:nvPr/>
      </p:nvGrpSpPr>
      <p:grpSpPr>
        <a:xfrm>
          <a:off x="0" y="0"/>
          <a:ext cx="0" cy="0"/>
          <a:chOff x="0" y="0"/>
          <a:chExt cx="0" cy="0"/>
        </a:xfrm>
      </p:grpSpPr>
      <p:pic>
        <p:nvPicPr>
          <p:cNvPr id="10" name="Image 0" descr="preencoded.png">
            <a:extLst>
              <a:ext uri="{FF2B5EF4-FFF2-40B4-BE49-F238E27FC236}">
                <a16:creationId xmlns:a16="http://schemas.microsoft.com/office/drawing/2014/main" id="{9DE307C8-D1C3-00E2-C5B0-2A7EBB98138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12195175" cy="6861496"/>
          </a:xfrm>
          <a:prstGeom prst="rect">
            <a:avLst/>
          </a:prstGeom>
        </p:spPr>
      </p:pic>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52355" y="1230008"/>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75176" y="0"/>
            <a:ext cx="4320000" cy="6858000"/>
          </a:xfrm>
        </p:spPr>
        <p:txBody>
          <a:bodyPr anchor="ctr" anchorCtr="0"/>
          <a:lstStyle>
            <a:lvl1pPr marL="0" indent="0" algn="ctr">
              <a:buNone/>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504000" y="2206502"/>
            <a:ext cx="5465762" cy="997196"/>
          </a:xfrm>
        </p:spPr>
        <p:txBody>
          <a:bodyPr anchor="b" anchorCtr="0">
            <a:noAutofit/>
          </a:bodyPr>
          <a:lstStyle>
            <a:lvl1pPr>
              <a:lnSpc>
                <a:spcPct val="90000"/>
              </a:lnSpc>
              <a:defRPr sz="3600" b="0" i="0">
                <a:solidFill>
                  <a:schemeClr val="bg1"/>
                </a:solidFill>
                <a:latin typeface="+mj-lt"/>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pic>
        <p:nvPicPr>
          <p:cNvPr id="980033711" name="LogoWhite-Dynamic" descr="{&quot;templafy&quot;:{&quot;id&quot;:&quot;f6b63be9-146f-4355-b4ef-6e3d37222459&quot;}}"/>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04000" y="504000"/>
            <a:ext cx="727192" cy="360000"/>
          </a:xfrm>
          <a:prstGeom prst="rect">
            <a:avLst/>
          </a:prstGeom>
        </p:spPr>
      </p:pic>
      <p:sp>
        <p:nvSpPr>
          <p:cNvPr id="5" name="Subtitle 2">
            <a:extLst>
              <a:ext uri="{FF2B5EF4-FFF2-40B4-BE49-F238E27FC236}">
                <a16:creationId xmlns:a16="http://schemas.microsoft.com/office/drawing/2014/main" id="{170C7C75-B8E8-8263-D763-8DE1A07D604F}"/>
              </a:ext>
            </a:extLst>
          </p:cNvPr>
          <p:cNvSpPr>
            <a:spLocks noGrp="1"/>
          </p:cNvSpPr>
          <p:nvPr>
            <p:ph type="subTitle" idx="1"/>
          </p:nvPr>
        </p:nvSpPr>
        <p:spPr>
          <a:xfrm>
            <a:off x="504000" y="4267200"/>
            <a:ext cx="5471873" cy="49371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7441451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389">
          <p15:clr>
            <a:srgbClr val="FBAE40"/>
          </p15:clr>
        </p15:guide>
        <p15:guide id="3" orient="horz" pos="2688">
          <p15:clr>
            <a:srgbClr val="FBAE40"/>
          </p15:clr>
        </p15:guide>
        <p15:guide id="4" orient="horz" pos="2334">
          <p15:clr>
            <a:srgbClr val="FBAE40"/>
          </p15:clr>
        </p15:guide>
        <p15:guide id="5" orient="horz" pos="2999">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1B90FF"/>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2CB99639-CA6D-C021-C2BB-8FB93A08B673}"/>
              </a:ext>
            </a:extLst>
          </p:cNvPr>
          <p:cNvSpPr/>
          <p:nvPr userDrawn="1"/>
        </p:nvSpPr>
        <p:spPr bwMode="gray">
          <a:xfrm>
            <a:off x="6923314" y="0"/>
            <a:ext cx="5271861" cy="6858000"/>
          </a:xfrm>
          <a:custGeom>
            <a:avLst/>
            <a:gdLst>
              <a:gd name="connsiteX0" fmla="*/ 4527845 w 5271861"/>
              <a:gd name="connsiteY0" fmla="*/ 6407328 h 6858000"/>
              <a:gd name="connsiteX1" fmla="*/ 4527845 w 5271861"/>
              <a:gd name="connsiteY1" fmla="*/ 6579564 h 6858000"/>
              <a:gd name="connsiteX2" fmla="*/ 4716336 w 5271861"/>
              <a:gd name="connsiteY2" fmla="*/ 6579564 h 6858000"/>
              <a:gd name="connsiteX3" fmla="*/ 4898746 w 5271861"/>
              <a:gd name="connsiteY3" fmla="*/ 6407328 h 6858000"/>
              <a:gd name="connsiteX4" fmla="*/ 3485857 w 5271861"/>
              <a:gd name="connsiteY4" fmla="*/ 6407328 h 6858000"/>
              <a:gd name="connsiteX5" fmla="*/ 3485857 w 5271861"/>
              <a:gd name="connsiteY5" fmla="*/ 6579564 h 6858000"/>
              <a:gd name="connsiteX6" fmla="*/ 3674348 w 5271861"/>
              <a:gd name="connsiteY6" fmla="*/ 6579564 h 6858000"/>
              <a:gd name="connsiteX7" fmla="*/ 3856758 w 5271861"/>
              <a:gd name="connsiteY7" fmla="*/ 6407328 h 6858000"/>
              <a:gd name="connsiteX8" fmla="*/ 2443870 w 5271861"/>
              <a:gd name="connsiteY8" fmla="*/ 6407328 h 6858000"/>
              <a:gd name="connsiteX9" fmla="*/ 2443870 w 5271861"/>
              <a:gd name="connsiteY9" fmla="*/ 6579564 h 6858000"/>
              <a:gd name="connsiteX10" fmla="*/ 2635134 w 5271861"/>
              <a:gd name="connsiteY10" fmla="*/ 6579564 h 6858000"/>
              <a:gd name="connsiteX11" fmla="*/ 2820227 w 5271861"/>
              <a:gd name="connsiteY11" fmla="*/ 6407328 h 6858000"/>
              <a:gd name="connsiteX12" fmla="*/ 1407336 w 5271861"/>
              <a:gd name="connsiteY12" fmla="*/ 6407328 h 6858000"/>
              <a:gd name="connsiteX13" fmla="*/ 1407336 w 5271861"/>
              <a:gd name="connsiteY13" fmla="*/ 6579564 h 6858000"/>
              <a:gd name="connsiteX14" fmla="*/ 1595827 w 5271861"/>
              <a:gd name="connsiteY14" fmla="*/ 6579564 h 6858000"/>
              <a:gd name="connsiteX15" fmla="*/ 1778237 w 5271861"/>
              <a:gd name="connsiteY15" fmla="*/ 6407328 h 6858000"/>
              <a:gd name="connsiteX16" fmla="*/ 365348 w 5271861"/>
              <a:gd name="connsiteY16" fmla="*/ 6407328 h 6858000"/>
              <a:gd name="connsiteX17" fmla="*/ 365348 w 5271861"/>
              <a:gd name="connsiteY17" fmla="*/ 6579564 h 6858000"/>
              <a:gd name="connsiteX18" fmla="*/ 553839 w 5271861"/>
              <a:gd name="connsiteY18" fmla="*/ 6579564 h 6858000"/>
              <a:gd name="connsiteX19" fmla="*/ 736249 w 5271861"/>
              <a:gd name="connsiteY19" fmla="*/ 6407328 h 6858000"/>
              <a:gd name="connsiteX20" fmla="*/ 4527845 w 5271861"/>
              <a:gd name="connsiteY20" fmla="*/ 5635335 h 6858000"/>
              <a:gd name="connsiteX21" fmla="*/ 4527845 w 5271861"/>
              <a:gd name="connsiteY21" fmla="*/ 5807571 h 6858000"/>
              <a:gd name="connsiteX22" fmla="*/ 4716336 w 5271861"/>
              <a:gd name="connsiteY22" fmla="*/ 5807571 h 6858000"/>
              <a:gd name="connsiteX23" fmla="*/ 4898746 w 5271861"/>
              <a:gd name="connsiteY23" fmla="*/ 5635335 h 6858000"/>
              <a:gd name="connsiteX24" fmla="*/ 3485857 w 5271861"/>
              <a:gd name="connsiteY24" fmla="*/ 5635335 h 6858000"/>
              <a:gd name="connsiteX25" fmla="*/ 3485857 w 5271861"/>
              <a:gd name="connsiteY25" fmla="*/ 5807571 h 6858000"/>
              <a:gd name="connsiteX26" fmla="*/ 3674348 w 5271861"/>
              <a:gd name="connsiteY26" fmla="*/ 5807571 h 6858000"/>
              <a:gd name="connsiteX27" fmla="*/ 3856758 w 5271861"/>
              <a:gd name="connsiteY27" fmla="*/ 5635335 h 6858000"/>
              <a:gd name="connsiteX28" fmla="*/ 2443870 w 5271861"/>
              <a:gd name="connsiteY28" fmla="*/ 5635335 h 6858000"/>
              <a:gd name="connsiteX29" fmla="*/ 2443870 w 5271861"/>
              <a:gd name="connsiteY29" fmla="*/ 5807571 h 6858000"/>
              <a:gd name="connsiteX30" fmla="*/ 2635134 w 5271861"/>
              <a:gd name="connsiteY30" fmla="*/ 5807571 h 6858000"/>
              <a:gd name="connsiteX31" fmla="*/ 2820227 w 5271861"/>
              <a:gd name="connsiteY31" fmla="*/ 5635335 h 6858000"/>
              <a:gd name="connsiteX32" fmla="*/ 1407336 w 5271861"/>
              <a:gd name="connsiteY32" fmla="*/ 5635335 h 6858000"/>
              <a:gd name="connsiteX33" fmla="*/ 1407336 w 5271861"/>
              <a:gd name="connsiteY33" fmla="*/ 5807571 h 6858000"/>
              <a:gd name="connsiteX34" fmla="*/ 1595827 w 5271861"/>
              <a:gd name="connsiteY34" fmla="*/ 5807571 h 6858000"/>
              <a:gd name="connsiteX35" fmla="*/ 1778237 w 5271861"/>
              <a:gd name="connsiteY35" fmla="*/ 5635335 h 6858000"/>
              <a:gd name="connsiteX36" fmla="*/ 365348 w 5271861"/>
              <a:gd name="connsiteY36" fmla="*/ 5635335 h 6858000"/>
              <a:gd name="connsiteX37" fmla="*/ 365348 w 5271861"/>
              <a:gd name="connsiteY37" fmla="*/ 5807571 h 6858000"/>
              <a:gd name="connsiteX38" fmla="*/ 553839 w 5271861"/>
              <a:gd name="connsiteY38" fmla="*/ 5807571 h 6858000"/>
              <a:gd name="connsiteX39" fmla="*/ 736249 w 5271861"/>
              <a:gd name="connsiteY39" fmla="*/ 5635335 h 6858000"/>
              <a:gd name="connsiteX40" fmla="*/ 4527845 w 5271861"/>
              <a:gd name="connsiteY40" fmla="*/ 4869722 h 6858000"/>
              <a:gd name="connsiteX41" fmla="*/ 4527845 w 5271861"/>
              <a:gd name="connsiteY41" fmla="*/ 5041958 h 6858000"/>
              <a:gd name="connsiteX42" fmla="*/ 4716336 w 5271861"/>
              <a:gd name="connsiteY42" fmla="*/ 5041958 h 6858000"/>
              <a:gd name="connsiteX43" fmla="*/ 4898746 w 5271861"/>
              <a:gd name="connsiteY43" fmla="*/ 4869722 h 6858000"/>
              <a:gd name="connsiteX44" fmla="*/ 3485857 w 5271861"/>
              <a:gd name="connsiteY44" fmla="*/ 4869722 h 6858000"/>
              <a:gd name="connsiteX45" fmla="*/ 3485857 w 5271861"/>
              <a:gd name="connsiteY45" fmla="*/ 5041958 h 6858000"/>
              <a:gd name="connsiteX46" fmla="*/ 3674348 w 5271861"/>
              <a:gd name="connsiteY46" fmla="*/ 5041958 h 6858000"/>
              <a:gd name="connsiteX47" fmla="*/ 3856758 w 5271861"/>
              <a:gd name="connsiteY47" fmla="*/ 4869722 h 6858000"/>
              <a:gd name="connsiteX48" fmla="*/ 2443870 w 5271861"/>
              <a:gd name="connsiteY48" fmla="*/ 4869722 h 6858000"/>
              <a:gd name="connsiteX49" fmla="*/ 2443870 w 5271861"/>
              <a:gd name="connsiteY49" fmla="*/ 5041958 h 6858000"/>
              <a:gd name="connsiteX50" fmla="*/ 2635134 w 5271861"/>
              <a:gd name="connsiteY50" fmla="*/ 5041958 h 6858000"/>
              <a:gd name="connsiteX51" fmla="*/ 2820227 w 5271861"/>
              <a:gd name="connsiteY51" fmla="*/ 4869722 h 6858000"/>
              <a:gd name="connsiteX52" fmla="*/ 1407336 w 5271861"/>
              <a:gd name="connsiteY52" fmla="*/ 4869722 h 6858000"/>
              <a:gd name="connsiteX53" fmla="*/ 1407336 w 5271861"/>
              <a:gd name="connsiteY53" fmla="*/ 5041958 h 6858000"/>
              <a:gd name="connsiteX54" fmla="*/ 1595827 w 5271861"/>
              <a:gd name="connsiteY54" fmla="*/ 5041958 h 6858000"/>
              <a:gd name="connsiteX55" fmla="*/ 1778237 w 5271861"/>
              <a:gd name="connsiteY55" fmla="*/ 4869722 h 6858000"/>
              <a:gd name="connsiteX56" fmla="*/ 365348 w 5271861"/>
              <a:gd name="connsiteY56" fmla="*/ 4869722 h 6858000"/>
              <a:gd name="connsiteX57" fmla="*/ 365348 w 5271861"/>
              <a:gd name="connsiteY57" fmla="*/ 5041958 h 6858000"/>
              <a:gd name="connsiteX58" fmla="*/ 553839 w 5271861"/>
              <a:gd name="connsiteY58" fmla="*/ 5041958 h 6858000"/>
              <a:gd name="connsiteX59" fmla="*/ 736249 w 5271861"/>
              <a:gd name="connsiteY59" fmla="*/ 4869722 h 6858000"/>
              <a:gd name="connsiteX60" fmla="*/ 4527845 w 5271861"/>
              <a:gd name="connsiteY60" fmla="*/ 4097728 h 6858000"/>
              <a:gd name="connsiteX61" fmla="*/ 4527845 w 5271861"/>
              <a:gd name="connsiteY61" fmla="*/ 4269964 h 6858000"/>
              <a:gd name="connsiteX62" fmla="*/ 4716336 w 5271861"/>
              <a:gd name="connsiteY62" fmla="*/ 4269964 h 6858000"/>
              <a:gd name="connsiteX63" fmla="*/ 4898746 w 5271861"/>
              <a:gd name="connsiteY63" fmla="*/ 4097728 h 6858000"/>
              <a:gd name="connsiteX64" fmla="*/ 3485857 w 5271861"/>
              <a:gd name="connsiteY64" fmla="*/ 4097728 h 6858000"/>
              <a:gd name="connsiteX65" fmla="*/ 3485857 w 5271861"/>
              <a:gd name="connsiteY65" fmla="*/ 4269964 h 6858000"/>
              <a:gd name="connsiteX66" fmla="*/ 3674348 w 5271861"/>
              <a:gd name="connsiteY66" fmla="*/ 4269964 h 6858000"/>
              <a:gd name="connsiteX67" fmla="*/ 3856758 w 5271861"/>
              <a:gd name="connsiteY67" fmla="*/ 4097728 h 6858000"/>
              <a:gd name="connsiteX68" fmla="*/ 2443870 w 5271861"/>
              <a:gd name="connsiteY68" fmla="*/ 4097728 h 6858000"/>
              <a:gd name="connsiteX69" fmla="*/ 2443870 w 5271861"/>
              <a:gd name="connsiteY69" fmla="*/ 4269964 h 6858000"/>
              <a:gd name="connsiteX70" fmla="*/ 2635134 w 5271861"/>
              <a:gd name="connsiteY70" fmla="*/ 4269964 h 6858000"/>
              <a:gd name="connsiteX71" fmla="*/ 2820227 w 5271861"/>
              <a:gd name="connsiteY71" fmla="*/ 4097728 h 6858000"/>
              <a:gd name="connsiteX72" fmla="*/ 1407336 w 5271861"/>
              <a:gd name="connsiteY72" fmla="*/ 4097728 h 6858000"/>
              <a:gd name="connsiteX73" fmla="*/ 1407336 w 5271861"/>
              <a:gd name="connsiteY73" fmla="*/ 4269964 h 6858000"/>
              <a:gd name="connsiteX74" fmla="*/ 1595827 w 5271861"/>
              <a:gd name="connsiteY74" fmla="*/ 4269964 h 6858000"/>
              <a:gd name="connsiteX75" fmla="*/ 1778237 w 5271861"/>
              <a:gd name="connsiteY75" fmla="*/ 4097728 h 6858000"/>
              <a:gd name="connsiteX76" fmla="*/ 365348 w 5271861"/>
              <a:gd name="connsiteY76" fmla="*/ 4097728 h 6858000"/>
              <a:gd name="connsiteX77" fmla="*/ 365348 w 5271861"/>
              <a:gd name="connsiteY77" fmla="*/ 4269964 h 6858000"/>
              <a:gd name="connsiteX78" fmla="*/ 553839 w 5271861"/>
              <a:gd name="connsiteY78" fmla="*/ 4269964 h 6858000"/>
              <a:gd name="connsiteX79" fmla="*/ 736249 w 5271861"/>
              <a:gd name="connsiteY79" fmla="*/ 4097728 h 6858000"/>
              <a:gd name="connsiteX80" fmla="*/ 4527847 w 5271861"/>
              <a:gd name="connsiteY80" fmla="*/ 3332115 h 6858000"/>
              <a:gd name="connsiteX81" fmla="*/ 4527847 w 5271861"/>
              <a:gd name="connsiteY81" fmla="*/ 3497972 h 6858000"/>
              <a:gd name="connsiteX82" fmla="*/ 4716338 w 5271861"/>
              <a:gd name="connsiteY82" fmla="*/ 3497972 h 6858000"/>
              <a:gd name="connsiteX83" fmla="*/ 4898750 w 5271861"/>
              <a:gd name="connsiteY83" fmla="*/ 3332115 h 6858000"/>
              <a:gd name="connsiteX84" fmla="*/ 3485859 w 5271861"/>
              <a:gd name="connsiteY84" fmla="*/ 3332115 h 6858000"/>
              <a:gd name="connsiteX85" fmla="*/ 3485859 w 5271861"/>
              <a:gd name="connsiteY85" fmla="*/ 3497972 h 6858000"/>
              <a:gd name="connsiteX86" fmla="*/ 3674350 w 5271861"/>
              <a:gd name="connsiteY86" fmla="*/ 3497972 h 6858000"/>
              <a:gd name="connsiteX87" fmla="*/ 3856762 w 5271861"/>
              <a:gd name="connsiteY87" fmla="*/ 3332115 h 6858000"/>
              <a:gd name="connsiteX88" fmla="*/ 2443871 w 5271861"/>
              <a:gd name="connsiteY88" fmla="*/ 3332115 h 6858000"/>
              <a:gd name="connsiteX89" fmla="*/ 2443871 w 5271861"/>
              <a:gd name="connsiteY89" fmla="*/ 3497972 h 6858000"/>
              <a:gd name="connsiteX90" fmla="*/ 2635134 w 5271861"/>
              <a:gd name="connsiteY90" fmla="*/ 3497972 h 6858000"/>
              <a:gd name="connsiteX91" fmla="*/ 2820228 w 5271861"/>
              <a:gd name="connsiteY91" fmla="*/ 3332115 h 6858000"/>
              <a:gd name="connsiteX92" fmla="*/ 1407338 w 5271861"/>
              <a:gd name="connsiteY92" fmla="*/ 3332115 h 6858000"/>
              <a:gd name="connsiteX93" fmla="*/ 1407338 w 5271861"/>
              <a:gd name="connsiteY93" fmla="*/ 3497972 h 6858000"/>
              <a:gd name="connsiteX94" fmla="*/ 1595829 w 5271861"/>
              <a:gd name="connsiteY94" fmla="*/ 3497972 h 6858000"/>
              <a:gd name="connsiteX95" fmla="*/ 1778241 w 5271861"/>
              <a:gd name="connsiteY95" fmla="*/ 3332115 h 6858000"/>
              <a:gd name="connsiteX96" fmla="*/ 365350 w 5271861"/>
              <a:gd name="connsiteY96" fmla="*/ 3332115 h 6858000"/>
              <a:gd name="connsiteX97" fmla="*/ 365350 w 5271861"/>
              <a:gd name="connsiteY97" fmla="*/ 3497972 h 6858000"/>
              <a:gd name="connsiteX98" fmla="*/ 553841 w 5271861"/>
              <a:gd name="connsiteY98" fmla="*/ 3497972 h 6858000"/>
              <a:gd name="connsiteX99" fmla="*/ 736253 w 5271861"/>
              <a:gd name="connsiteY99" fmla="*/ 3332115 h 6858000"/>
              <a:gd name="connsiteX100" fmla="*/ 4527845 w 5271861"/>
              <a:gd name="connsiteY100" fmla="*/ 2560122 h 6858000"/>
              <a:gd name="connsiteX101" fmla="*/ 4527845 w 5271861"/>
              <a:gd name="connsiteY101" fmla="*/ 2732358 h 6858000"/>
              <a:gd name="connsiteX102" fmla="*/ 4716336 w 5271861"/>
              <a:gd name="connsiteY102" fmla="*/ 2732358 h 6858000"/>
              <a:gd name="connsiteX103" fmla="*/ 4898746 w 5271861"/>
              <a:gd name="connsiteY103" fmla="*/ 2560122 h 6858000"/>
              <a:gd name="connsiteX104" fmla="*/ 3485857 w 5271861"/>
              <a:gd name="connsiteY104" fmla="*/ 2560122 h 6858000"/>
              <a:gd name="connsiteX105" fmla="*/ 3485857 w 5271861"/>
              <a:gd name="connsiteY105" fmla="*/ 2732358 h 6858000"/>
              <a:gd name="connsiteX106" fmla="*/ 3674348 w 5271861"/>
              <a:gd name="connsiteY106" fmla="*/ 2732358 h 6858000"/>
              <a:gd name="connsiteX107" fmla="*/ 3856758 w 5271861"/>
              <a:gd name="connsiteY107" fmla="*/ 2560122 h 6858000"/>
              <a:gd name="connsiteX108" fmla="*/ 2443870 w 5271861"/>
              <a:gd name="connsiteY108" fmla="*/ 2560122 h 6858000"/>
              <a:gd name="connsiteX109" fmla="*/ 2443870 w 5271861"/>
              <a:gd name="connsiteY109" fmla="*/ 2732358 h 6858000"/>
              <a:gd name="connsiteX110" fmla="*/ 2635134 w 5271861"/>
              <a:gd name="connsiteY110" fmla="*/ 2732358 h 6858000"/>
              <a:gd name="connsiteX111" fmla="*/ 2820227 w 5271861"/>
              <a:gd name="connsiteY111" fmla="*/ 2560122 h 6858000"/>
              <a:gd name="connsiteX112" fmla="*/ 1407336 w 5271861"/>
              <a:gd name="connsiteY112" fmla="*/ 2560122 h 6858000"/>
              <a:gd name="connsiteX113" fmla="*/ 1407336 w 5271861"/>
              <a:gd name="connsiteY113" fmla="*/ 2732358 h 6858000"/>
              <a:gd name="connsiteX114" fmla="*/ 1595827 w 5271861"/>
              <a:gd name="connsiteY114" fmla="*/ 2732358 h 6858000"/>
              <a:gd name="connsiteX115" fmla="*/ 1778237 w 5271861"/>
              <a:gd name="connsiteY115" fmla="*/ 2560122 h 6858000"/>
              <a:gd name="connsiteX116" fmla="*/ 365348 w 5271861"/>
              <a:gd name="connsiteY116" fmla="*/ 2560122 h 6858000"/>
              <a:gd name="connsiteX117" fmla="*/ 365348 w 5271861"/>
              <a:gd name="connsiteY117" fmla="*/ 2732357 h 6858000"/>
              <a:gd name="connsiteX118" fmla="*/ 553839 w 5271861"/>
              <a:gd name="connsiteY118" fmla="*/ 2732357 h 6858000"/>
              <a:gd name="connsiteX119" fmla="*/ 736249 w 5271861"/>
              <a:gd name="connsiteY119" fmla="*/ 2560122 h 6858000"/>
              <a:gd name="connsiteX120" fmla="*/ 4527845 w 5271861"/>
              <a:gd name="connsiteY120" fmla="*/ 1788129 h 6858000"/>
              <a:gd name="connsiteX121" fmla="*/ 4527845 w 5271861"/>
              <a:gd name="connsiteY121" fmla="*/ 1960365 h 6858000"/>
              <a:gd name="connsiteX122" fmla="*/ 4716336 w 5271861"/>
              <a:gd name="connsiteY122" fmla="*/ 1960365 h 6858000"/>
              <a:gd name="connsiteX123" fmla="*/ 4898746 w 5271861"/>
              <a:gd name="connsiteY123" fmla="*/ 1788129 h 6858000"/>
              <a:gd name="connsiteX124" fmla="*/ 3485857 w 5271861"/>
              <a:gd name="connsiteY124" fmla="*/ 1788129 h 6858000"/>
              <a:gd name="connsiteX125" fmla="*/ 3485857 w 5271861"/>
              <a:gd name="connsiteY125" fmla="*/ 1960365 h 6858000"/>
              <a:gd name="connsiteX126" fmla="*/ 3674348 w 5271861"/>
              <a:gd name="connsiteY126" fmla="*/ 1960365 h 6858000"/>
              <a:gd name="connsiteX127" fmla="*/ 3856758 w 5271861"/>
              <a:gd name="connsiteY127" fmla="*/ 1788129 h 6858000"/>
              <a:gd name="connsiteX128" fmla="*/ 2443870 w 5271861"/>
              <a:gd name="connsiteY128" fmla="*/ 1788129 h 6858000"/>
              <a:gd name="connsiteX129" fmla="*/ 2443870 w 5271861"/>
              <a:gd name="connsiteY129" fmla="*/ 1960365 h 6858000"/>
              <a:gd name="connsiteX130" fmla="*/ 2635134 w 5271861"/>
              <a:gd name="connsiteY130" fmla="*/ 1960365 h 6858000"/>
              <a:gd name="connsiteX131" fmla="*/ 2820227 w 5271861"/>
              <a:gd name="connsiteY131" fmla="*/ 1788129 h 6858000"/>
              <a:gd name="connsiteX132" fmla="*/ 1407336 w 5271861"/>
              <a:gd name="connsiteY132" fmla="*/ 1788129 h 6858000"/>
              <a:gd name="connsiteX133" fmla="*/ 1407336 w 5271861"/>
              <a:gd name="connsiteY133" fmla="*/ 1960365 h 6858000"/>
              <a:gd name="connsiteX134" fmla="*/ 1595827 w 5271861"/>
              <a:gd name="connsiteY134" fmla="*/ 1960365 h 6858000"/>
              <a:gd name="connsiteX135" fmla="*/ 1778237 w 5271861"/>
              <a:gd name="connsiteY135" fmla="*/ 1788129 h 6858000"/>
              <a:gd name="connsiteX136" fmla="*/ 365348 w 5271861"/>
              <a:gd name="connsiteY136" fmla="*/ 1788128 h 6858000"/>
              <a:gd name="connsiteX137" fmla="*/ 365348 w 5271861"/>
              <a:gd name="connsiteY137" fmla="*/ 1960364 h 6858000"/>
              <a:gd name="connsiteX138" fmla="*/ 553839 w 5271861"/>
              <a:gd name="connsiteY138" fmla="*/ 1960364 h 6858000"/>
              <a:gd name="connsiteX139" fmla="*/ 736249 w 5271861"/>
              <a:gd name="connsiteY139" fmla="*/ 1788128 h 6858000"/>
              <a:gd name="connsiteX140" fmla="*/ 4527845 w 5271861"/>
              <a:gd name="connsiteY140" fmla="*/ 1022516 h 6858000"/>
              <a:gd name="connsiteX141" fmla="*/ 4527845 w 5271861"/>
              <a:gd name="connsiteY141" fmla="*/ 1194753 h 6858000"/>
              <a:gd name="connsiteX142" fmla="*/ 4716336 w 5271861"/>
              <a:gd name="connsiteY142" fmla="*/ 1194753 h 6858000"/>
              <a:gd name="connsiteX143" fmla="*/ 4898746 w 5271861"/>
              <a:gd name="connsiteY143" fmla="*/ 1022516 h 6858000"/>
              <a:gd name="connsiteX144" fmla="*/ 3485857 w 5271861"/>
              <a:gd name="connsiteY144" fmla="*/ 1022516 h 6858000"/>
              <a:gd name="connsiteX145" fmla="*/ 3485857 w 5271861"/>
              <a:gd name="connsiteY145" fmla="*/ 1194753 h 6858000"/>
              <a:gd name="connsiteX146" fmla="*/ 3674348 w 5271861"/>
              <a:gd name="connsiteY146" fmla="*/ 1194753 h 6858000"/>
              <a:gd name="connsiteX147" fmla="*/ 3856758 w 5271861"/>
              <a:gd name="connsiteY147" fmla="*/ 1022516 h 6858000"/>
              <a:gd name="connsiteX148" fmla="*/ 2443870 w 5271861"/>
              <a:gd name="connsiteY148" fmla="*/ 1022516 h 6858000"/>
              <a:gd name="connsiteX149" fmla="*/ 2443870 w 5271861"/>
              <a:gd name="connsiteY149" fmla="*/ 1194753 h 6858000"/>
              <a:gd name="connsiteX150" fmla="*/ 2635134 w 5271861"/>
              <a:gd name="connsiteY150" fmla="*/ 1194753 h 6858000"/>
              <a:gd name="connsiteX151" fmla="*/ 2820227 w 5271861"/>
              <a:gd name="connsiteY151" fmla="*/ 1022516 h 6858000"/>
              <a:gd name="connsiteX152" fmla="*/ 1407336 w 5271861"/>
              <a:gd name="connsiteY152" fmla="*/ 1022516 h 6858000"/>
              <a:gd name="connsiteX153" fmla="*/ 1407336 w 5271861"/>
              <a:gd name="connsiteY153" fmla="*/ 1194753 h 6858000"/>
              <a:gd name="connsiteX154" fmla="*/ 1595827 w 5271861"/>
              <a:gd name="connsiteY154" fmla="*/ 1194753 h 6858000"/>
              <a:gd name="connsiteX155" fmla="*/ 1778237 w 5271861"/>
              <a:gd name="connsiteY155" fmla="*/ 1022516 h 6858000"/>
              <a:gd name="connsiteX156" fmla="*/ 365348 w 5271861"/>
              <a:gd name="connsiteY156" fmla="*/ 1022515 h 6858000"/>
              <a:gd name="connsiteX157" fmla="*/ 365348 w 5271861"/>
              <a:gd name="connsiteY157" fmla="*/ 1194751 h 6858000"/>
              <a:gd name="connsiteX158" fmla="*/ 553839 w 5271861"/>
              <a:gd name="connsiteY158" fmla="*/ 1194751 h 6858000"/>
              <a:gd name="connsiteX159" fmla="*/ 736249 w 5271861"/>
              <a:gd name="connsiteY159" fmla="*/ 1022515 h 6858000"/>
              <a:gd name="connsiteX160" fmla="*/ 4527845 w 5271861"/>
              <a:gd name="connsiteY160" fmla="*/ 250524 h 6858000"/>
              <a:gd name="connsiteX161" fmla="*/ 4527845 w 5271861"/>
              <a:gd name="connsiteY161" fmla="*/ 422759 h 6858000"/>
              <a:gd name="connsiteX162" fmla="*/ 4716336 w 5271861"/>
              <a:gd name="connsiteY162" fmla="*/ 422759 h 6858000"/>
              <a:gd name="connsiteX163" fmla="*/ 4898746 w 5271861"/>
              <a:gd name="connsiteY163" fmla="*/ 250524 h 6858000"/>
              <a:gd name="connsiteX164" fmla="*/ 3485857 w 5271861"/>
              <a:gd name="connsiteY164" fmla="*/ 250524 h 6858000"/>
              <a:gd name="connsiteX165" fmla="*/ 3485857 w 5271861"/>
              <a:gd name="connsiteY165" fmla="*/ 422759 h 6858000"/>
              <a:gd name="connsiteX166" fmla="*/ 3674348 w 5271861"/>
              <a:gd name="connsiteY166" fmla="*/ 422759 h 6858000"/>
              <a:gd name="connsiteX167" fmla="*/ 3856758 w 5271861"/>
              <a:gd name="connsiteY167" fmla="*/ 250524 h 6858000"/>
              <a:gd name="connsiteX168" fmla="*/ 2443870 w 5271861"/>
              <a:gd name="connsiteY168" fmla="*/ 250524 h 6858000"/>
              <a:gd name="connsiteX169" fmla="*/ 2443870 w 5271861"/>
              <a:gd name="connsiteY169" fmla="*/ 422759 h 6858000"/>
              <a:gd name="connsiteX170" fmla="*/ 2635134 w 5271861"/>
              <a:gd name="connsiteY170" fmla="*/ 422759 h 6858000"/>
              <a:gd name="connsiteX171" fmla="*/ 2820227 w 5271861"/>
              <a:gd name="connsiteY171" fmla="*/ 250524 h 6858000"/>
              <a:gd name="connsiteX172" fmla="*/ 1407336 w 5271861"/>
              <a:gd name="connsiteY172" fmla="*/ 250524 h 6858000"/>
              <a:gd name="connsiteX173" fmla="*/ 1407336 w 5271861"/>
              <a:gd name="connsiteY173" fmla="*/ 422759 h 6858000"/>
              <a:gd name="connsiteX174" fmla="*/ 1595827 w 5271861"/>
              <a:gd name="connsiteY174" fmla="*/ 422759 h 6858000"/>
              <a:gd name="connsiteX175" fmla="*/ 1778237 w 5271861"/>
              <a:gd name="connsiteY175" fmla="*/ 250524 h 6858000"/>
              <a:gd name="connsiteX176" fmla="*/ 365348 w 5271861"/>
              <a:gd name="connsiteY176" fmla="*/ 250522 h 6858000"/>
              <a:gd name="connsiteX177" fmla="*/ 365348 w 5271861"/>
              <a:gd name="connsiteY177" fmla="*/ 422758 h 6858000"/>
              <a:gd name="connsiteX178" fmla="*/ 553839 w 5271861"/>
              <a:gd name="connsiteY178" fmla="*/ 422758 h 6858000"/>
              <a:gd name="connsiteX179" fmla="*/ 736249 w 5271861"/>
              <a:gd name="connsiteY179" fmla="*/ 250522 h 6858000"/>
              <a:gd name="connsiteX180" fmla="*/ 0 w 5271861"/>
              <a:gd name="connsiteY180" fmla="*/ 0 h 6858000"/>
              <a:gd name="connsiteX181" fmla="*/ 4923065 w 5271861"/>
              <a:gd name="connsiteY181" fmla="*/ 0 h 6858000"/>
              <a:gd name="connsiteX182" fmla="*/ 5092917 w 5271861"/>
              <a:gd name="connsiteY182" fmla="*/ 0 h 6858000"/>
              <a:gd name="connsiteX183" fmla="*/ 5271861 w 5271861"/>
              <a:gd name="connsiteY183" fmla="*/ 0 h 6858000"/>
              <a:gd name="connsiteX184" fmla="*/ 5271861 w 5271861"/>
              <a:gd name="connsiteY184" fmla="*/ 6858000 h 6858000"/>
              <a:gd name="connsiteX185" fmla="*/ 5092917 w 5271861"/>
              <a:gd name="connsiteY185" fmla="*/ 6858000 h 6858000"/>
              <a:gd name="connsiteX186" fmla="*/ 4923065 w 5271861"/>
              <a:gd name="connsiteY186" fmla="*/ 6858000 h 6858000"/>
              <a:gd name="connsiteX187" fmla="*/ 0 w 5271861"/>
              <a:gd name="connsiteY18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271861" h="6858000">
                <a:moveTo>
                  <a:pt x="4527845" y="6407328"/>
                </a:moveTo>
                <a:lnTo>
                  <a:pt x="4527845" y="6579564"/>
                </a:lnTo>
                <a:lnTo>
                  <a:pt x="4716336" y="6579564"/>
                </a:lnTo>
                <a:lnTo>
                  <a:pt x="4898746" y="6407328"/>
                </a:lnTo>
                <a:close/>
                <a:moveTo>
                  <a:pt x="3485857" y="6407328"/>
                </a:moveTo>
                <a:lnTo>
                  <a:pt x="3485857" y="6579564"/>
                </a:lnTo>
                <a:lnTo>
                  <a:pt x="3674348" y="6579564"/>
                </a:lnTo>
                <a:lnTo>
                  <a:pt x="3856758" y="6407328"/>
                </a:lnTo>
                <a:close/>
                <a:moveTo>
                  <a:pt x="2443870" y="6407328"/>
                </a:moveTo>
                <a:lnTo>
                  <a:pt x="2443870" y="6579564"/>
                </a:lnTo>
                <a:lnTo>
                  <a:pt x="2635134" y="6579564"/>
                </a:lnTo>
                <a:lnTo>
                  <a:pt x="2820227" y="6407328"/>
                </a:lnTo>
                <a:close/>
                <a:moveTo>
                  <a:pt x="1407336" y="6407328"/>
                </a:moveTo>
                <a:lnTo>
                  <a:pt x="1407336" y="6579564"/>
                </a:lnTo>
                <a:lnTo>
                  <a:pt x="1595827" y="6579564"/>
                </a:lnTo>
                <a:lnTo>
                  <a:pt x="1778237" y="6407328"/>
                </a:lnTo>
                <a:close/>
                <a:moveTo>
                  <a:pt x="365348" y="6407328"/>
                </a:moveTo>
                <a:lnTo>
                  <a:pt x="365348" y="6579564"/>
                </a:lnTo>
                <a:lnTo>
                  <a:pt x="553839" y="6579564"/>
                </a:lnTo>
                <a:lnTo>
                  <a:pt x="736249" y="6407328"/>
                </a:lnTo>
                <a:close/>
                <a:moveTo>
                  <a:pt x="4527845" y="5635335"/>
                </a:moveTo>
                <a:lnTo>
                  <a:pt x="4527845" y="5807571"/>
                </a:lnTo>
                <a:lnTo>
                  <a:pt x="4716336" y="5807571"/>
                </a:lnTo>
                <a:lnTo>
                  <a:pt x="4898746" y="5635335"/>
                </a:lnTo>
                <a:close/>
                <a:moveTo>
                  <a:pt x="3485857" y="5635335"/>
                </a:moveTo>
                <a:lnTo>
                  <a:pt x="3485857" y="5807571"/>
                </a:lnTo>
                <a:lnTo>
                  <a:pt x="3674348" y="5807571"/>
                </a:lnTo>
                <a:lnTo>
                  <a:pt x="3856758" y="5635335"/>
                </a:lnTo>
                <a:close/>
                <a:moveTo>
                  <a:pt x="2443870" y="5635335"/>
                </a:moveTo>
                <a:lnTo>
                  <a:pt x="2443870" y="5807571"/>
                </a:lnTo>
                <a:lnTo>
                  <a:pt x="2635134" y="5807571"/>
                </a:lnTo>
                <a:lnTo>
                  <a:pt x="2820227" y="5635335"/>
                </a:lnTo>
                <a:close/>
                <a:moveTo>
                  <a:pt x="1407336" y="5635335"/>
                </a:moveTo>
                <a:lnTo>
                  <a:pt x="1407336" y="5807571"/>
                </a:lnTo>
                <a:lnTo>
                  <a:pt x="1595827" y="5807571"/>
                </a:lnTo>
                <a:lnTo>
                  <a:pt x="1778237" y="5635335"/>
                </a:lnTo>
                <a:close/>
                <a:moveTo>
                  <a:pt x="365348" y="5635335"/>
                </a:moveTo>
                <a:lnTo>
                  <a:pt x="365348" y="5807571"/>
                </a:lnTo>
                <a:lnTo>
                  <a:pt x="553839" y="5807571"/>
                </a:lnTo>
                <a:lnTo>
                  <a:pt x="736249" y="5635335"/>
                </a:lnTo>
                <a:close/>
                <a:moveTo>
                  <a:pt x="4527845" y="4869722"/>
                </a:moveTo>
                <a:lnTo>
                  <a:pt x="4527845" y="5041958"/>
                </a:lnTo>
                <a:lnTo>
                  <a:pt x="4716336" y="5041958"/>
                </a:lnTo>
                <a:lnTo>
                  <a:pt x="4898746" y="4869722"/>
                </a:lnTo>
                <a:close/>
                <a:moveTo>
                  <a:pt x="3485857" y="4869722"/>
                </a:moveTo>
                <a:lnTo>
                  <a:pt x="3485857" y="5041958"/>
                </a:lnTo>
                <a:lnTo>
                  <a:pt x="3674348" y="5041958"/>
                </a:lnTo>
                <a:lnTo>
                  <a:pt x="3856758" y="4869722"/>
                </a:lnTo>
                <a:close/>
                <a:moveTo>
                  <a:pt x="2443870" y="4869722"/>
                </a:moveTo>
                <a:lnTo>
                  <a:pt x="2443870" y="5041958"/>
                </a:lnTo>
                <a:lnTo>
                  <a:pt x="2635134" y="5041958"/>
                </a:lnTo>
                <a:lnTo>
                  <a:pt x="2820227" y="4869722"/>
                </a:lnTo>
                <a:close/>
                <a:moveTo>
                  <a:pt x="1407336" y="4869722"/>
                </a:moveTo>
                <a:lnTo>
                  <a:pt x="1407336" y="5041958"/>
                </a:lnTo>
                <a:lnTo>
                  <a:pt x="1595827" y="5041958"/>
                </a:lnTo>
                <a:lnTo>
                  <a:pt x="1778237" y="4869722"/>
                </a:lnTo>
                <a:close/>
                <a:moveTo>
                  <a:pt x="365348" y="4869722"/>
                </a:moveTo>
                <a:lnTo>
                  <a:pt x="365348" y="5041958"/>
                </a:lnTo>
                <a:lnTo>
                  <a:pt x="553839" y="5041958"/>
                </a:lnTo>
                <a:lnTo>
                  <a:pt x="736249" y="4869722"/>
                </a:lnTo>
                <a:close/>
                <a:moveTo>
                  <a:pt x="4527845" y="4097728"/>
                </a:moveTo>
                <a:lnTo>
                  <a:pt x="4527845" y="4269964"/>
                </a:lnTo>
                <a:lnTo>
                  <a:pt x="4716336" y="4269964"/>
                </a:lnTo>
                <a:lnTo>
                  <a:pt x="4898746" y="4097728"/>
                </a:lnTo>
                <a:close/>
                <a:moveTo>
                  <a:pt x="3485857" y="4097728"/>
                </a:moveTo>
                <a:lnTo>
                  <a:pt x="3485857" y="4269964"/>
                </a:lnTo>
                <a:lnTo>
                  <a:pt x="3674348" y="4269964"/>
                </a:lnTo>
                <a:lnTo>
                  <a:pt x="3856758" y="4097728"/>
                </a:lnTo>
                <a:close/>
                <a:moveTo>
                  <a:pt x="2443870" y="4097728"/>
                </a:moveTo>
                <a:lnTo>
                  <a:pt x="2443870" y="4269964"/>
                </a:lnTo>
                <a:lnTo>
                  <a:pt x="2635134" y="4269964"/>
                </a:lnTo>
                <a:lnTo>
                  <a:pt x="2820227" y="4097728"/>
                </a:lnTo>
                <a:close/>
                <a:moveTo>
                  <a:pt x="1407336" y="4097728"/>
                </a:moveTo>
                <a:lnTo>
                  <a:pt x="1407336" y="4269964"/>
                </a:lnTo>
                <a:lnTo>
                  <a:pt x="1595827" y="4269964"/>
                </a:lnTo>
                <a:lnTo>
                  <a:pt x="1778237" y="4097728"/>
                </a:lnTo>
                <a:close/>
                <a:moveTo>
                  <a:pt x="365348" y="4097728"/>
                </a:moveTo>
                <a:lnTo>
                  <a:pt x="365348" y="4269964"/>
                </a:lnTo>
                <a:lnTo>
                  <a:pt x="553839" y="4269964"/>
                </a:lnTo>
                <a:lnTo>
                  <a:pt x="736249" y="4097728"/>
                </a:lnTo>
                <a:close/>
                <a:moveTo>
                  <a:pt x="4527847" y="3332115"/>
                </a:moveTo>
                <a:lnTo>
                  <a:pt x="4527847" y="3497972"/>
                </a:lnTo>
                <a:lnTo>
                  <a:pt x="4716338" y="3497972"/>
                </a:lnTo>
                <a:lnTo>
                  <a:pt x="4898750" y="3332115"/>
                </a:lnTo>
                <a:close/>
                <a:moveTo>
                  <a:pt x="3485859" y="3332115"/>
                </a:moveTo>
                <a:lnTo>
                  <a:pt x="3485859" y="3497972"/>
                </a:lnTo>
                <a:lnTo>
                  <a:pt x="3674350" y="3497972"/>
                </a:lnTo>
                <a:lnTo>
                  <a:pt x="3856762" y="3332115"/>
                </a:lnTo>
                <a:close/>
                <a:moveTo>
                  <a:pt x="2443871" y="3332115"/>
                </a:moveTo>
                <a:lnTo>
                  <a:pt x="2443871" y="3497972"/>
                </a:lnTo>
                <a:lnTo>
                  <a:pt x="2635134" y="3497972"/>
                </a:lnTo>
                <a:lnTo>
                  <a:pt x="2820228" y="3332115"/>
                </a:lnTo>
                <a:close/>
                <a:moveTo>
                  <a:pt x="1407338" y="3332115"/>
                </a:moveTo>
                <a:lnTo>
                  <a:pt x="1407338" y="3497972"/>
                </a:lnTo>
                <a:lnTo>
                  <a:pt x="1595829" y="3497972"/>
                </a:lnTo>
                <a:lnTo>
                  <a:pt x="1778241" y="3332115"/>
                </a:lnTo>
                <a:close/>
                <a:moveTo>
                  <a:pt x="365350" y="3332115"/>
                </a:moveTo>
                <a:lnTo>
                  <a:pt x="365350" y="3497972"/>
                </a:lnTo>
                <a:lnTo>
                  <a:pt x="553841" y="3497972"/>
                </a:lnTo>
                <a:lnTo>
                  <a:pt x="736253" y="3332115"/>
                </a:lnTo>
                <a:close/>
                <a:moveTo>
                  <a:pt x="4527845" y="2560122"/>
                </a:moveTo>
                <a:lnTo>
                  <a:pt x="4527845" y="2732358"/>
                </a:lnTo>
                <a:lnTo>
                  <a:pt x="4716336" y="2732358"/>
                </a:lnTo>
                <a:lnTo>
                  <a:pt x="4898746" y="2560122"/>
                </a:lnTo>
                <a:close/>
                <a:moveTo>
                  <a:pt x="3485857" y="2560122"/>
                </a:moveTo>
                <a:lnTo>
                  <a:pt x="3485857" y="2732358"/>
                </a:lnTo>
                <a:lnTo>
                  <a:pt x="3674348" y="2732358"/>
                </a:lnTo>
                <a:lnTo>
                  <a:pt x="3856758" y="2560122"/>
                </a:lnTo>
                <a:close/>
                <a:moveTo>
                  <a:pt x="2443870" y="2560122"/>
                </a:moveTo>
                <a:lnTo>
                  <a:pt x="2443870" y="2732358"/>
                </a:lnTo>
                <a:lnTo>
                  <a:pt x="2635134" y="2732358"/>
                </a:lnTo>
                <a:lnTo>
                  <a:pt x="2820227" y="2560122"/>
                </a:lnTo>
                <a:close/>
                <a:moveTo>
                  <a:pt x="1407336" y="2560122"/>
                </a:moveTo>
                <a:lnTo>
                  <a:pt x="1407336" y="2732358"/>
                </a:lnTo>
                <a:lnTo>
                  <a:pt x="1595827" y="2732358"/>
                </a:lnTo>
                <a:lnTo>
                  <a:pt x="1778237" y="2560122"/>
                </a:lnTo>
                <a:close/>
                <a:moveTo>
                  <a:pt x="365348" y="2560122"/>
                </a:moveTo>
                <a:lnTo>
                  <a:pt x="365348" y="2732357"/>
                </a:lnTo>
                <a:lnTo>
                  <a:pt x="553839" y="2732357"/>
                </a:lnTo>
                <a:lnTo>
                  <a:pt x="736249" y="2560122"/>
                </a:lnTo>
                <a:close/>
                <a:moveTo>
                  <a:pt x="4527845" y="1788129"/>
                </a:moveTo>
                <a:lnTo>
                  <a:pt x="4527845" y="1960365"/>
                </a:lnTo>
                <a:lnTo>
                  <a:pt x="4716336" y="1960365"/>
                </a:lnTo>
                <a:lnTo>
                  <a:pt x="4898746" y="1788129"/>
                </a:lnTo>
                <a:close/>
                <a:moveTo>
                  <a:pt x="3485857" y="1788129"/>
                </a:moveTo>
                <a:lnTo>
                  <a:pt x="3485857" y="1960365"/>
                </a:lnTo>
                <a:lnTo>
                  <a:pt x="3674348" y="1960365"/>
                </a:lnTo>
                <a:lnTo>
                  <a:pt x="3856758" y="1788129"/>
                </a:lnTo>
                <a:close/>
                <a:moveTo>
                  <a:pt x="2443870" y="1788129"/>
                </a:moveTo>
                <a:lnTo>
                  <a:pt x="2443870" y="1960365"/>
                </a:lnTo>
                <a:lnTo>
                  <a:pt x="2635134" y="1960365"/>
                </a:lnTo>
                <a:lnTo>
                  <a:pt x="2820227" y="1788129"/>
                </a:lnTo>
                <a:close/>
                <a:moveTo>
                  <a:pt x="1407336" y="1788129"/>
                </a:moveTo>
                <a:lnTo>
                  <a:pt x="1407336" y="1960365"/>
                </a:lnTo>
                <a:lnTo>
                  <a:pt x="1595827" y="1960365"/>
                </a:lnTo>
                <a:lnTo>
                  <a:pt x="1778237" y="1788129"/>
                </a:lnTo>
                <a:close/>
                <a:moveTo>
                  <a:pt x="365348" y="1788128"/>
                </a:moveTo>
                <a:lnTo>
                  <a:pt x="365348" y="1960364"/>
                </a:lnTo>
                <a:lnTo>
                  <a:pt x="553839" y="1960364"/>
                </a:lnTo>
                <a:lnTo>
                  <a:pt x="736249" y="1788128"/>
                </a:lnTo>
                <a:close/>
                <a:moveTo>
                  <a:pt x="4527845" y="1022516"/>
                </a:moveTo>
                <a:lnTo>
                  <a:pt x="4527845" y="1194753"/>
                </a:lnTo>
                <a:lnTo>
                  <a:pt x="4716336" y="1194753"/>
                </a:lnTo>
                <a:lnTo>
                  <a:pt x="4898746" y="1022516"/>
                </a:lnTo>
                <a:close/>
                <a:moveTo>
                  <a:pt x="3485857" y="1022516"/>
                </a:moveTo>
                <a:lnTo>
                  <a:pt x="3485857" y="1194753"/>
                </a:lnTo>
                <a:lnTo>
                  <a:pt x="3674348" y="1194753"/>
                </a:lnTo>
                <a:lnTo>
                  <a:pt x="3856758" y="1022516"/>
                </a:lnTo>
                <a:close/>
                <a:moveTo>
                  <a:pt x="2443870" y="1022516"/>
                </a:moveTo>
                <a:lnTo>
                  <a:pt x="2443870" y="1194753"/>
                </a:lnTo>
                <a:lnTo>
                  <a:pt x="2635134" y="1194753"/>
                </a:lnTo>
                <a:lnTo>
                  <a:pt x="2820227" y="1022516"/>
                </a:lnTo>
                <a:close/>
                <a:moveTo>
                  <a:pt x="1407336" y="1022516"/>
                </a:moveTo>
                <a:lnTo>
                  <a:pt x="1407336" y="1194753"/>
                </a:lnTo>
                <a:lnTo>
                  <a:pt x="1595827" y="1194753"/>
                </a:lnTo>
                <a:lnTo>
                  <a:pt x="1778237" y="1022516"/>
                </a:lnTo>
                <a:close/>
                <a:moveTo>
                  <a:pt x="365348" y="1022515"/>
                </a:moveTo>
                <a:lnTo>
                  <a:pt x="365348" y="1194751"/>
                </a:lnTo>
                <a:lnTo>
                  <a:pt x="553839" y="1194751"/>
                </a:lnTo>
                <a:lnTo>
                  <a:pt x="736249" y="1022515"/>
                </a:lnTo>
                <a:close/>
                <a:moveTo>
                  <a:pt x="4527845" y="250524"/>
                </a:moveTo>
                <a:lnTo>
                  <a:pt x="4527845" y="422759"/>
                </a:lnTo>
                <a:lnTo>
                  <a:pt x="4716336" y="422759"/>
                </a:lnTo>
                <a:lnTo>
                  <a:pt x="4898746" y="250524"/>
                </a:lnTo>
                <a:close/>
                <a:moveTo>
                  <a:pt x="3485857" y="250524"/>
                </a:moveTo>
                <a:lnTo>
                  <a:pt x="3485857" y="422759"/>
                </a:lnTo>
                <a:lnTo>
                  <a:pt x="3674348" y="422759"/>
                </a:lnTo>
                <a:lnTo>
                  <a:pt x="3856758" y="250524"/>
                </a:lnTo>
                <a:close/>
                <a:moveTo>
                  <a:pt x="2443870" y="250524"/>
                </a:moveTo>
                <a:lnTo>
                  <a:pt x="2443870" y="422759"/>
                </a:lnTo>
                <a:lnTo>
                  <a:pt x="2635134" y="422759"/>
                </a:lnTo>
                <a:lnTo>
                  <a:pt x="2820227" y="250524"/>
                </a:lnTo>
                <a:close/>
                <a:moveTo>
                  <a:pt x="1407336" y="250524"/>
                </a:moveTo>
                <a:lnTo>
                  <a:pt x="1407336" y="422759"/>
                </a:lnTo>
                <a:lnTo>
                  <a:pt x="1595827" y="422759"/>
                </a:lnTo>
                <a:lnTo>
                  <a:pt x="1778237" y="250524"/>
                </a:lnTo>
                <a:close/>
                <a:moveTo>
                  <a:pt x="365348" y="250522"/>
                </a:moveTo>
                <a:lnTo>
                  <a:pt x="365348" y="422758"/>
                </a:lnTo>
                <a:lnTo>
                  <a:pt x="553839" y="422758"/>
                </a:lnTo>
                <a:lnTo>
                  <a:pt x="736249" y="250522"/>
                </a:lnTo>
                <a:close/>
                <a:moveTo>
                  <a:pt x="0" y="0"/>
                </a:moveTo>
                <a:lnTo>
                  <a:pt x="4923065" y="0"/>
                </a:lnTo>
                <a:lnTo>
                  <a:pt x="5092917" y="0"/>
                </a:lnTo>
                <a:lnTo>
                  <a:pt x="5271861" y="0"/>
                </a:lnTo>
                <a:lnTo>
                  <a:pt x="5271861" y="6858000"/>
                </a:lnTo>
                <a:lnTo>
                  <a:pt x="5092917" y="6858000"/>
                </a:lnTo>
                <a:lnTo>
                  <a:pt x="4923065" y="6858000"/>
                </a:lnTo>
                <a:lnTo>
                  <a:pt x="0" y="6858000"/>
                </a:lnTo>
                <a:close/>
              </a:path>
            </a:pathLst>
          </a:custGeom>
          <a:solidFill>
            <a:srgbClr val="89D1FF"/>
          </a:solidFill>
          <a:ln w="28575"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pic>
        <p:nvPicPr>
          <p:cNvPr id="370087874" name="LogoWhite-Dynamic" descr="{&quot;templafy&quot;:{&quot;id&quot;:&quot;b40c0a34-001f-4cc8-810a-ebf1d48ddb8c&quot;}}"/>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504000" y="504000"/>
            <a:ext cx="727192" cy="360000"/>
          </a:xfrm>
          <a:prstGeom prst="rect">
            <a:avLst/>
          </a:prstGeom>
        </p:spPr>
      </p:pic>
      <p:sp>
        <p:nvSpPr>
          <p:cNvPr id="4" name="Title"/>
          <p:cNvSpPr>
            <a:spLocks noGrp="1"/>
          </p:cNvSpPr>
          <p:nvPr>
            <p:ph type="title" hasCustomPrompt="1"/>
          </p:nvPr>
        </p:nvSpPr>
        <p:spPr>
          <a:xfrm>
            <a:off x="504000" y="2706317"/>
            <a:ext cx="6418067"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
        <p:nvSpPr>
          <p:cNvPr id="2" name="Subtitle 2">
            <a:extLst>
              <a:ext uri="{FF2B5EF4-FFF2-40B4-BE49-F238E27FC236}">
                <a16:creationId xmlns:a16="http://schemas.microsoft.com/office/drawing/2014/main" id="{3F8C5CA6-1B07-0B13-95CA-1433F380A598}"/>
              </a:ext>
            </a:extLst>
          </p:cNvPr>
          <p:cNvSpPr>
            <a:spLocks noGrp="1"/>
          </p:cNvSpPr>
          <p:nvPr>
            <p:ph type="subTitle" idx="1"/>
          </p:nvPr>
        </p:nvSpPr>
        <p:spPr>
          <a:xfrm>
            <a:off x="504000" y="4267200"/>
            <a:ext cx="5503449" cy="49371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819942097"/>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dirty="0"/>
              <a:t>Insert page title (sentence case)</a:t>
            </a:r>
            <a:endParaRPr lang="en-US" dirty="0"/>
          </a:p>
        </p:txBody>
      </p:sp>
      <p:sp>
        <p:nvSpPr>
          <p:cNvPr id="5" name="Content Placeholder 4">
            <a:extLst>
              <a:ext uri="{FF2B5EF4-FFF2-40B4-BE49-F238E27FC236}">
                <a16:creationId xmlns:a16="http://schemas.microsoft.com/office/drawing/2014/main" id="{7FA2F6B6-06DC-4EF7-2D70-B673B7F346CE}"/>
              </a:ext>
            </a:extLst>
          </p:cNvPr>
          <p:cNvSpPr>
            <a:spLocks noGrp="1"/>
          </p:cNvSpPr>
          <p:nvPr>
            <p:ph sz="quarter" idx="10"/>
          </p:nvPr>
        </p:nvSpPr>
        <p:spPr>
          <a:xfrm>
            <a:off x="503238" y="1543050"/>
            <a:ext cx="11187112"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3130026017"/>
      </p:ext>
    </p:extLst>
  </p:cSld>
  <p:clrMapOvr>
    <a:masterClrMapping/>
  </p:clrMapOvr>
  <p:extLst>
    <p:ext uri="{DCECCB84-F9BA-43D5-87BE-67443E8EF086}">
      <p15:sldGuideLst xmlns:p15="http://schemas.microsoft.com/office/powerpoint/2012/main">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6" name="Content Placeholder 5">
            <a:extLst>
              <a:ext uri="{FF2B5EF4-FFF2-40B4-BE49-F238E27FC236}">
                <a16:creationId xmlns:a16="http://schemas.microsoft.com/office/drawing/2014/main" id="{38C0164F-A425-DAFF-4F8D-CCD2435E155C}"/>
              </a:ext>
            </a:extLst>
          </p:cNvPr>
          <p:cNvSpPr>
            <a:spLocks noGrp="1"/>
          </p:cNvSpPr>
          <p:nvPr>
            <p:ph sz="quarter" idx="10"/>
          </p:nvPr>
        </p:nvSpPr>
        <p:spPr>
          <a:xfrm>
            <a:off x="503239" y="1543050"/>
            <a:ext cx="5467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8" name="Content Placeholder 7">
            <a:extLst>
              <a:ext uri="{FF2B5EF4-FFF2-40B4-BE49-F238E27FC236}">
                <a16:creationId xmlns:a16="http://schemas.microsoft.com/office/drawing/2014/main" id="{03021143-2BA7-B3E8-AD6C-9FD4302A49EA}"/>
              </a:ext>
            </a:extLst>
          </p:cNvPr>
          <p:cNvSpPr>
            <a:spLocks noGrp="1"/>
          </p:cNvSpPr>
          <p:nvPr>
            <p:ph sz="quarter" idx="11"/>
          </p:nvPr>
        </p:nvSpPr>
        <p:spPr>
          <a:xfrm>
            <a:off x="6223000" y="1543050"/>
            <a:ext cx="5467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312239138"/>
      </p:ext>
    </p:extLst>
  </p:cSld>
  <p:clrMapOvr>
    <a:masterClrMapping/>
  </p:clrMapOvr>
  <p:extLst>
    <p:ext uri="{DCECCB84-F9BA-43D5-87BE-67443E8EF086}">
      <p15:sldGuideLst xmlns:p15="http://schemas.microsoft.com/office/powerpoint/2012/main">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3" name="Title"/>
          <p:cNvSpPr>
            <a:spLocks noGrp="1"/>
          </p:cNvSpPr>
          <p:nvPr>
            <p:ph type="title" hasCustomPrompt="1"/>
          </p:nvPr>
        </p:nvSpPr>
        <p:spPr>
          <a:xfrm>
            <a:off x="504000" y="504000"/>
            <a:ext cx="7371589" cy="369332"/>
          </a:xfrm>
        </p:spPr>
        <p:txBody>
          <a:bodyPr/>
          <a:lstStyle/>
          <a:p>
            <a:r>
              <a:rPr lang="en-US" noProof="0" dirty="0"/>
              <a:t>Insert page title (sentence case)</a:t>
            </a:r>
            <a:endParaRPr lang="en-US" dirty="0"/>
          </a:p>
        </p:txBody>
      </p:sp>
      <p:sp>
        <p:nvSpPr>
          <p:cNvPr id="4" name="Content Placeholder 3">
            <a:extLst>
              <a:ext uri="{FF2B5EF4-FFF2-40B4-BE49-F238E27FC236}">
                <a16:creationId xmlns:a16="http://schemas.microsoft.com/office/drawing/2014/main" id="{FAE487FD-3B81-5414-D8EE-7961A987577D}"/>
              </a:ext>
            </a:extLst>
          </p:cNvPr>
          <p:cNvSpPr>
            <a:spLocks noGrp="1"/>
          </p:cNvSpPr>
          <p:nvPr>
            <p:ph sz="quarter" idx="11"/>
          </p:nvPr>
        </p:nvSpPr>
        <p:spPr>
          <a:xfrm>
            <a:off x="503238" y="1543050"/>
            <a:ext cx="7372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2166399178"/>
      </p:ext>
    </p:extLst>
  </p:cSld>
  <p:clrMapOvr>
    <a:masterClrMapping/>
  </p:clrMapOvr>
  <p:extLst>
    <p:ext uri="{DCECCB84-F9BA-43D5-87BE-67443E8EF086}">
      <p15:sldGuideLst xmlns:p15="http://schemas.microsoft.com/office/powerpoint/2012/main">
        <p15:guide id="4" pos="5111">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8"/>
            <a:ext cx="5469064" cy="4795837"/>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6" name="Content Placeholder 5">
            <a:extLst>
              <a:ext uri="{FF2B5EF4-FFF2-40B4-BE49-F238E27FC236}">
                <a16:creationId xmlns:a16="http://schemas.microsoft.com/office/drawing/2014/main" id="{98772F2B-0434-6AC5-5E2E-E10ABDD1A745}"/>
              </a:ext>
            </a:extLst>
          </p:cNvPr>
          <p:cNvSpPr>
            <a:spLocks noGrp="1"/>
          </p:cNvSpPr>
          <p:nvPr>
            <p:ph sz="quarter" idx="14"/>
          </p:nvPr>
        </p:nvSpPr>
        <p:spPr>
          <a:xfrm>
            <a:off x="503237" y="1543050"/>
            <a:ext cx="5464175" cy="4810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4257200430"/>
      </p:ext>
    </p:extLst>
  </p:cSld>
  <p:clrMapOvr>
    <a:masterClrMapping/>
  </p:clrMapOvr>
  <p:extLst>
    <p:ext uri="{DCECCB84-F9BA-43D5-87BE-67443E8EF086}">
      <p15:sldGuideLst xmlns:p15="http://schemas.microsoft.com/office/powerpoint/2012/main">
        <p15:guide id="2" orient="horz" pos="972">
          <p15:clr>
            <a:srgbClr val="FBAE40"/>
          </p15:clr>
        </p15:guide>
        <p15:guide id="6" orient="horz" pos="317">
          <p15:clr>
            <a:srgbClr val="FBAE40"/>
          </p15:clr>
        </p15:guide>
        <p15:guide id="7" orient="horz" pos="55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gt;DO NOT USE&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5175" cy="6858000"/>
          </a:xfrm>
          <a:prstGeom prst="rect">
            <a:avLst/>
          </a:prstGeom>
          <a:solidFill>
            <a:srgbClr val="EE3939"/>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rgbClr val="A4A6A2"/>
              </a:solidFill>
            </a:endParaRPr>
          </a:p>
        </p:txBody>
      </p:sp>
      <p:sp>
        <p:nvSpPr>
          <p:cNvPr id="5" name="Do not use"/>
          <p:cNvSpPr txBox="1"/>
          <p:nvPr userDrawn="1"/>
        </p:nvSpPr>
        <p:spPr>
          <a:xfrm>
            <a:off x="430325" y="656823"/>
            <a:ext cx="11359935" cy="2785378"/>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j-lt"/>
              </a:rPr>
              <a:t>The layouts following this one belong </a:t>
            </a:r>
            <a:br>
              <a:rPr lang="en-GB" sz="4400" b="0" noProof="0">
                <a:solidFill>
                  <a:schemeClr val="bg1"/>
                </a:solidFill>
                <a:latin typeface="+mj-lt"/>
              </a:rPr>
            </a:br>
            <a:r>
              <a:rPr lang="en-GB" sz="4400" b="0" noProof="0">
                <a:solidFill>
                  <a:schemeClr val="bg1"/>
                </a:solidFill>
                <a:latin typeface="+mj-lt"/>
              </a:rPr>
              <a:t>to templates other than the officially distributed SAP PowerPoint template.</a:t>
            </a:r>
          </a:p>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n-lt"/>
              </a:rPr>
              <a:t>Please do not use them.</a:t>
            </a:r>
            <a:endParaRPr lang="en-GB" sz="2800" b="0" noProof="0">
              <a:solidFill>
                <a:schemeClr val="bg1"/>
              </a:solidFill>
              <a:latin typeface="72 Brand" panose="020B0504030603020204" pitchFamily="34" charset="0"/>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7583" y="4661326"/>
            <a:ext cx="103705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324" y="4365269"/>
            <a:ext cx="10154990" cy="1569660"/>
          </a:xfrm>
          <a:prstGeom prst="rect">
            <a:avLst/>
          </a:prstGeom>
        </p:spPr>
        <p:txBody>
          <a:bodyPr wrap="square">
            <a:spAutoFit/>
          </a:bodyPr>
          <a:lstStyle/>
          <a:p>
            <a:pPr algn="ctr"/>
            <a:r>
              <a:rPr lang="en-GB" sz="9600" b="1" i="1" noProof="0">
                <a:solidFill>
                  <a:schemeClr val="bg1"/>
                </a:solidFill>
                <a:latin typeface="+mj-lt"/>
              </a:rPr>
              <a:t>Other layouts</a:t>
            </a:r>
            <a:endParaRPr lang="en-GB" sz="1800" b="1" i="1" noProof="0">
              <a:latin typeface="+mj-lt"/>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590249" y="6537073"/>
            <a:ext cx="985275"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E5A79F-CEE8-4C11-A8A5-0D02CD0019B9}" type="datetime4">
              <a:rPr lang="en-US" smtClean="0"/>
              <a:pPr/>
              <a:t>September 12, 2026</a:t>
            </a:fld>
            <a:endParaRPr lang="en-GB"/>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1584685" y="6537073"/>
            <a:ext cx="2948351"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320341" y="6537073"/>
            <a:ext cx="265838" cy="141861"/>
          </a:xfrm>
          <a:prstGeom prst="rect">
            <a:avLst/>
          </a:prstGeom>
        </p:spPr>
        <p:txBody>
          <a:bodyPr vert="horz" lIns="0" tIns="0" rIns="0" bIns="0" rtlCol="0" anchor="t" anchorCtr="0"/>
          <a:lstStyle>
            <a:defPPr>
              <a:defRPr lang="en-US"/>
            </a:defPPr>
            <a:lvl1pPr marL="0" algn="l" defTabSz="914400" rtl="0" eaLnBrk="1" latinLnBrk="0" hangingPunct="1">
              <a:defRPr sz="700" b="0" i="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a:t>
            </a:fld>
            <a:endParaRPr lang="en-GB"/>
          </a:p>
        </p:txBody>
      </p:sp>
    </p:spTree>
    <p:extLst>
      <p:ext uri="{BB962C8B-B14F-4D97-AF65-F5344CB8AC3E}">
        <p14:creationId xmlns:p14="http://schemas.microsoft.com/office/powerpoint/2010/main" val="3863678868"/>
      </p:ext>
    </p:extLst>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tags" Target="../tags/tag82.xml"/><Relationship Id="rId21" Type="http://schemas.openxmlformats.org/officeDocument/2006/relationships/slideLayout" Target="../slideLayouts/slideLayout21.xml"/><Relationship Id="rId42" Type="http://schemas.openxmlformats.org/officeDocument/2006/relationships/tags" Target="../tags/tag7.xml"/><Relationship Id="rId63" Type="http://schemas.openxmlformats.org/officeDocument/2006/relationships/tags" Target="../tags/tag28.xml"/><Relationship Id="rId84" Type="http://schemas.openxmlformats.org/officeDocument/2006/relationships/tags" Target="../tags/tag49.xml"/><Relationship Id="rId138" Type="http://schemas.openxmlformats.org/officeDocument/2006/relationships/tags" Target="../tags/tag103.xml"/><Relationship Id="rId159" Type="http://schemas.openxmlformats.org/officeDocument/2006/relationships/tags" Target="../tags/tag124.xml"/><Relationship Id="rId107" Type="http://schemas.openxmlformats.org/officeDocument/2006/relationships/tags" Target="../tags/tag72.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tags" Target="../tags/tag18.xml"/><Relationship Id="rId74" Type="http://schemas.openxmlformats.org/officeDocument/2006/relationships/tags" Target="../tags/tag39.xml"/><Relationship Id="rId128" Type="http://schemas.openxmlformats.org/officeDocument/2006/relationships/tags" Target="../tags/tag93.xml"/><Relationship Id="rId149" Type="http://schemas.openxmlformats.org/officeDocument/2006/relationships/tags" Target="../tags/tag114.xml"/><Relationship Id="rId5" Type="http://schemas.openxmlformats.org/officeDocument/2006/relationships/slideLayout" Target="../slideLayouts/slideLayout5.xml"/><Relationship Id="rId95" Type="http://schemas.openxmlformats.org/officeDocument/2006/relationships/tags" Target="../tags/tag60.xml"/><Relationship Id="rId22" Type="http://schemas.openxmlformats.org/officeDocument/2006/relationships/slideLayout" Target="../slideLayouts/slideLayout22.xml"/><Relationship Id="rId43" Type="http://schemas.openxmlformats.org/officeDocument/2006/relationships/tags" Target="../tags/tag8.xml"/><Relationship Id="rId64" Type="http://schemas.openxmlformats.org/officeDocument/2006/relationships/tags" Target="../tags/tag29.xml"/><Relationship Id="rId118" Type="http://schemas.openxmlformats.org/officeDocument/2006/relationships/tags" Target="../tags/tag83.xml"/><Relationship Id="rId139" Type="http://schemas.openxmlformats.org/officeDocument/2006/relationships/tags" Target="../tags/tag104.xml"/><Relationship Id="rId80" Type="http://schemas.openxmlformats.org/officeDocument/2006/relationships/tags" Target="../tags/tag45.xml"/><Relationship Id="rId85" Type="http://schemas.openxmlformats.org/officeDocument/2006/relationships/tags" Target="../tags/tag50.xml"/><Relationship Id="rId150" Type="http://schemas.openxmlformats.org/officeDocument/2006/relationships/tags" Target="../tags/tag115.xml"/><Relationship Id="rId155" Type="http://schemas.openxmlformats.org/officeDocument/2006/relationships/tags" Target="../tags/tag120.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tags" Target="../tags/tag3.xml"/><Relationship Id="rId59" Type="http://schemas.openxmlformats.org/officeDocument/2006/relationships/tags" Target="../tags/tag24.xml"/><Relationship Id="rId103" Type="http://schemas.openxmlformats.org/officeDocument/2006/relationships/tags" Target="../tags/tag68.xml"/><Relationship Id="rId108" Type="http://schemas.openxmlformats.org/officeDocument/2006/relationships/tags" Target="../tags/tag73.xml"/><Relationship Id="rId124" Type="http://schemas.openxmlformats.org/officeDocument/2006/relationships/tags" Target="../tags/tag89.xml"/><Relationship Id="rId129" Type="http://schemas.openxmlformats.org/officeDocument/2006/relationships/tags" Target="../tags/tag94.xml"/><Relationship Id="rId54" Type="http://schemas.openxmlformats.org/officeDocument/2006/relationships/tags" Target="../tags/tag19.xml"/><Relationship Id="rId70" Type="http://schemas.openxmlformats.org/officeDocument/2006/relationships/tags" Target="../tags/tag35.xml"/><Relationship Id="rId75" Type="http://schemas.openxmlformats.org/officeDocument/2006/relationships/tags" Target="../tags/tag40.xml"/><Relationship Id="rId91" Type="http://schemas.openxmlformats.org/officeDocument/2006/relationships/tags" Target="../tags/tag56.xml"/><Relationship Id="rId96" Type="http://schemas.openxmlformats.org/officeDocument/2006/relationships/tags" Target="../tags/tag61.xml"/><Relationship Id="rId140" Type="http://schemas.openxmlformats.org/officeDocument/2006/relationships/tags" Target="../tags/tag105.xml"/><Relationship Id="rId145" Type="http://schemas.openxmlformats.org/officeDocument/2006/relationships/tags" Target="../tags/tag110.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tags" Target="../tags/tag14.xml"/><Relationship Id="rId114" Type="http://schemas.openxmlformats.org/officeDocument/2006/relationships/tags" Target="../tags/tag79.xml"/><Relationship Id="rId119" Type="http://schemas.openxmlformats.org/officeDocument/2006/relationships/tags" Target="../tags/tag84.xml"/><Relationship Id="rId44" Type="http://schemas.openxmlformats.org/officeDocument/2006/relationships/tags" Target="../tags/tag9.xml"/><Relationship Id="rId60" Type="http://schemas.openxmlformats.org/officeDocument/2006/relationships/tags" Target="../tags/tag25.xml"/><Relationship Id="rId65" Type="http://schemas.openxmlformats.org/officeDocument/2006/relationships/tags" Target="../tags/tag30.xml"/><Relationship Id="rId81" Type="http://schemas.openxmlformats.org/officeDocument/2006/relationships/tags" Target="../tags/tag46.xml"/><Relationship Id="rId86" Type="http://schemas.openxmlformats.org/officeDocument/2006/relationships/tags" Target="../tags/tag51.xml"/><Relationship Id="rId130" Type="http://schemas.openxmlformats.org/officeDocument/2006/relationships/tags" Target="../tags/tag95.xml"/><Relationship Id="rId135" Type="http://schemas.openxmlformats.org/officeDocument/2006/relationships/tags" Target="../tags/tag100.xml"/><Relationship Id="rId151" Type="http://schemas.openxmlformats.org/officeDocument/2006/relationships/tags" Target="../tags/tag116.xml"/><Relationship Id="rId156" Type="http://schemas.openxmlformats.org/officeDocument/2006/relationships/tags" Target="../tags/tag121.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tags" Target="../tags/tag4.xml"/><Relationship Id="rId109" Type="http://schemas.openxmlformats.org/officeDocument/2006/relationships/tags" Target="../tags/tag74.xml"/><Relationship Id="rId34" Type="http://schemas.openxmlformats.org/officeDocument/2006/relationships/slideLayout" Target="../slideLayouts/slideLayout34.xml"/><Relationship Id="rId50" Type="http://schemas.openxmlformats.org/officeDocument/2006/relationships/tags" Target="../tags/tag15.xml"/><Relationship Id="rId55" Type="http://schemas.openxmlformats.org/officeDocument/2006/relationships/tags" Target="../tags/tag20.xml"/><Relationship Id="rId76" Type="http://schemas.openxmlformats.org/officeDocument/2006/relationships/tags" Target="../tags/tag41.xml"/><Relationship Id="rId97" Type="http://schemas.openxmlformats.org/officeDocument/2006/relationships/tags" Target="../tags/tag62.xml"/><Relationship Id="rId104" Type="http://schemas.openxmlformats.org/officeDocument/2006/relationships/tags" Target="../tags/tag69.xml"/><Relationship Id="rId120" Type="http://schemas.openxmlformats.org/officeDocument/2006/relationships/tags" Target="../tags/tag85.xml"/><Relationship Id="rId125" Type="http://schemas.openxmlformats.org/officeDocument/2006/relationships/tags" Target="../tags/tag90.xml"/><Relationship Id="rId141" Type="http://schemas.openxmlformats.org/officeDocument/2006/relationships/tags" Target="../tags/tag106.xml"/><Relationship Id="rId146" Type="http://schemas.openxmlformats.org/officeDocument/2006/relationships/tags" Target="../tags/tag111.xml"/><Relationship Id="rId7" Type="http://schemas.openxmlformats.org/officeDocument/2006/relationships/slideLayout" Target="../slideLayouts/slideLayout7.xml"/><Relationship Id="rId71" Type="http://schemas.openxmlformats.org/officeDocument/2006/relationships/tags" Target="../tags/tag36.xml"/><Relationship Id="rId92" Type="http://schemas.openxmlformats.org/officeDocument/2006/relationships/tags" Target="../tags/tag57.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tags" Target="../tags/tag5.xml"/><Relationship Id="rId45" Type="http://schemas.openxmlformats.org/officeDocument/2006/relationships/tags" Target="../tags/tag10.xml"/><Relationship Id="rId66" Type="http://schemas.openxmlformats.org/officeDocument/2006/relationships/tags" Target="../tags/tag31.xml"/><Relationship Id="rId87" Type="http://schemas.openxmlformats.org/officeDocument/2006/relationships/tags" Target="../tags/tag52.xml"/><Relationship Id="rId110" Type="http://schemas.openxmlformats.org/officeDocument/2006/relationships/tags" Target="../tags/tag75.xml"/><Relationship Id="rId115" Type="http://schemas.openxmlformats.org/officeDocument/2006/relationships/tags" Target="../tags/tag80.xml"/><Relationship Id="rId131" Type="http://schemas.openxmlformats.org/officeDocument/2006/relationships/tags" Target="../tags/tag96.xml"/><Relationship Id="rId136" Type="http://schemas.openxmlformats.org/officeDocument/2006/relationships/tags" Target="../tags/tag101.xml"/><Relationship Id="rId157" Type="http://schemas.openxmlformats.org/officeDocument/2006/relationships/tags" Target="../tags/tag122.xml"/><Relationship Id="rId61" Type="http://schemas.openxmlformats.org/officeDocument/2006/relationships/tags" Target="../tags/tag26.xml"/><Relationship Id="rId82" Type="http://schemas.openxmlformats.org/officeDocument/2006/relationships/tags" Target="../tags/tag47.xml"/><Relationship Id="rId152" Type="http://schemas.openxmlformats.org/officeDocument/2006/relationships/tags" Target="../tags/tag117.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tags" Target="../tags/tag21.xml"/><Relationship Id="rId77" Type="http://schemas.openxmlformats.org/officeDocument/2006/relationships/tags" Target="../tags/tag42.xml"/><Relationship Id="rId100" Type="http://schemas.openxmlformats.org/officeDocument/2006/relationships/tags" Target="../tags/tag65.xml"/><Relationship Id="rId105" Type="http://schemas.openxmlformats.org/officeDocument/2006/relationships/tags" Target="../tags/tag70.xml"/><Relationship Id="rId126" Type="http://schemas.openxmlformats.org/officeDocument/2006/relationships/tags" Target="../tags/tag91.xml"/><Relationship Id="rId147" Type="http://schemas.openxmlformats.org/officeDocument/2006/relationships/tags" Target="../tags/tag112.xml"/><Relationship Id="rId8" Type="http://schemas.openxmlformats.org/officeDocument/2006/relationships/slideLayout" Target="../slideLayouts/slideLayout8.xml"/><Relationship Id="rId51" Type="http://schemas.openxmlformats.org/officeDocument/2006/relationships/tags" Target="../tags/tag16.xml"/><Relationship Id="rId72" Type="http://schemas.openxmlformats.org/officeDocument/2006/relationships/tags" Target="../tags/tag37.xml"/><Relationship Id="rId93" Type="http://schemas.openxmlformats.org/officeDocument/2006/relationships/tags" Target="../tags/tag58.xml"/><Relationship Id="rId98" Type="http://schemas.openxmlformats.org/officeDocument/2006/relationships/tags" Target="../tags/tag63.xml"/><Relationship Id="rId121" Type="http://schemas.openxmlformats.org/officeDocument/2006/relationships/tags" Target="../tags/tag86.xml"/><Relationship Id="rId142" Type="http://schemas.openxmlformats.org/officeDocument/2006/relationships/tags" Target="../tags/tag107.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tags" Target="../tags/tag11.xml"/><Relationship Id="rId67" Type="http://schemas.openxmlformats.org/officeDocument/2006/relationships/tags" Target="../tags/tag32.xml"/><Relationship Id="rId116" Type="http://schemas.openxmlformats.org/officeDocument/2006/relationships/tags" Target="../tags/tag81.xml"/><Relationship Id="rId137" Type="http://schemas.openxmlformats.org/officeDocument/2006/relationships/tags" Target="../tags/tag102.xml"/><Relationship Id="rId158" Type="http://schemas.openxmlformats.org/officeDocument/2006/relationships/tags" Target="../tags/tag123.xml"/><Relationship Id="rId20" Type="http://schemas.openxmlformats.org/officeDocument/2006/relationships/slideLayout" Target="../slideLayouts/slideLayout20.xml"/><Relationship Id="rId41" Type="http://schemas.openxmlformats.org/officeDocument/2006/relationships/tags" Target="../tags/tag6.xml"/><Relationship Id="rId62" Type="http://schemas.openxmlformats.org/officeDocument/2006/relationships/tags" Target="../tags/tag27.xml"/><Relationship Id="rId83" Type="http://schemas.openxmlformats.org/officeDocument/2006/relationships/tags" Target="../tags/tag48.xml"/><Relationship Id="rId88" Type="http://schemas.openxmlformats.org/officeDocument/2006/relationships/tags" Target="../tags/tag53.xml"/><Relationship Id="rId111" Type="http://schemas.openxmlformats.org/officeDocument/2006/relationships/tags" Target="../tags/tag76.xml"/><Relationship Id="rId132" Type="http://schemas.openxmlformats.org/officeDocument/2006/relationships/tags" Target="../tags/tag97.xml"/><Relationship Id="rId153" Type="http://schemas.openxmlformats.org/officeDocument/2006/relationships/tags" Target="../tags/tag118.xml"/><Relationship Id="rId15" Type="http://schemas.openxmlformats.org/officeDocument/2006/relationships/slideLayout" Target="../slideLayouts/slideLayout15.xml"/><Relationship Id="rId36" Type="http://schemas.openxmlformats.org/officeDocument/2006/relationships/theme" Target="../theme/theme1.xml"/><Relationship Id="rId57" Type="http://schemas.openxmlformats.org/officeDocument/2006/relationships/tags" Target="../tags/tag22.xml"/><Relationship Id="rId106" Type="http://schemas.openxmlformats.org/officeDocument/2006/relationships/tags" Target="../tags/tag71.xml"/><Relationship Id="rId127" Type="http://schemas.openxmlformats.org/officeDocument/2006/relationships/tags" Target="../tags/tag92.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tags" Target="../tags/tag17.xml"/><Relationship Id="rId73" Type="http://schemas.openxmlformats.org/officeDocument/2006/relationships/tags" Target="../tags/tag38.xml"/><Relationship Id="rId78" Type="http://schemas.openxmlformats.org/officeDocument/2006/relationships/tags" Target="../tags/tag43.xml"/><Relationship Id="rId94" Type="http://schemas.openxmlformats.org/officeDocument/2006/relationships/tags" Target="../tags/tag59.xml"/><Relationship Id="rId99" Type="http://schemas.openxmlformats.org/officeDocument/2006/relationships/tags" Target="../tags/tag64.xml"/><Relationship Id="rId101" Type="http://schemas.openxmlformats.org/officeDocument/2006/relationships/tags" Target="../tags/tag66.xml"/><Relationship Id="rId122" Type="http://schemas.openxmlformats.org/officeDocument/2006/relationships/tags" Target="../tags/tag87.xml"/><Relationship Id="rId143" Type="http://schemas.openxmlformats.org/officeDocument/2006/relationships/tags" Target="../tags/tag108.xml"/><Relationship Id="rId148" Type="http://schemas.openxmlformats.org/officeDocument/2006/relationships/tags" Target="../tags/tag11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tags" Target="../tags/tag12.xml"/><Relationship Id="rId68" Type="http://schemas.openxmlformats.org/officeDocument/2006/relationships/tags" Target="../tags/tag33.xml"/><Relationship Id="rId89" Type="http://schemas.openxmlformats.org/officeDocument/2006/relationships/tags" Target="../tags/tag54.xml"/><Relationship Id="rId112" Type="http://schemas.openxmlformats.org/officeDocument/2006/relationships/tags" Target="../tags/tag77.xml"/><Relationship Id="rId133" Type="http://schemas.openxmlformats.org/officeDocument/2006/relationships/tags" Target="../tags/tag98.xml"/><Relationship Id="rId154" Type="http://schemas.openxmlformats.org/officeDocument/2006/relationships/tags" Target="../tags/tag119.xml"/><Relationship Id="rId16" Type="http://schemas.openxmlformats.org/officeDocument/2006/relationships/slideLayout" Target="../slideLayouts/slideLayout16.xml"/><Relationship Id="rId37" Type="http://schemas.openxmlformats.org/officeDocument/2006/relationships/tags" Target="../tags/tag2.xml"/><Relationship Id="rId58" Type="http://schemas.openxmlformats.org/officeDocument/2006/relationships/tags" Target="../tags/tag23.xml"/><Relationship Id="rId79" Type="http://schemas.openxmlformats.org/officeDocument/2006/relationships/tags" Target="../tags/tag44.xml"/><Relationship Id="rId102" Type="http://schemas.openxmlformats.org/officeDocument/2006/relationships/tags" Target="../tags/tag67.xml"/><Relationship Id="rId123" Type="http://schemas.openxmlformats.org/officeDocument/2006/relationships/tags" Target="../tags/tag88.xml"/><Relationship Id="rId144" Type="http://schemas.openxmlformats.org/officeDocument/2006/relationships/tags" Target="../tags/tag109.xml"/><Relationship Id="rId90" Type="http://schemas.openxmlformats.org/officeDocument/2006/relationships/tags" Target="../tags/tag55.xml"/><Relationship Id="rId27" Type="http://schemas.openxmlformats.org/officeDocument/2006/relationships/slideLayout" Target="../slideLayouts/slideLayout27.xml"/><Relationship Id="rId48" Type="http://schemas.openxmlformats.org/officeDocument/2006/relationships/tags" Target="../tags/tag13.xml"/><Relationship Id="rId69" Type="http://schemas.openxmlformats.org/officeDocument/2006/relationships/tags" Target="../tags/tag34.xml"/><Relationship Id="rId113" Type="http://schemas.openxmlformats.org/officeDocument/2006/relationships/tags" Target="../tags/tag78.xml"/><Relationship Id="rId134" Type="http://schemas.openxmlformats.org/officeDocument/2006/relationships/tags" Target="../tags/tag9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p:cNvSpPr>
            <a:spLocks noGrp="1"/>
          </p:cNvSpPr>
          <p:nvPr userDrawn="1">
            <p:ph type="body" idx="1"/>
          </p:nvPr>
        </p:nvSpPr>
        <p:spPr bwMode="black">
          <a:xfrm>
            <a:off x="504001" y="1548560"/>
            <a:ext cx="11186476" cy="4804615"/>
          </a:xfrm>
          <a:prstGeom prst="rect">
            <a:avLst/>
          </a:prstGeom>
        </p:spPr>
        <p:txBody>
          <a:bodyPr vert="horz" lIns="0" tIns="0" rIns="0" bIns="0" rtlCol="0">
            <a:noAutofit/>
          </a:bodyPr>
          <a:lstStyle/>
          <a:p>
            <a:pPr lvl="0"/>
            <a:r>
              <a:rPr lang="en-US" dirty="0"/>
              <a:t>Start typing to add text</a:t>
            </a:r>
          </a:p>
          <a:p>
            <a:pPr lvl="1"/>
            <a:r>
              <a:rPr lang="en-US" dirty="0"/>
              <a:t>Level 2</a:t>
            </a:r>
          </a:p>
          <a:p>
            <a:pPr lvl="2"/>
            <a:r>
              <a:rPr lang="en-US" dirty="0"/>
              <a:t>Level 3</a:t>
            </a:r>
          </a:p>
          <a:p>
            <a:pPr lvl="3"/>
            <a:r>
              <a:rPr lang="en-US" dirty="0"/>
              <a:t>Level 4</a:t>
            </a:r>
          </a:p>
          <a:p>
            <a:pPr lvl="4"/>
            <a:r>
              <a:rPr lang="en-US" dirty="0"/>
              <a:t>Level 5</a:t>
            </a:r>
          </a:p>
          <a:p>
            <a:pPr lvl="5"/>
            <a:r>
              <a:rPr lang="en-US" dirty="0"/>
              <a:t>Level 6</a:t>
            </a:r>
          </a:p>
          <a:p>
            <a:pPr lvl="6"/>
            <a:r>
              <a:rPr lang="en-US" dirty="0"/>
              <a:t>Level 7</a:t>
            </a:r>
          </a:p>
          <a:p>
            <a:pPr lvl="7"/>
            <a:r>
              <a:rPr lang="en-US" dirty="0"/>
              <a:t>Level 8</a:t>
            </a:r>
          </a:p>
          <a:p>
            <a:pPr lvl="8"/>
            <a:r>
              <a:rPr lang="en-US" dirty="0"/>
              <a:t>Level 9</a:t>
            </a:r>
          </a:p>
          <a:p>
            <a:pPr lvl="0"/>
            <a:endParaRPr lang="en-US" noProof="0" dirty="0"/>
          </a:p>
        </p:txBody>
      </p:sp>
      <p:sp>
        <p:nvSpPr>
          <p:cNvPr id="2" name="Title Placeholder"/>
          <p:cNvSpPr>
            <a:spLocks noGrp="1"/>
          </p:cNvSpPr>
          <p:nvPr userDrawn="1">
            <p:ph type="title"/>
          </p:nvPr>
        </p:nvSpPr>
        <p:spPr bwMode="black">
          <a:xfrm>
            <a:off x="504001" y="504000"/>
            <a:ext cx="11183174"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37"/>
            </p:custDataLst>
          </p:nvPr>
        </p:nvGrpSpPr>
        <p:grpSpPr>
          <a:xfrm>
            <a:off x="3938798" y="3978000"/>
            <a:ext cx="1024878" cy="1024878"/>
            <a:chOff x="0" y="0"/>
            <a:chExt cx="914400" cy="914400"/>
          </a:xfrm>
          <a:solidFill>
            <a:schemeClr val="tx2"/>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56"/>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57"/>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58"/>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59"/>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38"/>
            </p:custDataLst>
          </p:nvPr>
        </p:nvGrpSpPr>
        <p:grpSpPr>
          <a:xfrm>
            <a:off x="5391506" y="3978000"/>
            <a:ext cx="1024878" cy="1024878"/>
            <a:chOff x="0" y="0"/>
            <a:chExt cx="914400" cy="914400"/>
          </a:xfrm>
          <a:solidFill>
            <a:schemeClr val="tx2"/>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51"/>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53"/>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54"/>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55"/>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39"/>
            </p:custDataLst>
          </p:nvPr>
        </p:nvGrpSpPr>
        <p:grpSpPr>
          <a:xfrm>
            <a:off x="6844214" y="3978000"/>
            <a:ext cx="1024878" cy="1024878"/>
            <a:chOff x="0" y="0"/>
            <a:chExt cx="914400" cy="914400"/>
          </a:xfrm>
          <a:solidFill>
            <a:schemeClr val="tx2"/>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42"/>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44"/>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45"/>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46"/>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48"/>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49"/>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50"/>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40"/>
            </p:custDataLst>
          </p:nvPr>
        </p:nvGrpSpPr>
        <p:grpSpPr>
          <a:xfrm>
            <a:off x="8296922" y="3978000"/>
            <a:ext cx="1024878" cy="1024878"/>
            <a:chOff x="4334905" y="3282696"/>
            <a:chExt cx="292608" cy="292608"/>
          </a:xfrm>
          <a:solidFill>
            <a:schemeClr val="tx2"/>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41"/>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36"/>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37"/>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38"/>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39"/>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40"/>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41"/>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txBody>
            <a:bodyPr/>
            <a:lstStyle/>
            <a:p>
              <a:endParaRPr lang="en-GB"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5" name="Draft [Sticker]" hidden="1">
            <a:extLst>
              <a:ext uri="{FF2B5EF4-FFF2-40B4-BE49-F238E27FC236}">
                <a16:creationId xmlns:a16="http://schemas.microsoft.com/office/drawing/2014/main" id="{4ED4653C-0BEF-C53F-2F44-0F4FC1038B4E}"/>
              </a:ext>
            </a:extLst>
          </p:cNvPr>
          <p:cNvSpPr/>
          <p:nvPr userDrawn="1"/>
        </p:nvSpPr>
        <p:spPr bwMode="gray">
          <a:xfrm rot="18900000">
            <a:off x="4491456" y="3089731"/>
            <a:ext cx="3211564"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5400" b="0" i="0" u="none" strike="noStrike" kern="0" cap="none" spc="0" normalizeH="0" baseline="0" noProof="0">
                <a:ln>
                  <a:noFill/>
                </a:ln>
                <a:solidFill>
                  <a:schemeClr val="tx2"/>
                </a:solidFill>
                <a:effectLst/>
                <a:uLnTx/>
                <a:uFillTx/>
                <a:latin typeface="72 Brand" panose="020B0504030603020204" pitchFamily="34" charset="0"/>
                <a:ea typeface="Arial" pitchFamily="34" charset="0"/>
                <a:cs typeface="Arial" pitchFamily="34" charset="0"/>
              </a:rPr>
              <a:t>DRAFT</a:t>
            </a:r>
          </a:p>
        </p:txBody>
      </p:sp>
      <p:sp>
        <p:nvSpPr>
          <p:cNvPr id="142" name="Content [Comment]" hidden="1">
            <a:extLst>
              <a:ext uri="{FF2B5EF4-FFF2-40B4-BE49-F238E27FC236}">
                <a16:creationId xmlns:a16="http://schemas.microsoft.com/office/drawing/2014/main" id="{D6760A1A-5249-0361-7543-4100DC0D89C0}"/>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3" name="Formatting [Comment]" hidden="1">
            <a:extLst>
              <a:ext uri="{FF2B5EF4-FFF2-40B4-BE49-F238E27FC236}">
                <a16:creationId xmlns:a16="http://schemas.microsoft.com/office/drawing/2014/main" id="{31370255-4446-E2E0-D475-0E9332BBA969}"/>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32" name="Final [Sticker]" hidden="1">
            <a:extLst>
              <a:ext uri="{FF2B5EF4-FFF2-40B4-BE49-F238E27FC236}">
                <a16:creationId xmlns:a16="http://schemas.microsoft.com/office/drawing/2014/main" id="{5402B19A-2F1E-0983-9BF4-848C4B7F0B87}"/>
              </a:ext>
            </a:extLst>
          </p:cNvPr>
          <p:cNvSpPr>
            <a:spLocks/>
          </p:cNvSpPr>
          <p:nvPr userDrawn="1"/>
        </p:nvSpPr>
        <p:spPr>
          <a:xfrm>
            <a:off x="10983300" y="210784"/>
            <a:ext cx="7070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FINAL SLIDE</a:t>
            </a:r>
          </a:p>
        </p:txBody>
      </p:sp>
      <p:sp>
        <p:nvSpPr>
          <p:cNvPr id="148" name="Internal [Sticker]" hidden="1">
            <a:extLst>
              <a:ext uri="{FF2B5EF4-FFF2-40B4-BE49-F238E27FC236}">
                <a16:creationId xmlns:a16="http://schemas.microsoft.com/office/drawing/2014/main" id="{28223912-D0A4-A620-A34F-518BD869E53F}"/>
              </a:ext>
            </a:extLst>
          </p:cNvPr>
          <p:cNvSpPr>
            <a:spLocks/>
          </p:cNvSpPr>
          <p:nvPr userDrawn="1"/>
        </p:nvSpPr>
        <p:spPr>
          <a:xfrm>
            <a:off x="10033000" y="210784"/>
            <a:ext cx="16573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INTERNAL USE ONLY</a:t>
            </a:r>
          </a:p>
        </p:txBody>
      </p:sp>
      <p:sp>
        <p:nvSpPr>
          <p:cNvPr id="149" name="Discussion [Sticker]" hidden="1">
            <a:extLst>
              <a:ext uri="{FF2B5EF4-FFF2-40B4-BE49-F238E27FC236}">
                <a16:creationId xmlns:a16="http://schemas.microsoft.com/office/drawing/2014/main" id="{D9D83DF6-771C-4C0C-6C7A-3A59B82BAD4A}"/>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FOR DISCUSSION</a:t>
            </a:r>
          </a:p>
        </p:txBody>
      </p:sp>
      <p:sp>
        <p:nvSpPr>
          <p:cNvPr id="145" name="Dummy [Sticker]" hidden="1">
            <a:extLst>
              <a:ext uri="{FF2B5EF4-FFF2-40B4-BE49-F238E27FC236}">
                <a16:creationId xmlns:a16="http://schemas.microsoft.com/office/drawing/2014/main" id="{85BE85F9-1C84-5D9C-577F-40BFD680420C}"/>
              </a:ext>
            </a:extLst>
          </p:cNvPr>
          <p:cNvSpPr>
            <a:spLocks/>
          </p:cNvSpPr>
          <p:nvPr userDrawn="1"/>
        </p:nvSpPr>
        <p:spPr>
          <a:xfrm>
            <a:off x="10734674" y="210784"/>
            <a:ext cx="955675"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DUMMY DATA</a:t>
            </a:r>
          </a:p>
        </p:txBody>
      </p:sp>
      <p:sp>
        <p:nvSpPr>
          <p:cNvPr id="146" name="Update [Sticker]" hidden="1">
            <a:extLst>
              <a:ext uri="{FF2B5EF4-FFF2-40B4-BE49-F238E27FC236}">
                <a16:creationId xmlns:a16="http://schemas.microsoft.com/office/drawing/2014/main" id="{DB5368A3-028B-BD89-843A-4055DAEC9BBE}"/>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UPDATE DATA</a:t>
            </a:r>
          </a:p>
        </p:txBody>
      </p:sp>
      <p:sp>
        <p:nvSpPr>
          <p:cNvPr id="147" name="Backup [Sticker]" hidden="1">
            <a:extLst>
              <a:ext uri="{FF2B5EF4-FFF2-40B4-BE49-F238E27FC236}">
                <a16:creationId xmlns:a16="http://schemas.microsoft.com/office/drawing/2014/main" id="{308EDF7D-F287-A5B8-407B-AF543ACA9F1E}"/>
              </a:ext>
            </a:extLst>
          </p:cNvPr>
          <p:cNvSpPr>
            <a:spLocks/>
          </p:cNvSpPr>
          <p:nvPr userDrawn="1"/>
        </p:nvSpPr>
        <p:spPr>
          <a:xfrm>
            <a:off x="10985500" y="210784"/>
            <a:ext cx="7048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BACKUP</a:t>
            </a:r>
          </a:p>
        </p:txBody>
      </p:sp>
      <p:grpSp>
        <p:nvGrpSpPr>
          <p:cNvPr id="134" name="Responsible [Sticker]" hidden="1">
            <a:extLst>
              <a:ext uri="{FF2B5EF4-FFF2-40B4-BE49-F238E27FC236}">
                <a16:creationId xmlns:a16="http://schemas.microsoft.com/office/drawing/2014/main" id="{D807E524-FC1C-0CD6-4E84-F55B41ABF787}"/>
              </a:ext>
            </a:extLst>
          </p:cNvPr>
          <p:cNvGrpSpPr/>
          <p:nvPr userDrawn="1"/>
        </p:nvGrpSpPr>
        <p:grpSpPr>
          <a:xfrm>
            <a:off x="9050330" y="210783"/>
            <a:ext cx="2640147" cy="173118"/>
            <a:chOff x="9050330" y="210783"/>
            <a:chExt cx="2640147" cy="173118"/>
          </a:xfrm>
        </p:grpSpPr>
        <p:sp>
          <p:nvSpPr>
            <p:cNvPr id="135" name="Final [Sticker org.]">
              <a:extLst>
                <a:ext uri="{FF2B5EF4-FFF2-40B4-BE49-F238E27FC236}">
                  <a16:creationId xmlns:a16="http://schemas.microsoft.com/office/drawing/2014/main" id="{4440328B-E219-D57E-E076-5D09AD704156}"/>
                </a:ext>
              </a:extLst>
            </p:cNvPr>
            <p:cNvSpPr>
              <a:spLocks/>
            </p:cNvSpPr>
            <p:nvPr/>
          </p:nvSpPr>
          <p:spPr>
            <a:xfrm>
              <a:off x="9050330" y="210783"/>
              <a:ext cx="2640147" cy="173117"/>
            </a:xfrm>
            <a:prstGeom prst="roundRect">
              <a:avLst>
                <a:gd name="adj" fmla="val 50000"/>
              </a:avLst>
            </a:prstGeom>
            <a:solidFill>
              <a:schemeClr val="bg1"/>
            </a:solidFill>
            <a:ln w="6350" cap="flat" cmpd="sng" algn="ctr">
              <a:solidFill>
                <a:schemeClr val="tx2"/>
              </a:solidFill>
              <a:prstDash val="solid"/>
            </a:ln>
            <a:effectLst/>
          </p:spPr>
          <p:txBody>
            <a:bodyPr wrap="square" lIns="90000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chemeClr val="tx2"/>
                  </a:solidFill>
                  <a:effectLst/>
                  <a:uLnTx/>
                  <a:uFillTx/>
                  <a:latin typeface="+mn-lt"/>
                  <a:ea typeface="+mn-ea"/>
                  <a:cs typeface="+mn-cs"/>
                </a:rPr>
                <a:t>TEXT</a:t>
              </a:r>
              <a:endParaRPr kumimoji="0" lang="en-US" sz="800" i="0" u="none" strike="noStrike" kern="0" cap="none" spc="0" normalizeH="0" baseline="0" noProof="0">
                <a:ln>
                  <a:noFill/>
                </a:ln>
                <a:solidFill>
                  <a:schemeClr val="tx2"/>
                </a:solidFill>
                <a:effectLst/>
                <a:uLnTx/>
                <a:uFillTx/>
                <a:latin typeface="+mn-lt"/>
                <a:ea typeface="+mn-ea"/>
                <a:cs typeface="+mn-cs"/>
              </a:endParaRPr>
            </a:p>
          </p:txBody>
        </p:sp>
        <p:sp>
          <p:nvSpPr>
            <p:cNvPr id="136" name="Final [Sticker org.]">
              <a:extLst>
                <a:ext uri="{FF2B5EF4-FFF2-40B4-BE49-F238E27FC236}">
                  <a16:creationId xmlns:a16="http://schemas.microsoft.com/office/drawing/2014/main" id="{E3A6C8D3-C105-250D-CC2B-D59A630EC485}"/>
                </a:ext>
              </a:extLst>
            </p:cNvPr>
            <p:cNvSpPr>
              <a:spLocks/>
            </p:cNvSpPr>
            <p:nvPr/>
          </p:nvSpPr>
          <p:spPr>
            <a:xfrm>
              <a:off x="9050330" y="210784"/>
              <a:ext cx="853949" cy="173117"/>
            </a:xfrm>
            <a:prstGeom prst="roundRect">
              <a:avLst>
                <a:gd name="adj" fmla="val 50000"/>
              </a:avLst>
            </a:prstGeom>
            <a:solidFill>
              <a:schemeClr val="tx2"/>
            </a:soli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rgbClr val="FFFFFF"/>
                  </a:solidFill>
                  <a:effectLst/>
                  <a:uLnTx/>
                  <a:uFillTx/>
                  <a:latin typeface="+mn-lt"/>
                  <a:ea typeface="+mn-ea"/>
                  <a:cs typeface="+mn-cs"/>
                </a:rPr>
                <a:t>RESPONSIBLE:</a:t>
              </a:r>
              <a:endParaRPr kumimoji="0" lang="en-US" sz="800" i="0" u="none" strike="noStrike" kern="0" cap="none" spc="0" normalizeH="0" baseline="0" noProof="0">
                <a:ln>
                  <a:noFill/>
                </a:ln>
                <a:solidFill>
                  <a:srgbClr val="FFFFFF"/>
                </a:solidFill>
                <a:effectLst/>
                <a:uLnTx/>
                <a:uFillTx/>
                <a:latin typeface="+mn-lt"/>
                <a:ea typeface="+mn-ea"/>
                <a:cs typeface="+mn-cs"/>
              </a:endParaRPr>
            </a:p>
          </p:txBody>
        </p:sp>
      </p:grpSp>
      <p:sp>
        <p:nvSpPr>
          <p:cNvPr id="137" name="Workspace [Presentation]" hidden="1">
            <a:extLst>
              <a:ext uri="{FF2B5EF4-FFF2-40B4-BE49-F238E27FC236}">
                <a16:creationId xmlns:a16="http://schemas.microsoft.com/office/drawing/2014/main" id="{94A6BE43-81F0-FA8E-2328-A068FC5E0F5F}"/>
              </a:ext>
            </a:extLst>
          </p:cNvPr>
          <p:cNvSpPr/>
          <p:nvPr userDrawn="1"/>
        </p:nvSpPr>
        <p:spPr bwMode="gray">
          <a:xfrm>
            <a:off x="504001" y="1548560"/>
            <a:ext cx="11186476" cy="4552203"/>
          </a:xfrm>
          <a:prstGeom prst="rect">
            <a:avLst/>
          </a:prstGeom>
          <a:noFill/>
          <a:ln w="12700" algn="ctr">
            <a:solidFill>
              <a:srgbClr val="D24726"/>
            </a:solidFill>
            <a:prstDash val="lg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K"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12" name="TextBox 11">
            <a:extLst>
              <a:ext uri="{FF2B5EF4-FFF2-40B4-BE49-F238E27FC236}">
                <a16:creationId xmlns:a16="http://schemas.microsoft.com/office/drawing/2014/main" id="{9D3804D4-CFCB-3760-6825-6437954DC9F4}"/>
              </a:ext>
            </a:extLst>
          </p:cNvPr>
          <p:cNvSpPr txBox="1"/>
          <p:nvPr userDrawn="1">
            <p:extLst>
              <p:ext uri="{1162E1C5-73C7-4A58-AE30-91384D911F3F}">
                <p184:classification xmlns:p184="http://schemas.microsoft.com/office/powerpoint/2018/4/main" val="ftr"/>
              </p:ext>
            </p:extLst>
          </p:nvPr>
        </p:nvSpPr>
        <p:spPr>
          <a:xfrm>
            <a:off x="203200" y="6563360"/>
            <a:ext cx="2144713" cy="91440"/>
          </a:xfrm>
          <a:prstGeom prst="rect">
            <a:avLst/>
          </a:prstGeom>
        </p:spPr>
        <p:txBody>
          <a:bodyPr horzOverflow="overflow" lIns="0" tIns="0" rIns="0" bIns="0">
            <a:spAutoFit/>
          </a:bodyPr>
          <a:lstStyle/>
          <a:p>
            <a:pPr algn="l"/>
            <a:r>
              <a:rPr lang="en-DE" sz="600">
                <a:solidFill>
                  <a:srgbClr val="A9B4BE"/>
                </a:solidFill>
                <a:latin typeface="72 Brand" panose="020B0504030603020204" pitchFamily="34" charset="0"/>
              </a:rPr>
              <a:t>                 INTERNAL ‒ SAP and External Parties under NDA Only</a:t>
            </a:r>
          </a:p>
        </p:txBody>
      </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780" r:id="rId3"/>
    <p:sldLayoutId id="2147483741" r:id="rId4"/>
    <p:sldLayoutId id="2147483832" r:id="rId5"/>
    <p:sldLayoutId id="2147483841" r:id="rId6"/>
    <p:sldLayoutId id="2147483837" r:id="rId7"/>
    <p:sldLayoutId id="2147483836" r:id="rId8"/>
    <p:sldLayoutId id="2147483834" r:id="rId9"/>
    <p:sldLayoutId id="2147483840" r:id="rId10"/>
    <p:sldLayoutId id="2147483812" r:id="rId11"/>
    <p:sldLayoutId id="2147483774" r:id="rId12"/>
    <p:sldLayoutId id="2147483745" r:id="rId13"/>
    <p:sldLayoutId id="2147483760" r:id="rId14"/>
    <p:sldLayoutId id="2147483768" r:id="rId15"/>
    <p:sldLayoutId id="2147483769" r:id="rId16"/>
    <p:sldLayoutId id="2147483770" r:id="rId17"/>
    <p:sldLayoutId id="2147483757" r:id="rId18"/>
    <p:sldLayoutId id="2147483771" r:id="rId19"/>
    <p:sldLayoutId id="2147483763" r:id="rId20"/>
    <p:sldLayoutId id="2147483751" r:id="rId21"/>
    <p:sldLayoutId id="2147483825" r:id="rId22"/>
    <p:sldLayoutId id="2147483826" r:id="rId23"/>
    <p:sldLayoutId id="2147483740" r:id="rId24"/>
    <p:sldLayoutId id="2147483824" r:id="rId25"/>
    <p:sldLayoutId id="2147483829" r:id="rId26"/>
    <p:sldLayoutId id="2147483828" r:id="rId27"/>
    <p:sldLayoutId id="2147483795" r:id="rId28"/>
    <p:sldLayoutId id="2147483796" r:id="rId29"/>
    <p:sldLayoutId id="2147483797" r:id="rId30"/>
    <p:sldLayoutId id="2147483801" r:id="rId31"/>
    <p:sldLayoutId id="2147483802" r:id="rId32"/>
    <p:sldLayoutId id="2147483803" r:id="rId33"/>
    <p:sldLayoutId id="2147483804" r:id="rId34"/>
    <p:sldLayoutId id="2147483819" r:id="rId35"/>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600"/>
        </a:spcBef>
        <a:buClrTx/>
        <a:buSzPct val="100000"/>
        <a:buFont typeface="Arial" panose="020B0604020202020204" pitchFamily="34" charset="0"/>
        <a:buChar char="​"/>
        <a:defRPr sz="20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8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600" b="0" i="0" kern="1200" noProof="0" dirty="0" smtClean="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7" userDrawn="1">
          <p15:clr>
            <a:srgbClr val="A4A4A4"/>
          </p15:clr>
        </p15:guide>
        <p15:guide id="2" pos="759" userDrawn="1">
          <p15:clr>
            <a:srgbClr val="A4A4A4"/>
          </p15:clr>
        </p15:guide>
        <p15:guide id="3" orient="horz" pos="317" userDrawn="1">
          <p15:clr>
            <a:srgbClr val="A4A4A4"/>
          </p15:clr>
        </p15:guide>
        <p15:guide id="4" orient="horz" pos="4002" userDrawn="1">
          <p15:clr>
            <a:srgbClr val="A4A4A4"/>
          </p15:clr>
        </p15:guide>
        <p15:guide id="5" pos="917" userDrawn="1">
          <p15:clr>
            <a:srgbClr val="A4A4A4"/>
          </p15:clr>
        </p15:guide>
        <p15:guide id="6" pos="1359" userDrawn="1">
          <p15:clr>
            <a:srgbClr val="A4A4A4"/>
          </p15:clr>
        </p15:guide>
        <p15:guide id="7" pos="1518" userDrawn="1">
          <p15:clr>
            <a:srgbClr val="A4A4A4"/>
          </p15:clr>
        </p15:guide>
        <p15:guide id="8" pos="1960" userDrawn="1">
          <p15:clr>
            <a:srgbClr val="A4A4A4"/>
          </p15:clr>
        </p15:guide>
        <p15:guide id="9" pos="2118" userDrawn="1">
          <p15:clr>
            <a:srgbClr val="A4A4A4"/>
          </p15:clr>
        </p15:guide>
        <p15:guide id="10" pos="2560" userDrawn="1">
          <p15:clr>
            <a:srgbClr val="A4A4A4"/>
          </p15:clr>
        </p15:guide>
        <p15:guide id="11" pos="2719" userDrawn="1">
          <p15:clr>
            <a:srgbClr val="A4A4A4"/>
          </p15:clr>
        </p15:guide>
        <p15:guide id="12" pos="3161" userDrawn="1">
          <p15:clr>
            <a:srgbClr val="A4A4A4"/>
          </p15:clr>
        </p15:guide>
        <p15:guide id="13" pos="3319" userDrawn="1">
          <p15:clr>
            <a:srgbClr val="A4A4A4"/>
          </p15:clr>
        </p15:guide>
        <p15:guide id="14" pos="3761" userDrawn="1">
          <p15:clr>
            <a:srgbClr val="A4A4A4"/>
          </p15:clr>
        </p15:guide>
        <p15:guide id="15" pos="3920" userDrawn="1">
          <p15:clr>
            <a:srgbClr val="A4A4A4"/>
          </p15:clr>
        </p15:guide>
        <p15:guide id="16" pos="4362" userDrawn="1">
          <p15:clr>
            <a:srgbClr val="A4A4A4"/>
          </p15:clr>
        </p15:guide>
        <p15:guide id="17" pos="4520" userDrawn="1">
          <p15:clr>
            <a:srgbClr val="A4A4A4"/>
          </p15:clr>
        </p15:guide>
        <p15:guide id="18" pos="4962" userDrawn="1">
          <p15:clr>
            <a:srgbClr val="A4A4A4"/>
          </p15:clr>
        </p15:guide>
        <p15:guide id="19" pos="5121" userDrawn="1">
          <p15:clr>
            <a:srgbClr val="A4A4A4"/>
          </p15:clr>
        </p15:guide>
        <p15:guide id="20" pos="5563" userDrawn="1">
          <p15:clr>
            <a:srgbClr val="A4A4A4"/>
          </p15:clr>
        </p15:guide>
        <p15:guide id="21" pos="5721" userDrawn="1">
          <p15:clr>
            <a:srgbClr val="A4A4A4"/>
          </p15:clr>
        </p15:guide>
        <p15:guide id="22" pos="6163" userDrawn="1">
          <p15:clr>
            <a:srgbClr val="A4A4A4"/>
          </p15:clr>
        </p15:guide>
        <p15:guide id="23" pos="6322" userDrawn="1">
          <p15:clr>
            <a:srgbClr val="A4A4A4"/>
          </p15:clr>
        </p15:guide>
        <p15:guide id="24" pos="6764" userDrawn="1">
          <p15:clr>
            <a:srgbClr val="A4A4A4"/>
          </p15:clr>
        </p15:guide>
        <p15:guide id="25" pos="6922" userDrawn="1">
          <p15:clr>
            <a:srgbClr val="A4A4A4"/>
          </p15:clr>
        </p15:guide>
        <p15:guide id="26" pos="7364" userDrawn="1">
          <p15:clr>
            <a:srgbClr val="A4A4A4"/>
          </p15:clr>
        </p15:guide>
        <p15:guide id="27" orient="horz" pos="98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0.xml"/><Relationship Id="rId5" Type="http://schemas.openxmlformats.org/officeDocument/2006/relationships/image" Target="../media/image38.png"/><Relationship Id="rId4" Type="http://schemas.openxmlformats.org/officeDocument/2006/relationships/image" Target="../media/image3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customXml" Target="../../customXml/item3.xml"/><Relationship Id="rId1" Type="http://schemas.openxmlformats.org/officeDocument/2006/relationships/customXml" Target="../../customXml/item23.xml"/><Relationship Id="rId5" Type="http://schemas.openxmlformats.org/officeDocument/2006/relationships/image" Target="../media/image39.svg"/><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1.xml"/><Relationship Id="rId5" Type="http://schemas.openxmlformats.org/officeDocument/2006/relationships/image" Target="../media/image44.png"/><Relationship Id="rId4" Type="http://schemas.openxmlformats.org/officeDocument/2006/relationships/image" Target="../media/image4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0.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0.xml"/><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hyperlink" Target="mailto:jlsmith@email.com" TargetMode="Externa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customXml" Target="../../customXml/item15.xml"/><Relationship Id="rId1" Type="http://schemas.openxmlformats.org/officeDocument/2006/relationships/customXml" Target="../../customXml/item4.xml"/><Relationship Id="rId4" Type="http://schemas.openxmlformats.org/officeDocument/2006/relationships/notesSlide" Target="../notesSlides/notes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image" Target="../media/image54.svg"/><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image" Target="../media/image53.svg"/><Relationship Id="rId2" Type="http://schemas.openxmlformats.org/officeDocument/2006/relationships/customXml" Target="../../customXml/item5.xml"/><Relationship Id="rId16" Type="http://schemas.openxmlformats.org/officeDocument/2006/relationships/image" Target="../media/image57.svg"/><Relationship Id="rId1" Type="http://schemas.openxmlformats.org/officeDocument/2006/relationships/customXml" Target="../../customXml/item20.xml"/><Relationship Id="rId6" Type="http://schemas.openxmlformats.org/officeDocument/2006/relationships/tags" Target="../tags/tag128.xml"/><Relationship Id="rId11" Type="http://schemas.openxmlformats.org/officeDocument/2006/relationships/image" Target="../media/image52.svg"/><Relationship Id="rId5" Type="http://schemas.openxmlformats.org/officeDocument/2006/relationships/tags" Target="../tags/tag127.xml"/><Relationship Id="rId15" Type="http://schemas.openxmlformats.org/officeDocument/2006/relationships/image" Target="../media/image56.svg"/><Relationship Id="rId10" Type="http://schemas.openxmlformats.org/officeDocument/2006/relationships/notesSlide" Target="../notesSlides/notesSlide3.xml"/><Relationship Id="rId4" Type="http://schemas.openxmlformats.org/officeDocument/2006/relationships/tags" Target="../tags/tag126.xml"/><Relationship Id="rId9" Type="http://schemas.openxmlformats.org/officeDocument/2006/relationships/slideLayout" Target="../slideLayouts/slideLayout12.xml"/><Relationship Id="rId14" Type="http://schemas.openxmlformats.org/officeDocument/2006/relationships/image" Target="../media/image55.svg"/></Relationships>
</file>

<file path=ppt/slides/_rels/slide27.xml.rels><?xml version="1.0" encoding="UTF-8" standalone="yes"?>
<Relationships xmlns="http://schemas.openxmlformats.org/package/2006/relationships"><Relationship Id="rId8" Type="http://schemas.openxmlformats.org/officeDocument/2006/relationships/tags" Target="../tags/tag136.xml"/><Relationship Id="rId13" Type="http://schemas.openxmlformats.org/officeDocument/2006/relationships/slideLayout" Target="../slideLayouts/slideLayout11.xml"/><Relationship Id="rId3" Type="http://schemas.openxmlformats.org/officeDocument/2006/relationships/tags" Target="../tags/tag131.xml"/><Relationship Id="rId7" Type="http://schemas.openxmlformats.org/officeDocument/2006/relationships/tags" Target="../tags/tag135.xml"/><Relationship Id="rId12" Type="http://schemas.openxmlformats.org/officeDocument/2006/relationships/tags" Target="../tags/tag140.xml"/><Relationship Id="rId2" Type="http://schemas.openxmlformats.org/officeDocument/2006/relationships/customXml" Target="../../customXml/item18.xml"/><Relationship Id="rId1" Type="http://schemas.openxmlformats.org/officeDocument/2006/relationships/customXml" Target="../../customXml/item2.xml"/><Relationship Id="rId6" Type="http://schemas.openxmlformats.org/officeDocument/2006/relationships/tags" Target="../tags/tag134.xml"/><Relationship Id="rId11" Type="http://schemas.openxmlformats.org/officeDocument/2006/relationships/tags" Target="../tags/tag139.xml"/><Relationship Id="rId5" Type="http://schemas.openxmlformats.org/officeDocument/2006/relationships/tags" Target="../tags/tag133.xml"/><Relationship Id="rId10" Type="http://schemas.openxmlformats.org/officeDocument/2006/relationships/tags" Target="../tags/tag138.xml"/><Relationship Id="rId4" Type="http://schemas.openxmlformats.org/officeDocument/2006/relationships/tags" Target="../tags/tag132.xml"/><Relationship Id="rId9" Type="http://schemas.openxmlformats.org/officeDocument/2006/relationships/tags" Target="../tags/tag137.xml"/><Relationship Id="rId14" Type="http://schemas.openxmlformats.org/officeDocument/2006/relationships/notesSlide" Target="../notesSlides/notesSlide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customXml" Target="../../customXml/item12.xml"/><Relationship Id="rId1" Type="http://schemas.openxmlformats.org/officeDocument/2006/relationships/customXml" Target="../../customXml/item10.xml"/><Relationship Id="rId4"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image" Target="../media/image58.svg"/><Relationship Id="rId18" Type="http://schemas.openxmlformats.org/officeDocument/2006/relationships/image" Target="../media/image63.svg"/><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notesSlide" Target="../notesSlides/notesSlide6.xml"/><Relationship Id="rId17" Type="http://schemas.openxmlformats.org/officeDocument/2006/relationships/image" Target="../media/image62.svg"/><Relationship Id="rId2" Type="http://schemas.openxmlformats.org/officeDocument/2006/relationships/customXml" Target="../../customXml/item13.xml"/><Relationship Id="rId16" Type="http://schemas.openxmlformats.org/officeDocument/2006/relationships/image" Target="../media/image61.svg"/><Relationship Id="rId20" Type="http://schemas.openxmlformats.org/officeDocument/2006/relationships/image" Target="../media/image65.svg"/><Relationship Id="rId1" Type="http://schemas.openxmlformats.org/officeDocument/2006/relationships/customXml" Target="../../customXml/item17.xml"/><Relationship Id="rId6" Type="http://schemas.openxmlformats.org/officeDocument/2006/relationships/tags" Target="../tags/tag144.xml"/><Relationship Id="rId11" Type="http://schemas.openxmlformats.org/officeDocument/2006/relationships/slideLayout" Target="../slideLayouts/slideLayout12.xml"/><Relationship Id="rId5" Type="http://schemas.openxmlformats.org/officeDocument/2006/relationships/tags" Target="../tags/tag143.xml"/><Relationship Id="rId15" Type="http://schemas.openxmlformats.org/officeDocument/2006/relationships/image" Target="../media/image60.svg"/><Relationship Id="rId10" Type="http://schemas.openxmlformats.org/officeDocument/2006/relationships/tags" Target="../tags/tag148.xml"/><Relationship Id="rId19" Type="http://schemas.openxmlformats.org/officeDocument/2006/relationships/image" Target="../media/image64.svg"/><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image" Target="../media/image5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C5C9D8-44C0-99C1-D68B-878AF5F16044}"/>
              </a:ext>
            </a:extLst>
          </p:cNvPr>
          <p:cNvSpPr>
            <a:spLocks noGrp="1"/>
          </p:cNvSpPr>
          <p:nvPr>
            <p:ph type="title"/>
          </p:nvPr>
        </p:nvSpPr>
        <p:spPr>
          <a:xfrm>
            <a:off x="503238" y="2234294"/>
            <a:ext cx="6146137" cy="1469219"/>
          </a:xfrm>
        </p:spPr>
        <p:txBody>
          <a:bodyPr/>
          <a:lstStyle/>
          <a:p>
            <a:pPr fontAlgn="base">
              <a:spcBef>
                <a:spcPct val="50000"/>
              </a:spcBef>
              <a:spcAft>
                <a:spcPct val="0"/>
              </a:spcAft>
            </a:pPr>
            <a:r>
              <a:rPr lang="en-US" noProof="1"/>
              <a:t>Build Real-Time, Unified Data Products for Agentic AI with SAP Reltio</a:t>
            </a:r>
            <a:endParaRPr lang="en-US" kern="0" noProof="1">
              <a:ea typeface="72 Brand" pitchFamily="34" charset="-128"/>
              <a:cs typeface="72 Brand" pitchFamily="34" charset="-128"/>
            </a:endParaRPr>
          </a:p>
        </p:txBody>
      </p:sp>
      <p:sp>
        <p:nvSpPr>
          <p:cNvPr id="3" name="Textplatzhalter 2">
            <a:extLst>
              <a:ext uri="{FF2B5EF4-FFF2-40B4-BE49-F238E27FC236}">
                <a16:creationId xmlns:a16="http://schemas.microsoft.com/office/drawing/2014/main" id="{411B70B9-CF4F-18DC-7B16-732F24D78888}"/>
              </a:ext>
            </a:extLst>
          </p:cNvPr>
          <p:cNvSpPr>
            <a:spLocks noGrp="1"/>
          </p:cNvSpPr>
          <p:nvPr>
            <p:ph type="body" sz="quarter" idx="23"/>
          </p:nvPr>
        </p:nvSpPr>
        <p:spPr>
          <a:xfrm>
            <a:off x="503238" y="3755219"/>
            <a:ext cx="4271575" cy="827390"/>
          </a:xfrm>
        </p:spPr>
        <p:txBody>
          <a:bodyPr>
            <a:normAutofit fontScale="92500" lnSpcReduction="10000"/>
          </a:bodyPr>
          <a:lstStyle/>
          <a:p>
            <a:r>
              <a:rPr lang="en-US" noProof="1"/>
              <a:t>Sriraj Rajaram, SAP Reltio</a:t>
            </a:r>
          </a:p>
          <a:p>
            <a:r>
              <a:rPr lang="en-US" noProof="1"/>
              <a:t>Christian Altmoos, SAP</a:t>
            </a:r>
          </a:p>
          <a:p>
            <a:r>
              <a:rPr lang="en-US" noProof="1"/>
              <a:t>Arne Ludwig, SAP</a:t>
            </a:r>
          </a:p>
          <a:p>
            <a:r>
              <a:rPr lang="en-US" noProof="1"/>
              <a:t>Richard Mooney, SAP</a:t>
            </a:r>
          </a:p>
        </p:txBody>
      </p:sp>
      <p:sp>
        <p:nvSpPr>
          <p:cNvPr id="4" name="Textplatzhalter 3">
            <a:extLst>
              <a:ext uri="{FF2B5EF4-FFF2-40B4-BE49-F238E27FC236}">
                <a16:creationId xmlns:a16="http://schemas.microsoft.com/office/drawing/2014/main" id="{5662F63E-EA15-787F-5EDA-26D964327043}"/>
              </a:ext>
            </a:extLst>
          </p:cNvPr>
          <p:cNvSpPr>
            <a:spLocks noGrp="1"/>
          </p:cNvSpPr>
          <p:nvPr>
            <p:ph type="body" sz="quarter" idx="25"/>
          </p:nvPr>
        </p:nvSpPr>
        <p:spPr/>
        <p:txBody>
          <a:bodyPr/>
          <a:lstStyle/>
          <a:p>
            <a:pPr>
              <a:defRPr/>
            </a:pPr>
            <a:r>
              <a:rPr lang="en-US" noProof="1"/>
              <a:t>October 2026</a:t>
            </a:r>
          </a:p>
        </p:txBody>
      </p:sp>
    </p:spTree>
    <p:extLst>
      <p:ext uri="{BB962C8B-B14F-4D97-AF65-F5344CB8AC3E}">
        <p14:creationId xmlns:p14="http://schemas.microsoft.com/office/powerpoint/2010/main" val="227704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el 31">
            <a:extLst>
              <a:ext uri="{FF2B5EF4-FFF2-40B4-BE49-F238E27FC236}">
                <a16:creationId xmlns:a16="http://schemas.microsoft.com/office/drawing/2014/main" id="{0FC14731-84B4-93B1-4BE9-6BD11392495F}"/>
              </a:ext>
            </a:extLst>
          </p:cNvPr>
          <p:cNvSpPr>
            <a:spLocks noGrp="1"/>
          </p:cNvSpPr>
          <p:nvPr>
            <p:ph type="title"/>
          </p:nvPr>
        </p:nvSpPr>
        <p:spPr/>
        <p:txBody>
          <a:bodyPr/>
          <a:lstStyle/>
          <a:p>
            <a:r>
              <a:rPr lang="en-US" noProof="1"/>
              <a:t>Agenda</a:t>
            </a:r>
          </a:p>
        </p:txBody>
      </p:sp>
      <p:sp>
        <p:nvSpPr>
          <p:cNvPr id="18" name="TextBox 27">
            <a:extLst>
              <a:ext uri="{FF2B5EF4-FFF2-40B4-BE49-F238E27FC236}">
                <a16:creationId xmlns:a16="http://schemas.microsoft.com/office/drawing/2014/main" id="{E3D2BA92-C90B-151F-FD7B-53BA3BB61751}"/>
              </a:ext>
            </a:extLst>
          </p:cNvPr>
          <p:cNvSpPr txBox="1"/>
          <p:nvPr/>
        </p:nvSpPr>
        <p:spPr>
          <a:xfrm>
            <a:off x="504000" y="1573734"/>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kern="0" noProof="1">
                <a:solidFill>
                  <a:srgbClr val="B894FF"/>
                </a:solidFill>
                <a:latin typeface="72 Brand" panose="020B0504030603020204" pitchFamily="34" charset="0"/>
                <a:ea typeface="72 Brand" pitchFamily="34" charset="-128"/>
                <a:cs typeface="72 Brand" pitchFamily="34" charset="-128"/>
              </a:rPr>
              <a:t>01</a:t>
            </a:r>
          </a:p>
        </p:txBody>
      </p:sp>
      <p:sp>
        <p:nvSpPr>
          <p:cNvPr id="19" name="TextBox 38">
            <a:extLst>
              <a:ext uri="{FF2B5EF4-FFF2-40B4-BE49-F238E27FC236}">
                <a16:creationId xmlns:a16="http://schemas.microsoft.com/office/drawing/2014/main" id="{FF562787-F145-4F21-E5C4-0F8844E1E208}"/>
              </a:ext>
            </a:extLst>
          </p:cNvPr>
          <p:cNvSpPr txBox="1"/>
          <p:nvPr/>
        </p:nvSpPr>
        <p:spPr>
          <a:xfrm>
            <a:off x="1439999" y="1486530"/>
            <a:ext cx="6437175" cy="789960"/>
          </a:xfrm>
          <a:prstGeom prst="rect">
            <a:avLst/>
          </a:prstGeom>
          <a:noFill/>
        </p:spPr>
        <p:txBody>
          <a:bodyPr wrap="square" lIns="0" tIns="0" rIns="0" bIns="0" rtlCol="0" anchor="ctr" anchorCtr="0">
            <a:spAutoFit/>
          </a:bodyPr>
          <a:lstStyle/>
          <a:p>
            <a:pPr algn="l" fontAlgn="base">
              <a:spcBef>
                <a:spcPts val="400"/>
              </a:spcBef>
              <a:spcAft>
                <a:spcPct val="0"/>
              </a:spcAft>
              <a:buClr>
                <a:schemeClr val="tx1"/>
              </a:buClr>
              <a:buSzPct val="100000"/>
            </a:pPr>
            <a:r>
              <a:rPr lang="en-US" sz="2000" kern="0" noProof="1">
                <a:latin typeface="72 Brand Medium" panose="020B0604030603020204" pitchFamily="34" charset="0"/>
                <a:ea typeface="72 Brand" pitchFamily="34" charset="-128"/>
                <a:cs typeface="72 Brand" pitchFamily="34" charset="-128"/>
              </a:rPr>
              <a:t>Introduction to SAP Reltio</a:t>
            </a:r>
          </a:p>
          <a:p>
            <a:pPr fontAlgn="base">
              <a:spcBef>
                <a:spcPts val="400"/>
              </a:spcBef>
              <a:spcAft>
                <a:spcPct val="0"/>
              </a:spcAft>
              <a:buClr>
                <a:schemeClr val="tx1"/>
              </a:buClr>
              <a:buSzPct val="100000"/>
            </a:pPr>
            <a:r>
              <a:rPr lang="en-US" sz="1400" kern="0" noProof="1">
                <a:latin typeface="72 Brand" panose="020B0504030603020204" pitchFamily="34" charset="0"/>
                <a:ea typeface="72 Brand" pitchFamily="34" charset="-128"/>
                <a:cs typeface="72 Brand" pitchFamily="34" charset="-128"/>
              </a:rPr>
              <a:t>A quick overview of the industry leading data unification and context intelligence platform</a:t>
            </a:r>
          </a:p>
        </p:txBody>
      </p:sp>
      <p:sp>
        <p:nvSpPr>
          <p:cNvPr id="20" name="TextBox 44">
            <a:extLst>
              <a:ext uri="{FF2B5EF4-FFF2-40B4-BE49-F238E27FC236}">
                <a16:creationId xmlns:a16="http://schemas.microsoft.com/office/drawing/2014/main" id="{F51A93F7-25F6-AB59-3ABD-DA46AB768CBD}"/>
              </a:ext>
            </a:extLst>
          </p:cNvPr>
          <p:cNvSpPr txBox="1"/>
          <p:nvPr/>
        </p:nvSpPr>
        <p:spPr>
          <a:xfrm>
            <a:off x="504000" y="2582980"/>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kern="0" noProof="1">
                <a:solidFill>
                  <a:srgbClr val="9876FF"/>
                </a:solidFill>
                <a:latin typeface="72 Brand" panose="020B0504030603020204" pitchFamily="34" charset="0"/>
                <a:ea typeface="72 Brand" pitchFamily="34" charset="-128"/>
                <a:cs typeface="72 Brand" pitchFamily="34" charset="-128"/>
              </a:rPr>
              <a:t>02</a:t>
            </a:r>
          </a:p>
        </p:txBody>
      </p:sp>
      <p:sp>
        <p:nvSpPr>
          <p:cNvPr id="21" name="TextBox 46">
            <a:extLst>
              <a:ext uri="{FF2B5EF4-FFF2-40B4-BE49-F238E27FC236}">
                <a16:creationId xmlns:a16="http://schemas.microsoft.com/office/drawing/2014/main" id="{D9A873FA-2EAE-7049-7794-871FFB51D936}"/>
              </a:ext>
            </a:extLst>
          </p:cNvPr>
          <p:cNvSpPr txBox="1"/>
          <p:nvPr/>
        </p:nvSpPr>
        <p:spPr>
          <a:xfrm>
            <a:off x="1439999" y="2603498"/>
            <a:ext cx="6437175" cy="574516"/>
          </a:xfrm>
          <a:prstGeom prst="rect">
            <a:avLst/>
          </a:prstGeom>
          <a:noFill/>
        </p:spPr>
        <p:txBody>
          <a:bodyPr wrap="square" lIns="0" tIns="0" rIns="0" bIns="0" rtlCol="0" anchor="ctr" anchorCtr="0">
            <a:spAutoFit/>
          </a:bodyPr>
          <a:lstStyle/>
          <a:p>
            <a:pPr algn="l" fontAlgn="base">
              <a:spcBef>
                <a:spcPts val="400"/>
              </a:spcBef>
              <a:spcAft>
                <a:spcPct val="0"/>
              </a:spcAft>
              <a:buClr>
                <a:schemeClr val="tx1"/>
              </a:buClr>
              <a:buSzPct val="100000"/>
            </a:pPr>
            <a:r>
              <a:rPr lang="en-US" sz="2000" kern="0" noProof="1">
                <a:latin typeface="72 Brand Medium" panose="020B0604030603020204" pitchFamily="34" charset="0"/>
                <a:ea typeface="72 Brand" pitchFamily="34" charset="-128"/>
                <a:cs typeface="72 Brand" pitchFamily="34" charset="-128"/>
              </a:rPr>
              <a:t>Exercise 0</a:t>
            </a:r>
          </a:p>
          <a:p>
            <a:pPr fontAlgn="base">
              <a:spcBef>
                <a:spcPts val="400"/>
              </a:spcBef>
              <a:spcAft>
                <a:spcPct val="0"/>
              </a:spcAft>
              <a:buClr>
                <a:schemeClr val="tx1"/>
              </a:buClr>
              <a:buSzPct val="100000"/>
            </a:pPr>
            <a:r>
              <a:rPr lang="en-US" sz="1400" kern="0" noProof="1">
                <a:latin typeface="72 Brand" panose="020B0504030603020204" pitchFamily="34" charset="0"/>
                <a:ea typeface="72 Brand" pitchFamily="34" charset="-128"/>
                <a:cs typeface="72 Brand" pitchFamily="34" charset="-128"/>
              </a:rPr>
              <a:t>Logging in to SAP Reltio and understanding the various components</a:t>
            </a:r>
          </a:p>
        </p:txBody>
      </p:sp>
      <p:sp>
        <p:nvSpPr>
          <p:cNvPr id="22" name="TextBox 48">
            <a:extLst>
              <a:ext uri="{FF2B5EF4-FFF2-40B4-BE49-F238E27FC236}">
                <a16:creationId xmlns:a16="http://schemas.microsoft.com/office/drawing/2014/main" id="{67D01F44-6B40-84D5-2C73-943EF680FD04}"/>
              </a:ext>
            </a:extLst>
          </p:cNvPr>
          <p:cNvSpPr txBox="1"/>
          <p:nvPr/>
        </p:nvSpPr>
        <p:spPr>
          <a:xfrm>
            <a:off x="504000" y="3592226"/>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kern="0" noProof="1">
                <a:solidFill>
                  <a:srgbClr val="7858FF"/>
                </a:solidFill>
                <a:latin typeface="72 Brand" panose="020B0504030603020204" pitchFamily="34" charset="0"/>
                <a:ea typeface="72 Brand" pitchFamily="34" charset="-128"/>
                <a:cs typeface="72 Brand" pitchFamily="34" charset="-128"/>
              </a:rPr>
              <a:t>03</a:t>
            </a:r>
          </a:p>
        </p:txBody>
      </p:sp>
      <p:sp>
        <p:nvSpPr>
          <p:cNvPr id="23" name="TextBox 50">
            <a:extLst>
              <a:ext uri="{FF2B5EF4-FFF2-40B4-BE49-F238E27FC236}">
                <a16:creationId xmlns:a16="http://schemas.microsoft.com/office/drawing/2014/main" id="{7F3200D2-2769-41F7-D35F-BB457E4E0CD7}"/>
              </a:ext>
            </a:extLst>
          </p:cNvPr>
          <p:cNvSpPr txBox="1"/>
          <p:nvPr/>
        </p:nvSpPr>
        <p:spPr>
          <a:xfrm>
            <a:off x="1439999" y="3612744"/>
            <a:ext cx="6437175" cy="574516"/>
          </a:xfrm>
          <a:prstGeom prst="rect">
            <a:avLst/>
          </a:prstGeom>
          <a:noFill/>
        </p:spPr>
        <p:txBody>
          <a:bodyPr wrap="square" lIns="0" tIns="0" rIns="0" bIns="0" rtlCol="0" anchor="ctr" anchorCtr="0">
            <a:spAutoFit/>
          </a:bodyPr>
          <a:lstStyle/>
          <a:p>
            <a:pPr algn="l" fontAlgn="base">
              <a:spcBef>
                <a:spcPts val="400"/>
              </a:spcBef>
              <a:spcAft>
                <a:spcPct val="0"/>
              </a:spcAft>
              <a:buClr>
                <a:schemeClr val="tx1"/>
              </a:buClr>
              <a:buSzPct val="100000"/>
            </a:pPr>
            <a:r>
              <a:rPr lang="en-US" sz="2000" kern="0" noProof="1">
                <a:latin typeface="72 Brand Medium" panose="020B0604030603020204" pitchFamily="34" charset="0"/>
                <a:ea typeface="72 Brand" pitchFamily="34" charset="-128"/>
                <a:cs typeface="72 Brand" pitchFamily="34" charset="-128"/>
              </a:rPr>
              <a:t>Exercise 1</a:t>
            </a:r>
          </a:p>
          <a:p>
            <a:pPr fontAlgn="base">
              <a:spcBef>
                <a:spcPts val="400"/>
              </a:spcBef>
              <a:spcAft>
                <a:spcPct val="0"/>
              </a:spcAft>
              <a:buClr>
                <a:schemeClr val="tx1"/>
              </a:buClr>
              <a:buSzPct val="100000"/>
            </a:pPr>
            <a:r>
              <a:rPr lang="en-US" sz="1400" kern="0" noProof="1">
                <a:latin typeface="72 Brand" panose="020B0504030603020204" pitchFamily="34" charset="0"/>
                <a:ea typeface="72 Brand" pitchFamily="34" charset="-128"/>
                <a:cs typeface="72 Brand" pitchFamily="34" charset="-128"/>
              </a:rPr>
              <a:t>Loading data into SAP Reltio</a:t>
            </a:r>
          </a:p>
        </p:txBody>
      </p:sp>
      <p:sp>
        <p:nvSpPr>
          <p:cNvPr id="24" name="TextBox 52">
            <a:extLst>
              <a:ext uri="{FF2B5EF4-FFF2-40B4-BE49-F238E27FC236}">
                <a16:creationId xmlns:a16="http://schemas.microsoft.com/office/drawing/2014/main" id="{0E626362-3D2C-1416-C309-EAA1996380C5}"/>
              </a:ext>
            </a:extLst>
          </p:cNvPr>
          <p:cNvSpPr txBox="1"/>
          <p:nvPr/>
        </p:nvSpPr>
        <p:spPr>
          <a:xfrm>
            <a:off x="504000" y="4601472"/>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kern="0" noProof="1">
                <a:solidFill>
                  <a:srgbClr val="5D36FF"/>
                </a:solidFill>
                <a:latin typeface="72 Brand" panose="020B0504030603020204" pitchFamily="34" charset="0"/>
                <a:ea typeface="72 Brand" pitchFamily="34" charset="-128"/>
                <a:cs typeface="72 Brand" pitchFamily="34" charset="-128"/>
              </a:rPr>
              <a:t>04</a:t>
            </a:r>
          </a:p>
        </p:txBody>
      </p:sp>
      <p:sp>
        <p:nvSpPr>
          <p:cNvPr id="25" name="TextBox 54">
            <a:extLst>
              <a:ext uri="{FF2B5EF4-FFF2-40B4-BE49-F238E27FC236}">
                <a16:creationId xmlns:a16="http://schemas.microsoft.com/office/drawing/2014/main" id="{D87BA447-8AE8-2F95-103A-49AE28AAC966}"/>
              </a:ext>
            </a:extLst>
          </p:cNvPr>
          <p:cNvSpPr txBox="1"/>
          <p:nvPr/>
        </p:nvSpPr>
        <p:spPr>
          <a:xfrm>
            <a:off x="1439999" y="4621990"/>
            <a:ext cx="6437175" cy="574516"/>
          </a:xfrm>
          <a:prstGeom prst="rect">
            <a:avLst/>
          </a:prstGeom>
          <a:noFill/>
        </p:spPr>
        <p:txBody>
          <a:bodyPr wrap="square" lIns="0" tIns="0" rIns="0" bIns="0" rtlCol="0" anchor="ctr" anchorCtr="0">
            <a:spAutoFit/>
          </a:bodyPr>
          <a:lstStyle/>
          <a:p>
            <a:pPr algn="l" fontAlgn="base">
              <a:spcBef>
                <a:spcPts val="400"/>
              </a:spcBef>
              <a:spcAft>
                <a:spcPct val="0"/>
              </a:spcAft>
              <a:buClr>
                <a:schemeClr val="tx1"/>
              </a:buClr>
              <a:buSzPct val="100000"/>
            </a:pPr>
            <a:r>
              <a:rPr lang="en-US" sz="2000" kern="0" noProof="1">
                <a:latin typeface="72 Brand Medium" panose="020B0604030603020204" pitchFamily="34" charset="0"/>
                <a:ea typeface="72 Brand" pitchFamily="34" charset="-128"/>
                <a:cs typeface="72 Brand" pitchFamily="34" charset="-128"/>
              </a:rPr>
              <a:t>Exercise 2</a:t>
            </a:r>
          </a:p>
          <a:p>
            <a:pPr fontAlgn="base">
              <a:spcBef>
                <a:spcPts val="400"/>
              </a:spcBef>
              <a:spcAft>
                <a:spcPct val="0"/>
              </a:spcAft>
              <a:buClr>
                <a:schemeClr val="tx1"/>
              </a:buClr>
              <a:buSzPct val="100000"/>
            </a:pPr>
            <a:r>
              <a:rPr lang="en-US" sz="1400" kern="0" noProof="1">
                <a:latin typeface="72 Brand" panose="020B0504030603020204" pitchFamily="34" charset="0"/>
                <a:ea typeface="72 Brand" pitchFamily="34" charset="-128"/>
                <a:cs typeface="72 Brand" pitchFamily="34" charset="-128"/>
              </a:rPr>
              <a:t>Searching and accessing data within SAP Reltio</a:t>
            </a:r>
          </a:p>
        </p:txBody>
      </p:sp>
      <p:sp>
        <p:nvSpPr>
          <p:cNvPr id="26" name="TextBox 4">
            <a:extLst>
              <a:ext uri="{FF2B5EF4-FFF2-40B4-BE49-F238E27FC236}">
                <a16:creationId xmlns:a16="http://schemas.microsoft.com/office/drawing/2014/main" id="{DD64484B-B491-8D4A-854B-8D1F6A6E9B28}"/>
              </a:ext>
            </a:extLst>
          </p:cNvPr>
          <p:cNvSpPr txBox="1"/>
          <p:nvPr/>
        </p:nvSpPr>
        <p:spPr>
          <a:xfrm>
            <a:off x="504000" y="5610720"/>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kern="0" noProof="1">
                <a:solidFill>
                  <a:srgbClr val="470CED"/>
                </a:solidFill>
                <a:latin typeface="72 Brand" panose="020B0504030603020204" pitchFamily="34" charset="0"/>
                <a:ea typeface="72 Brand" pitchFamily="34" charset="-128"/>
                <a:cs typeface="72 Brand" pitchFamily="34" charset="-128"/>
              </a:rPr>
              <a:t>05</a:t>
            </a:r>
          </a:p>
        </p:txBody>
      </p:sp>
      <p:sp>
        <p:nvSpPr>
          <p:cNvPr id="27" name="TextBox 6">
            <a:extLst>
              <a:ext uri="{FF2B5EF4-FFF2-40B4-BE49-F238E27FC236}">
                <a16:creationId xmlns:a16="http://schemas.microsoft.com/office/drawing/2014/main" id="{FE629F3A-E613-A575-4B50-ABC2CCEE8260}"/>
              </a:ext>
            </a:extLst>
          </p:cNvPr>
          <p:cNvSpPr txBox="1"/>
          <p:nvPr/>
        </p:nvSpPr>
        <p:spPr>
          <a:xfrm>
            <a:off x="1439999" y="5523516"/>
            <a:ext cx="6437175" cy="789960"/>
          </a:xfrm>
          <a:prstGeom prst="rect">
            <a:avLst/>
          </a:prstGeom>
          <a:noFill/>
        </p:spPr>
        <p:txBody>
          <a:bodyPr wrap="square" lIns="0" tIns="0" rIns="0" bIns="0" rtlCol="0" anchor="ctr" anchorCtr="0">
            <a:spAutoFit/>
          </a:bodyPr>
          <a:lstStyle/>
          <a:p>
            <a:pPr algn="l" fontAlgn="base">
              <a:spcBef>
                <a:spcPts val="400"/>
              </a:spcBef>
              <a:spcAft>
                <a:spcPct val="0"/>
              </a:spcAft>
              <a:buClr>
                <a:schemeClr val="tx1"/>
              </a:buClr>
              <a:buSzPct val="100000"/>
            </a:pPr>
            <a:r>
              <a:rPr lang="en-US" sz="2000" kern="0" noProof="1">
                <a:latin typeface="72 Brand Medium" panose="020B0604030603020204" pitchFamily="34" charset="0"/>
                <a:ea typeface="72 Brand" pitchFamily="34" charset="-128"/>
                <a:cs typeface="72 Brand" pitchFamily="34" charset="-128"/>
              </a:rPr>
              <a:t>Exercise 3</a:t>
            </a:r>
          </a:p>
          <a:p>
            <a:pPr fontAlgn="base">
              <a:spcBef>
                <a:spcPts val="400"/>
              </a:spcBef>
              <a:spcAft>
                <a:spcPct val="0"/>
              </a:spcAft>
              <a:buClr>
                <a:schemeClr val="tx1"/>
              </a:buClr>
              <a:buSzPct val="100000"/>
            </a:pPr>
            <a:r>
              <a:rPr lang="en-US" sz="1400" kern="0" noProof="1">
                <a:latin typeface="72 Brand" panose="020B0504030603020204" pitchFamily="34" charset="0"/>
                <a:ea typeface="72 Brand" pitchFamily="34" charset="-128"/>
                <a:cs typeface="72 Brand" pitchFamily="34" charset="-128"/>
              </a:rPr>
              <a:t>Understanding the data unification process within SAP Reltio – Match, Merge, Survivorship</a:t>
            </a:r>
          </a:p>
        </p:txBody>
      </p:sp>
      <p:cxnSp>
        <p:nvCxnSpPr>
          <p:cNvPr id="28" name="Straight Connector 39">
            <a:extLst>
              <a:ext uri="{FF2B5EF4-FFF2-40B4-BE49-F238E27FC236}">
                <a16:creationId xmlns:a16="http://schemas.microsoft.com/office/drawing/2014/main" id="{D11D6CAE-4497-253D-FD28-21B5B6461580}"/>
              </a:ext>
              <a:ext uri="{C183D7F6-B498-43B3-948B-1728B52AA6E4}">
                <adec:decorative xmlns:adec="http://schemas.microsoft.com/office/drawing/2017/decorative" val="1"/>
              </a:ext>
            </a:extLst>
          </p:cNvPr>
          <p:cNvCxnSpPr>
            <a:cxnSpLocks/>
          </p:cNvCxnSpPr>
          <p:nvPr/>
        </p:nvCxnSpPr>
        <p:spPr>
          <a:xfrm>
            <a:off x="531314" y="2386133"/>
            <a:ext cx="7345861" cy="0"/>
          </a:xfrm>
          <a:prstGeom prst="line">
            <a:avLst/>
          </a:prstGeom>
          <a:ln w="12700">
            <a:gradFill>
              <a:gsLst>
                <a:gs pos="0">
                  <a:srgbClr val="00144A"/>
                </a:gs>
                <a:gs pos="100000">
                  <a:srgbClr val="5D36FF"/>
                </a:gs>
              </a:gsLst>
              <a:lin ang="5400000" scaled="1"/>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40">
            <a:extLst>
              <a:ext uri="{FF2B5EF4-FFF2-40B4-BE49-F238E27FC236}">
                <a16:creationId xmlns:a16="http://schemas.microsoft.com/office/drawing/2014/main" id="{34175794-94FA-F84C-285C-357444D1A35D}"/>
              </a:ext>
              <a:ext uri="{C183D7F6-B498-43B3-948B-1728B52AA6E4}">
                <adec:decorative xmlns:adec="http://schemas.microsoft.com/office/drawing/2017/decorative" val="1"/>
              </a:ext>
            </a:extLst>
          </p:cNvPr>
          <p:cNvCxnSpPr>
            <a:cxnSpLocks/>
          </p:cNvCxnSpPr>
          <p:nvPr/>
        </p:nvCxnSpPr>
        <p:spPr>
          <a:xfrm>
            <a:off x="531314" y="5413871"/>
            <a:ext cx="7345861" cy="0"/>
          </a:xfrm>
          <a:prstGeom prst="line">
            <a:avLst/>
          </a:prstGeom>
          <a:ln w="12700">
            <a:gradFill>
              <a:gsLst>
                <a:gs pos="0">
                  <a:srgbClr val="00144A"/>
                </a:gs>
                <a:gs pos="100000">
                  <a:srgbClr val="5D36FF"/>
                </a:gs>
              </a:gsLst>
              <a:lin ang="5400000" scaled="1"/>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41">
            <a:extLst>
              <a:ext uri="{FF2B5EF4-FFF2-40B4-BE49-F238E27FC236}">
                <a16:creationId xmlns:a16="http://schemas.microsoft.com/office/drawing/2014/main" id="{14324E0F-A937-C5E6-DBED-B40120CDC5B9}"/>
              </a:ext>
              <a:ext uri="{C183D7F6-B498-43B3-948B-1728B52AA6E4}">
                <adec:decorative xmlns:adec="http://schemas.microsoft.com/office/drawing/2017/decorative" val="1"/>
              </a:ext>
            </a:extLst>
          </p:cNvPr>
          <p:cNvCxnSpPr>
            <a:cxnSpLocks/>
          </p:cNvCxnSpPr>
          <p:nvPr/>
        </p:nvCxnSpPr>
        <p:spPr>
          <a:xfrm>
            <a:off x="531314" y="4404625"/>
            <a:ext cx="7345861" cy="0"/>
          </a:xfrm>
          <a:prstGeom prst="line">
            <a:avLst/>
          </a:prstGeom>
          <a:ln w="12700">
            <a:gradFill>
              <a:gsLst>
                <a:gs pos="0">
                  <a:srgbClr val="00144A"/>
                </a:gs>
                <a:gs pos="100000">
                  <a:srgbClr val="5D36FF"/>
                </a:gs>
              </a:gsLst>
              <a:lin ang="5400000" scaled="1"/>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42">
            <a:extLst>
              <a:ext uri="{FF2B5EF4-FFF2-40B4-BE49-F238E27FC236}">
                <a16:creationId xmlns:a16="http://schemas.microsoft.com/office/drawing/2014/main" id="{A703FF91-AB0C-AB5A-2FB3-95155D6B3817}"/>
              </a:ext>
              <a:ext uri="{C183D7F6-B498-43B3-948B-1728B52AA6E4}">
                <adec:decorative xmlns:adec="http://schemas.microsoft.com/office/drawing/2017/decorative" val="1"/>
              </a:ext>
            </a:extLst>
          </p:cNvPr>
          <p:cNvCxnSpPr>
            <a:cxnSpLocks/>
          </p:cNvCxnSpPr>
          <p:nvPr/>
        </p:nvCxnSpPr>
        <p:spPr>
          <a:xfrm>
            <a:off x="531314" y="3395379"/>
            <a:ext cx="7345861" cy="0"/>
          </a:xfrm>
          <a:prstGeom prst="line">
            <a:avLst/>
          </a:prstGeom>
          <a:ln w="12700">
            <a:gradFill>
              <a:gsLst>
                <a:gs pos="0">
                  <a:srgbClr val="00144A"/>
                </a:gs>
                <a:gs pos="100000">
                  <a:srgbClr val="5D36FF"/>
                </a:gs>
              </a:gsLst>
              <a:lin ang="5400000" scaled="1"/>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0019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9CDD-7861-FA6F-2946-0D78CB8ACDB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AB58E48-9583-A70D-E663-98C487200CBD}"/>
              </a:ext>
            </a:extLst>
          </p:cNvPr>
          <p:cNvSpPr>
            <a:spLocks noGrp="1"/>
          </p:cNvSpPr>
          <p:nvPr>
            <p:ph type="title"/>
          </p:nvPr>
        </p:nvSpPr>
        <p:spPr/>
        <p:txBody>
          <a:bodyPr/>
          <a:lstStyle/>
          <a:p>
            <a:r>
              <a:rPr lang="en-US" noProof="1"/>
              <a:t>Scattered, Poor Quality Data impeds AI and Agentic benefits</a:t>
            </a:r>
          </a:p>
        </p:txBody>
      </p:sp>
      <p:sp>
        <p:nvSpPr>
          <p:cNvPr id="5" name="Oval 4">
            <a:extLst>
              <a:ext uri="{FF2B5EF4-FFF2-40B4-BE49-F238E27FC236}">
                <a16:creationId xmlns:a16="http://schemas.microsoft.com/office/drawing/2014/main" id="{C1D17230-FE02-D4DB-3152-C85CD544ADD1}"/>
              </a:ext>
            </a:extLst>
          </p:cNvPr>
          <p:cNvSpPr/>
          <p:nvPr/>
        </p:nvSpPr>
        <p:spPr bwMode="gray">
          <a:xfrm>
            <a:off x="6522094" y="1942204"/>
            <a:ext cx="752931" cy="752931"/>
          </a:xfrm>
          <a:prstGeom prst="ellipse">
            <a:avLst/>
          </a:prstGeom>
          <a:solidFill>
            <a:srgbClr val="B894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endParaRPr>
          </a:p>
        </p:txBody>
      </p:sp>
      <p:sp>
        <p:nvSpPr>
          <p:cNvPr id="6" name="Text Placeholder 2">
            <a:extLst>
              <a:ext uri="{FF2B5EF4-FFF2-40B4-BE49-F238E27FC236}">
                <a16:creationId xmlns:a16="http://schemas.microsoft.com/office/drawing/2014/main" id="{77BB4A18-074C-9FAA-A381-6518C5489B0E}"/>
              </a:ext>
            </a:extLst>
          </p:cNvPr>
          <p:cNvSpPr txBox="1">
            <a:spLocks/>
          </p:cNvSpPr>
          <p:nvPr/>
        </p:nvSpPr>
        <p:spPr bwMode="black">
          <a:xfrm>
            <a:off x="7475328" y="1942204"/>
            <a:ext cx="3984033" cy="752931"/>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One customer. Hundreds of systems. Many versions.</a:t>
            </a:r>
            <a:endParaRPr lang="en-US" noProof="1"/>
          </a:p>
        </p:txBody>
      </p:sp>
      <p:sp>
        <p:nvSpPr>
          <p:cNvPr id="7" name="Oval 6">
            <a:extLst>
              <a:ext uri="{FF2B5EF4-FFF2-40B4-BE49-F238E27FC236}">
                <a16:creationId xmlns:a16="http://schemas.microsoft.com/office/drawing/2014/main" id="{FC9D826D-8DFB-2B37-B6C9-4D3ACF2A879F}"/>
              </a:ext>
            </a:extLst>
          </p:cNvPr>
          <p:cNvSpPr/>
          <p:nvPr/>
        </p:nvSpPr>
        <p:spPr bwMode="gray">
          <a:xfrm>
            <a:off x="6523866" y="3022289"/>
            <a:ext cx="752931" cy="752932"/>
          </a:xfrm>
          <a:prstGeom prst="ellipse">
            <a:avLst/>
          </a:prstGeom>
          <a:solidFill>
            <a:srgbClr val="9B76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endParaRPr>
          </a:p>
        </p:txBody>
      </p:sp>
      <p:sp>
        <p:nvSpPr>
          <p:cNvPr id="8" name="Text Placeholder 2">
            <a:extLst>
              <a:ext uri="{FF2B5EF4-FFF2-40B4-BE49-F238E27FC236}">
                <a16:creationId xmlns:a16="http://schemas.microsoft.com/office/drawing/2014/main" id="{B8F2B0B5-2F63-214B-85C6-65A2CB8D79B9}"/>
              </a:ext>
            </a:extLst>
          </p:cNvPr>
          <p:cNvSpPr txBox="1">
            <a:spLocks/>
          </p:cNvSpPr>
          <p:nvPr/>
        </p:nvSpPr>
        <p:spPr bwMode="black">
          <a:xfrm>
            <a:off x="7475328" y="3029028"/>
            <a:ext cx="3984033" cy="752931"/>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Website. Store. Mobile Applications. Call center. All disagree on the quality and readiness of data</a:t>
            </a:r>
            <a:endParaRPr lang="en-US" noProof="1"/>
          </a:p>
        </p:txBody>
      </p:sp>
      <p:sp>
        <p:nvSpPr>
          <p:cNvPr id="9" name="Oval 8">
            <a:extLst>
              <a:ext uri="{FF2B5EF4-FFF2-40B4-BE49-F238E27FC236}">
                <a16:creationId xmlns:a16="http://schemas.microsoft.com/office/drawing/2014/main" id="{BC135B8A-04AB-94DB-95CF-5DA8BA3D7CB4}"/>
              </a:ext>
            </a:extLst>
          </p:cNvPr>
          <p:cNvSpPr/>
          <p:nvPr/>
        </p:nvSpPr>
        <p:spPr bwMode="gray">
          <a:xfrm>
            <a:off x="6523867" y="4102375"/>
            <a:ext cx="752931" cy="752932"/>
          </a:xfrm>
          <a:prstGeom prst="ellipse">
            <a:avLst/>
          </a:prstGeom>
          <a:solidFill>
            <a:srgbClr val="7858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endParaRPr>
          </a:p>
        </p:txBody>
      </p:sp>
      <p:sp>
        <p:nvSpPr>
          <p:cNvPr id="10" name="Text Placeholder 2">
            <a:extLst>
              <a:ext uri="{FF2B5EF4-FFF2-40B4-BE49-F238E27FC236}">
                <a16:creationId xmlns:a16="http://schemas.microsoft.com/office/drawing/2014/main" id="{7257D8DE-49A7-1591-83B4-8F16E4260925}"/>
              </a:ext>
            </a:extLst>
          </p:cNvPr>
          <p:cNvSpPr txBox="1">
            <a:spLocks/>
          </p:cNvSpPr>
          <p:nvPr/>
        </p:nvSpPr>
        <p:spPr bwMode="black">
          <a:xfrm>
            <a:off x="7475328" y="4115852"/>
            <a:ext cx="3984033" cy="752931"/>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Same question, asked twice. Same answer, never given.</a:t>
            </a:r>
            <a:endParaRPr lang="en-US" noProof="1"/>
          </a:p>
        </p:txBody>
      </p:sp>
      <p:pic>
        <p:nvPicPr>
          <p:cNvPr id="15" name="Picture 14">
            <a:extLst>
              <a:ext uri="{FF2B5EF4-FFF2-40B4-BE49-F238E27FC236}">
                <a16:creationId xmlns:a16="http://schemas.microsoft.com/office/drawing/2014/main" id="{D3633D99-3EFF-594B-BC67-72904088AED4}"/>
              </a:ext>
            </a:extLst>
          </p:cNvPr>
          <p:cNvPicPr>
            <a:picLocks noChangeAspect="1"/>
          </p:cNvPicPr>
          <p:nvPr/>
        </p:nvPicPr>
        <p:blipFill>
          <a:blip r:embed="rId2"/>
          <a:stretch>
            <a:fillRect/>
          </a:stretch>
        </p:blipFill>
        <p:spPr>
          <a:xfrm>
            <a:off x="515037" y="1644103"/>
            <a:ext cx="5582550" cy="3569794"/>
          </a:xfrm>
          <a:prstGeom prst="rect">
            <a:avLst/>
          </a:prstGeom>
        </p:spPr>
      </p:pic>
      <p:pic>
        <p:nvPicPr>
          <p:cNvPr id="17" name="Picture 16">
            <a:extLst>
              <a:ext uri="{FF2B5EF4-FFF2-40B4-BE49-F238E27FC236}">
                <a16:creationId xmlns:a16="http://schemas.microsoft.com/office/drawing/2014/main" id="{B4200A49-0AE7-8583-D751-0145C0E9E6C8}"/>
              </a:ext>
            </a:extLst>
          </p:cNvPr>
          <p:cNvPicPr>
            <a:picLocks noChangeAspect="1"/>
          </p:cNvPicPr>
          <p:nvPr/>
        </p:nvPicPr>
        <p:blipFill>
          <a:blip r:embed="rId3"/>
          <a:stretch>
            <a:fillRect/>
          </a:stretch>
        </p:blipFill>
        <p:spPr>
          <a:xfrm>
            <a:off x="6669959" y="2052415"/>
            <a:ext cx="457200" cy="457200"/>
          </a:xfrm>
          <a:prstGeom prst="rect">
            <a:avLst/>
          </a:prstGeom>
        </p:spPr>
      </p:pic>
      <p:pic>
        <p:nvPicPr>
          <p:cNvPr id="19" name="Picture 18">
            <a:extLst>
              <a:ext uri="{FF2B5EF4-FFF2-40B4-BE49-F238E27FC236}">
                <a16:creationId xmlns:a16="http://schemas.microsoft.com/office/drawing/2014/main" id="{34B9DF67-083D-F8CF-0E69-A117E80FD249}"/>
              </a:ext>
            </a:extLst>
          </p:cNvPr>
          <p:cNvPicPr>
            <a:picLocks noChangeAspect="1"/>
          </p:cNvPicPr>
          <p:nvPr/>
        </p:nvPicPr>
        <p:blipFill>
          <a:blip r:embed="rId4"/>
          <a:stretch>
            <a:fillRect/>
          </a:stretch>
        </p:blipFill>
        <p:spPr>
          <a:xfrm>
            <a:off x="6669959" y="3200400"/>
            <a:ext cx="457200" cy="457200"/>
          </a:xfrm>
          <a:prstGeom prst="rect">
            <a:avLst/>
          </a:prstGeom>
        </p:spPr>
      </p:pic>
      <p:pic>
        <p:nvPicPr>
          <p:cNvPr id="21" name="Picture 20">
            <a:extLst>
              <a:ext uri="{FF2B5EF4-FFF2-40B4-BE49-F238E27FC236}">
                <a16:creationId xmlns:a16="http://schemas.microsoft.com/office/drawing/2014/main" id="{544E1BB3-069B-BECE-AF66-E74C4D1F0B5D}"/>
              </a:ext>
            </a:extLst>
          </p:cNvPr>
          <p:cNvPicPr>
            <a:picLocks noChangeAspect="1"/>
          </p:cNvPicPr>
          <p:nvPr/>
        </p:nvPicPr>
        <p:blipFill>
          <a:blip r:embed="rId5"/>
          <a:stretch>
            <a:fillRect/>
          </a:stretch>
        </p:blipFill>
        <p:spPr>
          <a:xfrm>
            <a:off x="6690263" y="4263717"/>
            <a:ext cx="457200" cy="457200"/>
          </a:xfrm>
          <a:prstGeom prst="rect">
            <a:avLst/>
          </a:prstGeom>
        </p:spPr>
      </p:pic>
    </p:spTree>
    <p:extLst>
      <p:ext uri="{BB962C8B-B14F-4D97-AF65-F5344CB8AC3E}">
        <p14:creationId xmlns:p14="http://schemas.microsoft.com/office/powerpoint/2010/main" val="1502917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9BC8A-905C-AA7C-A8A2-1B9023A17DE6}"/>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E86502ED-6CA2-A82B-EF42-167320EA3BA1}"/>
              </a:ext>
              <a:ext uri="{C183D7F6-B498-43B3-948B-1728B52AA6E4}">
                <adec:decorative xmlns:adec="http://schemas.microsoft.com/office/drawing/2017/decorative" val="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204914" y="2440314"/>
            <a:ext cx="2859086" cy="1403768"/>
          </a:xfrm>
          <a:prstGeom prst="rect">
            <a:avLst/>
          </a:prstGeom>
        </p:spPr>
      </p:pic>
      <p:sp>
        <p:nvSpPr>
          <p:cNvPr id="9" name="Title 8">
            <a:extLst>
              <a:ext uri="{FF2B5EF4-FFF2-40B4-BE49-F238E27FC236}">
                <a16:creationId xmlns:a16="http://schemas.microsoft.com/office/drawing/2014/main" id="{DA1A3020-CA2C-CF94-31E8-C1B49B829DC4}"/>
              </a:ext>
            </a:extLst>
          </p:cNvPr>
          <p:cNvSpPr>
            <a:spLocks noGrp="1"/>
          </p:cNvSpPr>
          <p:nvPr>
            <p:ph type="title"/>
          </p:nvPr>
        </p:nvSpPr>
        <p:spPr>
          <a:xfrm>
            <a:off x="516358" y="504000"/>
            <a:ext cx="11183174" cy="369332"/>
          </a:xfrm>
        </p:spPr>
        <p:txBody>
          <a:bodyPr/>
          <a:lstStyle/>
          <a:p>
            <a:r>
              <a:rPr lang="en-US" noProof="1"/>
              <a:t>What bad data actually costs</a:t>
            </a:r>
          </a:p>
        </p:txBody>
      </p:sp>
      <p:sp>
        <p:nvSpPr>
          <p:cNvPr id="4" name="TextBox 3">
            <a:extLst>
              <a:ext uri="{FF2B5EF4-FFF2-40B4-BE49-F238E27FC236}">
                <a16:creationId xmlns:a16="http://schemas.microsoft.com/office/drawing/2014/main" id="{56F108B1-2567-FCA4-7122-11D51BD55864}"/>
              </a:ext>
            </a:extLst>
          </p:cNvPr>
          <p:cNvSpPr txBox="1"/>
          <p:nvPr/>
        </p:nvSpPr>
        <p:spPr>
          <a:xfrm>
            <a:off x="1502728" y="1723599"/>
            <a:ext cx="3430938" cy="244682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5900" kern="0" noProof="1">
                <a:solidFill>
                  <a:srgbClr val="5D36FF"/>
                </a:solidFill>
                <a:latin typeface="72 Brand Medium" panose="020B0504030603020204" pitchFamily="34" charset="0"/>
                <a:ea typeface="Arial Unicode MS" pitchFamily="34" charset="-128"/>
                <a:cs typeface="Arial Unicode MS" pitchFamily="34" charset="-128"/>
              </a:rPr>
              <a:t>94</a:t>
            </a:r>
            <a:endParaRPr lang="en-US" sz="6000" kern="0" noProof="1">
              <a:solidFill>
                <a:srgbClr val="5D36FF"/>
              </a:solidFill>
              <a:latin typeface="72 Brand Medium" panose="020B0504030603020204" pitchFamily="34" charset="0"/>
              <a:ea typeface="Arial Unicode MS" pitchFamily="34" charset="-128"/>
              <a:cs typeface="Arial Unicode MS" pitchFamily="34" charset="-128"/>
            </a:endParaRPr>
          </a:p>
        </p:txBody>
      </p:sp>
      <p:sp>
        <p:nvSpPr>
          <p:cNvPr id="3" name="TextBox 2">
            <a:extLst>
              <a:ext uri="{FF2B5EF4-FFF2-40B4-BE49-F238E27FC236}">
                <a16:creationId xmlns:a16="http://schemas.microsoft.com/office/drawing/2014/main" id="{72A00D4C-8B99-C5F7-86D9-E7D88524639F}"/>
              </a:ext>
            </a:extLst>
          </p:cNvPr>
          <p:cNvSpPr txBox="1"/>
          <p:nvPr/>
        </p:nvSpPr>
        <p:spPr>
          <a:xfrm>
            <a:off x="3705365" y="2917444"/>
            <a:ext cx="957121" cy="1015663"/>
          </a:xfrm>
          <a:prstGeom prst="rect">
            <a:avLst/>
          </a:prstGeom>
          <a:noFill/>
          <a:ln w="28575">
            <a:noFill/>
          </a:ln>
        </p:spPr>
        <p:txBody>
          <a:bodyPr wrap="square">
            <a:spAutoFit/>
          </a:bodyPr>
          <a:lstStyle/>
          <a:p>
            <a:r>
              <a:rPr lang="en-US" sz="6000" kern="0" noProof="1">
                <a:solidFill>
                  <a:srgbClr val="5D36FF"/>
                </a:solidFill>
                <a:latin typeface="72 Brand Medium" panose="020B0504030603020204" pitchFamily="34" charset="0"/>
                <a:ea typeface="Arial Unicode MS" pitchFamily="34" charset="-128"/>
                <a:cs typeface="Arial Unicode MS" pitchFamily="34" charset="-128"/>
              </a:rPr>
              <a:t>%</a:t>
            </a:r>
            <a:endParaRPr lang="en-US" sz="6000" noProof="1">
              <a:solidFill>
                <a:srgbClr val="5D36FF"/>
              </a:solidFill>
            </a:endParaRPr>
          </a:p>
        </p:txBody>
      </p:sp>
      <p:sp>
        <p:nvSpPr>
          <p:cNvPr id="8" name="TextBox 7">
            <a:extLst>
              <a:ext uri="{FF2B5EF4-FFF2-40B4-BE49-F238E27FC236}">
                <a16:creationId xmlns:a16="http://schemas.microsoft.com/office/drawing/2014/main" id="{4FC297BA-0232-82C4-F22A-092B2F1A1521}"/>
              </a:ext>
            </a:extLst>
          </p:cNvPr>
          <p:cNvSpPr txBox="1"/>
          <p:nvPr/>
        </p:nvSpPr>
        <p:spPr>
          <a:xfrm>
            <a:off x="1502728" y="4142708"/>
            <a:ext cx="2813685" cy="567463"/>
          </a:xfrm>
          <a:prstGeom prst="rect">
            <a:avLst/>
          </a:prstGeom>
          <a:noFill/>
        </p:spPr>
        <p:txBody>
          <a:bodyPr wrap="square" lIns="0" tIns="0" rIns="0" bIns="0" rtlCol="0">
            <a:spAutoFit/>
          </a:bodyPr>
          <a:lstStyle/>
          <a:p>
            <a:pPr fontAlgn="base">
              <a:lnSpc>
                <a:spcPts val="2300"/>
              </a:lnSpc>
              <a:spcAft>
                <a:spcPct val="0"/>
              </a:spcAft>
              <a:buClr>
                <a:srgbClr val="F0AB00"/>
              </a:buClr>
              <a:buSzPct val="80000"/>
            </a:pPr>
            <a:r>
              <a:rPr lang="en-US" sz="1600" kern="0" noProof="1">
                <a:latin typeface="72 Brand" panose="020B0504030603020204" pitchFamily="34" charset="0"/>
                <a:ea typeface="Arial Unicode MS" pitchFamily="34" charset="-128"/>
                <a:cs typeface="Arial Unicode MS" pitchFamily="34" charset="-128"/>
              </a:rPr>
              <a:t>Of organizations lack confidence in their data quality</a:t>
            </a:r>
          </a:p>
        </p:txBody>
      </p:sp>
      <p:sp>
        <p:nvSpPr>
          <p:cNvPr id="11" name="Text Placeholder 10">
            <a:extLst>
              <a:ext uri="{FF2B5EF4-FFF2-40B4-BE49-F238E27FC236}">
                <a16:creationId xmlns:a16="http://schemas.microsoft.com/office/drawing/2014/main" id="{FB52FF1D-24A8-E11E-9147-3054E5888FAF}"/>
              </a:ext>
            </a:extLst>
          </p:cNvPr>
          <p:cNvSpPr>
            <a:spLocks noGrp="1"/>
          </p:cNvSpPr>
          <p:nvPr>
            <p:ph type="body" sz="quarter" idx="4294967295"/>
          </p:nvPr>
        </p:nvSpPr>
        <p:spPr>
          <a:xfrm>
            <a:off x="6226175" y="1547813"/>
            <a:ext cx="5464175" cy="4805362"/>
          </a:xfrm>
        </p:spPr>
        <p:txBody>
          <a:bodyPr wrap="square" anchor="ctr" anchorCtr="0">
            <a:noAutofit/>
          </a:bodyPr>
          <a:lstStyle/>
          <a:p>
            <a:pPr>
              <a:buNone/>
            </a:pPr>
            <a:r>
              <a:rPr lang="en-US" noProof="1"/>
              <a:t>Ninety-four percent of organizations suspect their own customer and prospect data is inaccurate. </a:t>
            </a:r>
          </a:p>
          <a:p>
            <a:endParaRPr lang="en-US" noProof="1"/>
          </a:p>
          <a:p>
            <a:r>
              <a:rPr lang="en-US" noProof="1"/>
              <a:t>Every one of those records is a place where your team is making decisions — or your AI is taking action — on an incomplete picture.</a:t>
            </a:r>
          </a:p>
        </p:txBody>
      </p:sp>
    </p:spTree>
    <p:custDataLst>
      <p:custData r:id="rId1"/>
      <p:custData r:id="rId2"/>
    </p:custDataLst>
    <p:extLst>
      <p:ext uri="{BB962C8B-B14F-4D97-AF65-F5344CB8AC3E}">
        <p14:creationId xmlns:p14="http://schemas.microsoft.com/office/powerpoint/2010/main" val="1678644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2D7D28-3C05-28B0-36F8-168B553FE874}"/>
              </a:ext>
            </a:extLst>
          </p:cNvPr>
          <p:cNvPicPr>
            <a:picLocks noChangeAspect="1"/>
          </p:cNvPicPr>
          <p:nvPr/>
        </p:nvPicPr>
        <p:blipFill>
          <a:blip r:embed="rId2"/>
          <a:stretch>
            <a:fillRect/>
          </a:stretch>
        </p:blipFill>
        <p:spPr>
          <a:xfrm>
            <a:off x="504001" y="1287113"/>
            <a:ext cx="6719645" cy="4283774"/>
          </a:xfrm>
          <a:prstGeom prst="rect">
            <a:avLst/>
          </a:prstGeom>
          <a:noFill/>
        </p:spPr>
      </p:pic>
      <p:sp>
        <p:nvSpPr>
          <p:cNvPr id="10" name="Title 2">
            <a:extLst>
              <a:ext uri="{FF2B5EF4-FFF2-40B4-BE49-F238E27FC236}">
                <a16:creationId xmlns:a16="http://schemas.microsoft.com/office/drawing/2014/main" id="{7259BC8C-CE81-1263-B5FC-BF786AB309AF}"/>
              </a:ext>
            </a:extLst>
          </p:cNvPr>
          <p:cNvSpPr>
            <a:spLocks noGrp="1"/>
          </p:cNvSpPr>
          <p:nvPr>
            <p:ph type="title"/>
          </p:nvPr>
        </p:nvSpPr>
        <p:spPr>
          <a:xfrm>
            <a:off x="504001" y="504000"/>
            <a:ext cx="11183174" cy="369332"/>
          </a:xfrm>
        </p:spPr>
        <p:txBody>
          <a:bodyPr/>
          <a:lstStyle/>
          <a:p>
            <a:r>
              <a:rPr lang="en-US" dirty="0"/>
              <a:t>SAP Reltio delivers unified data at scale &amp; speed</a:t>
            </a:r>
          </a:p>
        </p:txBody>
      </p:sp>
      <p:sp>
        <p:nvSpPr>
          <p:cNvPr id="6" name="Text Placeholder 10">
            <a:extLst>
              <a:ext uri="{FF2B5EF4-FFF2-40B4-BE49-F238E27FC236}">
                <a16:creationId xmlns:a16="http://schemas.microsoft.com/office/drawing/2014/main" id="{78E7B655-6F81-E928-268B-EF53EB7FB255}"/>
              </a:ext>
            </a:extLst>
          </p:cNvPr>
          <p:cNvSpPr txBox="1">
            <a:spLocks/>
          </p:cNvSpPr>
          <p:nvPr/>
        </p:nvSpPr>
        <p:spPr bwMode="black">
          <a:xfrm>
            <a:off x="7677785" y="1026319"/>
            <a:ext cx="4009390" cy="4805362"/>
          </a:xfrm>
          <a:prstGeom prst="rect">
            <a:avLst/>
          </a:prstGeom>
        </p:spPr>
        <p:txBody>
          <a:bodyPr vert="horz" wrap="square" lIns="0" tIns="0" rIns="0" bIns="0" rtlCol="0" anchor="ctr" anchorCtr="0">
            <a:noAutofit/>
          </a:bodyPr>
          <a:lstStyle>
            <a:lvl1pPr marL="0" indent="0" algn="l" defTabSz="1088558" rtl="0" eaLnBrk="1" latinLnBrk="0" hangingPunct="1">
              <a:spcBef>
                <a:spcPts val="600"/>
              </a:spcBef>
              <a:buClrTx/>
              <a:buSzPct val="100000"/>
              <a:buFont typeface="Arial" panose="020B0604020202020204" pitchFamily="34" charset="0"/>
              <a:buChar char="​"/>
              <a:defRPr sz="20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8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600" b="0" i="0" kern="1200" noProof="0" dirty="0" smtClean="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a:lstStyle>
          <a:p>
            <a:pPr>
              <a:lnSpc>
                <a:spcPct val="150000"/>
              </a:lnSpc>
              <a:buNone/>
            </a:pPr>
            <a:r>
              <a:rPr lang="en-US" noProof="1"/>
              <a:t>Trusted, unified, context-rich profiles</a:t>
            </a:r>
          </a:p>
          <a:p>
            <a:pPr>
              <a:lnSpc>
                <a:spcPct val="150000"/>
              </a:lnSpc>
              <a:buNone/>
            </a:pPr>
            <a:endParaRPr lang="en-US" noProof="1"/>
          </a:p>
          <a:p>
            <a:pPr>
              <a:lnSpc>
                <a:spcPct val="150000"/>
              </a:lnSpc>
              <a:buNone/>
            </a:pPr>
            <a:r>
              <a:rPr lang="en-US" noProof="1"/>
              <a:t>Data governance AI agents</a:t>
            </a:r>
          </a:p>
          <a:p>
            <a:pPr>
              <a:lnSpc>
                <a:spcPct val="150000"/>
              </a:lnSpc>
              <a:buNone/>
            </a:pPr>
            <a:endParaRPr lang="en-US" noProof="1"/>
          </a:p>
          <a:p>
            <a:pPr>
              <a:lnSpc>
                <a:spcPct val="150000"/>
              </a:lnSpc>
              <a:buNone/>
            </a:pPr>
            <a:r>
              <a:rPr lang="en-US" noProof="1"/>
              <a:t>Real-time &amp; ready for operations</a:t>
            </a:r>
          </a:p>
          <a:p>
            <a:pPr>
              <a:lnSpc>
                <a:spcPct val="150000"/>
              </a:lnSpc>
              <a:buNone/>
            </a:pPr>
            <a:endParaRPr lang="en-US" noProof="1"/>
          </a:p>
          <a:p>
            <a:pPr>
              <a:lnSpc>
                <a:spcPct val="150000"/>
              </a:lnSpc>
              <a:buNone/>
            </a:pPr>
            <a:r>
              <a:rPr lang="en-US" noProof="1"/>
              <a:t>Secure, scalable &amp; flexible</a:t>
            </a:r>
          </a:p>
        </p:txBody>
      </p:sp>
    </p:spTree>
    <p:extLst>
      <p:ext uri="{BB962C8B-B14F-4D97-AF65-F5344CB8AC3E}">
        <p14:creationId xmlns:p14="http://schemas.microsoft.com/office/powerpoint/2010/main" val="1730925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B8C8F92-16A1-B6B3-D87A-DA41ED83876D}"/>
              </a:ext>
            </a:extLst>
          </p:cNvPr>
          <p:cNvSpPr/>
          <p:nvPr/>
        </p:nvSpPr>
        <p:spPr bwMode="gray">
          <a:xfrm>
            <a:off x="5829774" y="0"/>
            <a:ext cx="6365401" cy="6858000"/>
          </a:xfrm>
          <a:prstGeom prst="rect">
            <a:avLst/>
          </a:prstGeom>
          <a:solidFill>
            <a:srgbClr val="4828C9"/>
          </a:solidFill>
          <a:ln w="28575"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noFill/>
              </a:ln>
              <a:effectLst/>
              <a:uLnTx/>
              <a:uFillTx/>
              <a:latin typeface="+mn-lt"/>
              <a:ea typeface="72 Brand" pitchFamily="34" charset="-128"/>
              <a:cs typeface="72 Brand" pitchFamily="34" charset="-128"/>
            </a:endParaRPr>
          </a:p>
        </p:txBody>
      </p:sp>
      <p:sp>
        <p:nvSpPr>
          <p:cNvPr id="3" name="Title 2">
            <a:extLst>
              <a:ext uri="{FF2B5EF4-FFF2-40B4-BE49-F238E27FC236}">
                <a16:creationId xmlns:a16="http://schemas.microsoft.com/office/drawing/2014/main" id="{38163ECA-3062-D5B1-AF2D-391B8F842B70}"/>
              </a:ext>
            </a:extLst>
          </p:cNvPr>
          <p:cNvSpPr>
            <a:spLocks noGrp="1"/>
          </p:cNvSpPr>
          <p:nvPr>
            <p:ph type="title"/>
          </p:nvPr>
        </p:nvSpPr>
        <p:spPr/>
        <p:txBody>
          <a:bodyPr/>
          <a:lstStyle/>
          <a:p>
            <a:r>
              <a:rPr lang="en-US" dirty="0"/>
              <a:t>Three types of data – One solution</a:t>
            </a:r>
          </a:p>
        </p:txBody>
      </p:sp>
      <p:sp>
        <p:nvSpPr>
          <p:cNvPr id="4" name="Oval 3">
            <a:extLst>
              <a:ext uri="{FF2B5EF4-FFF2-40B4-BE49-F238E27FC236}">
                <a16:creationId xmlns:a16="http://schemas.microsoft.com/office/drawing/2014/main" id="{17C8C77B-5A92-E595-68E2-B58D6E801E11}"/>
              </a:ext>
            </a:extLst>
          </p:cNvPr>
          <p:cNvSpPr/>
          <p:nvPr/>
        </p:nvSpPr>
        <p:spPr bwMode="gray">
          <a:xfrm>
            <a:off x="504000" y="1814666"/>
            <a:ext cx="752931" cy="752931"/>
          </a:xfrm>
          <a:prstGeom prst="ellipse">
            <a:avLst/>
          </a:prstGeom>
          <a:solidFill>
            <a:srgbClr val="B894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endParaRPr>
          </a:p>
        </p:txBody>
      </p:sp>
      <p:sp>
        <p:nvSpPr>
          <p:cNvPr id="5" name="Text Placeholder 2">
            <a:extLst>
              <a:ext uri="{FF2B5EF4-FFF2-40B4-BE49-F238E27FC236}">
                <a16:creationId xmlns:a16="http://schemas.microsoft.com/office/drawing/2014/main" id="{25088C4D-1B65-ED65-A6FD-37CEDA993AD6}"/>
              </a:ext>
            </a:extLst>
          </p:cNvPr>
          <p:cNvSpPr txBox="1">
            <a:spLocks/>
          </p:cNvSpPr>
          <p:nvPr/>
        </p:nvSpPr>
        <p:spPr bwMode="black">
          <a:xfrm>
            <a:off x="1457234" y="1814666"/>
            <a:ext cx="3984033" cy="752931"/>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Entities – These are the core identity asset such as Customers, Employees, Partners, Suppliers etc.</a:t>
            </a:r>
            <a:endParaRPr lang="en-US" noProof="1"/>
          </a:p>
        </p:txBody>
      </p:sp>
      <p:sp>
        <p:nvSpPr>
          <p:cNvPr id="6" name="Oval 5">
            <a:extLst>
              <a:ext uri="{FF2B5EF4-FFF2-40B4-BE49-F238E27FC236}">
                <a16:creationId xmlns:a16="http://schemas.microsoft.com/office/drawing/2014/main" id="{E1775767-45B7-F5E6-B35B-58980AC7C863}"/>
              </a:ext>
            </a:extLst>
          </p:cNvPr>
          <p:cNvSpPr/>
          <p:nvPr/>
        </p:nvSpPr>
        <p:spPr bwMode="gray">
          <a:xfrm>
            <a:off x="505773" y="3181778"/>
            <a:ext cx="752931" cy="752932"/>
          </a:xfrm>
          <a:prstGeom prst="ellipse">
            <a:avLst/>
          </a:prstGeom>
          <a:solidFill>
            <a:srgbClr val="9B76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endParaRPr>
          </a:p>
        </p:txBody>
      </p:sp>
      <p:sp>
        <p:nvSpPr>
          <p:cNvPr id="7" name="Text Placeholder 2">
            <a:extLst>
              <a:ext uri="{FF2B5EF4-FFF2-40B4-BE49-F238E27FC236}">
                <a16:creationId xmlns:a16="http://schemas.microsoft.com/office/drawing/2014/main" id="{9B2EE666-D958-F3BC-8811-9B926CB4126B}"/>
              </a:ext>
            </a:extLst>
          </p:cNvPr>
          <p:cNvSpPr txBox="1">
            <a:spLocks/>
          </p:cNvSpPr>
          <p:nvPr/>
        </p:nvSpPr>
        <p:spPr bwMode="black">
          <a:xfrm>
            <a:off x="1457235" y="3168239"/>
            <a:ext cx="3984033" cy="752931"/>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Relationships – Definition of how entities connect to one another such as employer – employee, belongs-to etc.</a:t>
            </a:r>
            <a:endParaRPr lang="en-US" noProof="1"/>
          </a:p>
        </p:txBody>
      </p:sp>
      <p:sp>
        <p:nvSpPr>
          <p:cNvPr id="8" name="Oval 7">
            <a:extLst>
              <a:ext uri="{FF2B5EF4-FFF2-40B4-BE49-F238E27FC236}">
                <a16:creationId xmlns:a16="http://schemas.microsoft.com/office/drawing/2014/main" id="{36ACD7AE-7A83-37F5-E3E7-69B01D495942}"/>
              </a:ext>
            </a:extLst>
          </p:cNvPr>
          <p:cNvSpPr/>
          <p:nvPr/>
        </p:nvSpPr>
        <p:spPr bwMode="gray">
          <a:xfrm>
            <a:off x="504000" y="4548891"/>
            <a:ext cx="752931" cy="752932"/>
          </a:xfrm>
          <a:prstGeom prst="ellipse">
            <a:avLst/>
          </a:prstGeom>
          <a:solidFill>
            <a:srgbClr val="7858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endParaRPr>
          </a:p>
        </p:txBody>
      </p:sp>
      <p:sp>
        <p:nvSpPr>
          <p:cNvPr id="9" name="Text Placeholder 2">
            <a:extLst>
              <a:ext uri="{FF2B5EF4-FFF2-40B4-BE49-F238E27FC236}">
                <a16:creationId xmlns:a16="http://schemas.microsoft.com/office/drawing/2014/main" id="{35C79EA6-73A3-A5C5-4BDA-D9227471AB1B}"/>
              </a:ext>
            </a:extLst>
          </p:cNvPr>
          <p:cNvSpPr txBox="1">
            <a:spLocks/>
          </p:cNvSpPr>
          <p:nvPr/>
        </p:nvSpPr>
        <p:spPr bwMode="black">
          <a:xfrm>
            <a:off x="1455461" y="4562368"/>
            <a:ext cx="3984033" cy="752931"/>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Interactions – Large volume datasets describing transactions performed by the entity such as purchases, clicks, downloads etc.</a:t>
            </a:r>
            <a:endParaRPr lang="en-US" noProof="1"/>
          </a:p>
        </p:txBody>
      </p:sp>
      <p:pic>
        <p:nvPicPr>
          <p:cNvPr id="14" name="Picture 13">
            <a:extLst>
              <a:ext uri="{FF2B5EF4-FFF2-40B4-BE49-F238E27FC236}">
                <a16:creationId xmlns:a16="http://schemas.microsoft.com/office/drawing/2014/main" id="{B7395381-30A3-BC52-9559-F76536AEA13A}"/>
              </a:ext>
            </a:extLst>
          </p:cNvPr>
          <p:cNvPicPr>
            <a:picLocks noChangeAspect="1"/>
          </p:cNvPicPr>
          <p:nvPr/>
        </p:nvPicPr>
        <p:blipFill>
          <a:blip r:embed="rId2"/>
          <a:stretch>
            <a:fillRect/>
          </a:stretch>
        </p:blipFill>
        <p:spPr>
          <a:xfrm>
            <a:off x="638890" y="1949556"/>
            <a:ext cx="483150" cy="483150"/>
          </a:xfrm>
          <a:prstGeom prst="rect">
            <a:avLst/>
          </a:prstGeom>
        </p:spPr>
      </p:pic>
      <p:pic>
        <p:nvPicPr>
          <p:cNvPr id="16" name="Picture 15">
            <a:extLst>
              <a:ext uri="{FF2B5EF4-FFF2-40B4-BE49-F238E27FC236}">
                <a16:creationId xmlns:a16="http://schemas.microsoft.com/office/drawing/2014/main" id="{87B59DFE-623C-822D-3498-2A961BE17072}"/>
              </a:ext>
            </a:extLst>
          </p:cNvPr>
          <p:cNvPicPr>
            <a:picLocks noChangeAspect="1"/>
          </p:cNvPicPr>
          <p:nvPr/>
        </p:nvPicPr>
        <p:blipFill>
          <a:blip r:embed="rId3"/>
          <a:stretch>
            <a:fillRect/>
          </a:stretch>
        </p:blipFill>
        <p:spPr>
          <a:xfrm>
            <a:off x="638891" y="3316105"/>
            <a:ext cx="457200" cy="457200"/>
          </a:xfrm>
          <a:prstGeom prst="rect">
            <a:avLst/>
          </a:prstGeom>
        </p:spPr>
      </p:pic>
      <p:pic>
        <p:nvPicPr>
          <p:cNvPr id="18" name="Picture 17">
            <a:extLst>
              <a:ext uri="{FF2B5EF4-FFF2-40B4-BE49-F238E27FC236}">
                <a16:creationId xmlns:a16="http://schemas.microsoft.com/office/drawing/2014/main" id="{19D234C7-1C2C-85AC-8B50-410B5754FC66}"/>
              </a:ext>
            </a:extLst>
          </p:cNvPr>
          <p:cNvPicPr>
            <a:picLocks noChangeAspect="1"/>
          </p:cNvPicPr>
          <p:nvPr/>
        </p:nvPicPr>
        <p:blipFill>
          <a:blip r:embed="rId4"/>
          <a:stretch>
            <a:fillRect/>
          </a:stretch>
        </p:blipFill>
        <p:spPr>
          <a:xfrm>
            <a:off x="650092" y="4696757"/>
            <a:ext cx="457200" cy="457200"/>
          </a:xfrm>
          <a:prstGeom prst="rect">
            <a:avLst/>
          </a:prstGeom>
        </p:spPr>
      </p:pic>
      <p:pic>
        <p:nvPicPr>
          <p:cNvPr id="19" name="Google Shape;822;p138" title="2026-08-13_17-06-55.png">
            <a:extLst>
              <a:ext uri="{FF2B5EF4-FFF2-40B4-BE49-F238E27FC236}">
                <a16:creationId xmlns:a16="http://schemas.microsoft.com/office/drawing/2014/main" id="{FC54A729-38E0-6C02-D989-167DDBA0D9B1}"/>
              </a:ext>
            </a:extLst>
          </p:cNvPr>
          <p:cNvPicPr preferRelativeResize="0"/>
          <p:nvPr/>
        </p:nvPicPr>
        <p:blipFill>
          <a:blip r:embed="rId5">
            <a:alphaModFix/>
            <a:duotone>
              <a:schemeClr val="accent6">
                <a:shade val="45000"/>
                <a:satMod val="135000"/>
              </a:schemeClr>
              <a:prstClr val="white"/>
            </a:duotone>
          </a:blip>
          <a:stretch>
            <a:fillRect/>
          </a:stretch>
        </p:blipFill>
        <p:spPr>
          <a:xfrm>
            <a:off x="5829774" y="1360742"/>
            <a:ext cx="5857401" cy="4367926"/>
          </a:xfrm>
          <a:prstGeom prst="rect">
            <a:avLst/>
          </a:prstGeom>
          <a:solidFill>
            <a:srgbClr val="000066"/>
          </a:solidFill>
          <a:ln w="9525" cap="flat" cmpd="sng">
            <a:noFill/>
            <a:prstDash val="solid"/>
            <a:round/>
            <a:headEnd type="none" w="sm" len="sm"/>
            <a:tailEnd type="none" w="sm" len="sm"/>
          </a:ln>
        </p:spPr>
      </p:pic>
    </p:spTree>
    <p:extLst>
      <p:ext uri="{BB962C8B-B14F-4D97-AF65-F5344CB8AC3E}">
        <p14:creationId xmlns:p14="http://schemas.microsoft.com/office/powerpoint/2010/main" val="320549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43258B-C318-1F95-429D-4035A9B01E8E}"/>
              </a:ext>
            </a:extLst>
          </p:cNvPr>
          <p:cNvSpPr>
            <a:spLocks noGrp="1"/>
          </p:cNvSpPr>
          <p:nvPr>
            <p:ph type="title"/>
          </p:nvPr>
        </p:nvSpPr>
        <p:spPr/>
        <p:txBody>
          <a:bodyPr/>
          <a:lstStyle/>
          <a:p>
            <a:r>
              <a:rPr lang="en-US" dirty="0"/>
              <a:t>SAP Reltio – One Platform, One Agentic Layer</a:t>
            </a:r>
          </a:p>
        </p:txBody>
      </p:sp>
      <p:sp>
        <p:nvSpPr>
          <p:cNvPr id="4" name="Rounded Rectangle 3">
            <a:extLst>
              <a:ext uri="{FF2B5EF4-FFF2-40B4-BE49-F238E27FC236}">
                <a16:creationId xmlns:a16="http://schemas.microsoft.com/office/drawing/2014/main" id="{DAF33BB0-BFB3-6C30-0F50-4285A300C6DB}"/>
              </a:ext>
            </a:extLst>
          </p:cNvPr>
          <p:cNvSpPr/>
          <p:nvPr/>
        </p:nvSpPr>
        <p:spPr bwMode="gray">
          <a:xfrm>
            <a:off x="504001" y="1637413"/>
            <a:ext cx="8917584" cy="967563"/>
          </a:xfrm>
          <a:prstGeom prst="roundRect">
            <a:avLst>
              <a:gd name="adj" fmla="val 6790"/>
            </a:avLst>
          </a:prstGeom>
          <a:solidFill>
            <a:srgbClr val="E2D8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noFill/>
              </a:ln>
              <a:solidFill>
                <a:schemeClr val="bg1"/>
              </a:solidFill>
              <a:effectLst/>
              <a:uLnTx/>
              <a:uFillTx/>
              <a:latin typeface="+mn-lt"/>
              <a:ea typeface="72 Brand" pitchFamily="34" charset="-128"/>
              <a:cs typeface="72 Brand" pitchFamily="34" charset="-128"/>
            </a:endParaRPr>
          </a:p>
        </p:txBody>
      </p:sp>
      <p:sp>
        <p:nvSpPr>
          <p:cNvPr id="5" name="TextBox 4">
            <a:extLst>
              <a:ext uri="{FF2B5EF4-FFF2-40B4-BE49-F238E27FC236}">
                <a16:creationId xmlns:a16="http://schemas.microsoft.com/office/drawing/2014/main" id="{EF3D4EAD-D1F5-CEB9-BC29-62CE337F3F41}"/>
              </a:ext>
            </a:extLst>
          </p:cNvPr>
          <p:cNvSpPr txBox="1"/>
          <p:nvPr/>
        </p:nvSpPr>
        <p:spPr>
          <a:xfrm>
            <a:off x="4060034" y="1740310"/>
            <a:ext cx="1545295" cy="246221"/>
          </a:xfrm>
          <a:prstGeom prst="rect">
            <a:avLst/>
          </a:prstGeom>
          <a:noFill/>
          <a:ln w="28575">
            <a:noFill/>
          </a:ln>
        </p:spPr>
        <p:txBody>
          <a:bodyPr wrap="none" lIns="0" tIns="0" rIns="0" bIns="0" rtlCol="0">
            <a:spAutoFit/>
          </a:bodyPr>
          <a:lstStyle/>
          <a:p>
            <a:pPr algn="l" fontAlgn="base">
              <a:spcBef>
                <a:spcPct val="50000"/>
              </a:spcBef>
              <a:spcAft>
                <a:spcPct val="0"/>
              </a:spcAft>
              <a:buClr>
                <a:schemeClr val="tx1"/>
              </a:buClr>
              <a:buSzPct val="100000"/>
            </a:pPr>
            <a:r>
              <a:rPr lang="en-US" sz="1600" kern="0" dirty="0">
                <a:latin typeface="72 Brand" panose="020B0504030603020204" pitchFamily="34" charset="0"/>
                <a:ea typeface="72 Brand" pitchFamily="34" charset="-128"/>
                <a:cs typeface="72 Brand" pitchFamily="34" charset="-128"/>
              </a:rPr>
              <a:t>Reltio AgentFlow</a:t>
            </a:r>
          </a:p>
        </p:txBody>
      </p:sp>
      <p:sp>
        <p:nvSpPr>
          <p:cNvPr id="6" name="Rectangle 5">
            <a:extLst>
              <a:ext uri="{FF2B5EF4-FFF2-40B4-BE49-F238E27FC236}">
                <a16:creationId xmlns:a16="http://schemas.microsoft.com/office/drawing/2014/main" id="{3F499C43-FD59-0880-D467-AEE33C57AE67}"/>
              </a:ext>
            </a:extLst>
          </p:cNvPr>
          <p:cNvSpPr/>
          <p:nvPr/>
        </p:nvSpPr>
        <p:spPr bwMode="gray">
          <a:xfrm>
            <a:off x="745416" y="2121194"/>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Resolver</a:t>
            </a:r>
          </a:p>
        </p:txBody>
      </p:sp>
      <p:sp>
        <p:nvSpPr>
          <p:cNvPr id="7" name="Rectangle 6">
            <a:extLst>
              <a:ext uri="{FF2B5EF4-FFF2-40B4-BE49-F238E27FC236}">
                <a16:creationId xmlns:a16="http://schemas.microsoft.com/office/drawing/2014/main" id="{12F5F14E-F708-B0A3-F9BA-94C4B8B69E58}"/>
              </a:ext>
            </a:extLst>
          </p:cNvPr>
          <p:cNvSpPr/>
          <p:nvPr/>
        </p:nvSpPr>
        <p:spPr bwMode="gray">
          <a:xfrm>
            <a:off x="2188310" y="2121194"/>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Unmerger</a:t>
            </a:r>
          </a:p>
        </p:txBody>
      </p:sp>
      <p:sp>
        <p:nvSpPr>
          <p:cNvPr id="8" name="Rectangle 7">
            <a:extLst>
              <a:ext uri="{FF2B5EF4-FFF2-40B4-BE49-F238E27FC236}">
                <a16:creationId xmlns:a16="http://schemas.microsoft.com/office/drawing/2014/main" id="{72C55FE2-8A43-AF9F-8530-0769624FF412}"/>
              </a:ext>
            </a:extLst>
          </p:cNvPr>
          <p:cNvSpPr/>
          <p:nvPr/>
        </p:nvSpPr>
        <p:spPr bwMode="gray">
          <a:xfrm>
            <a:off x="3631204" y="2121194"/>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Enricher</a:t>
            </a:r>
          </a:p>
        </p:txBody>
      </p:sp>
      <p:sp>
        <p:nvSpPr>
          <p:cNvPr id="9" name="Rectangle 8">
            <a:extLst>
              <a:ext uri="{FF2B5EF4-FFF2-40B4-BE49-F238E27FC236}">
                <a16:creationId xmlns:a16="http://schemas.microsoft.com/office/drawing/2014/main" id="{35C2FC7D-5705-DDEB-FE39-49D93953180D}"/>
              </a:ext>
            </a:extLst>
          </p:cNvPr>
          <p:cNvSpPr/>
          <p:nvPr/>
        </p:nvSpPr>
        <p:spPr bwMode="gray">
          <a:xfrm>
            <a:off x="5074098" y="2121194"/>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Recommender</a:t>
            </a:r>
          </a:p>
        </p:txBody>
      </p:sp>
      <p:sp>
        <p:nvSpPr>
          <p:cNvPr id="10" name="Rectangle 9">
            <a:extLst>
              <a:ext uri="{FF2B5EF4-FFF2-40B4-BE49-F238E27FC236}">
                <a16:creationId xmlns:a16="http://schemas.microsoft.com/office/drawing/2014/main" id="{700D7EBB-40AA-771B-4C2E-5CA3D153DD7B}"/>
              </a:ext>
            </a:extLst>
          </p:cNvPr>
          <p:cNvSpPr/>
          <p:nvPr/>
        </p:nvSpPr>
        <p:spPr bwMode="gray">
          <a:xfrm>
            <a:off x="6516992" y="2121194"/>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err="1">
                <a:ln>
                  <a:noFill/>
                </a:ln>
                <a:effectLst/>
                <a:uLnTx/>
                <a:uFillTx/>
                <a:latin typeface="+mn-lt"/>
                <a:ea typeface="72 Brand" pitchFamily="34" charset="-128"/>
                <a:cs typeface="72 Brand" pitchFamily="34" charset="-128"/>
              </a:rPr>
              <a:t>Segmenter</a:t>
            </a:r>
            <a:endParaRPr kumimoji="0" lang="en-US" sz="1200" b="0" i="0" u="none" strike="noStrike" kern="0" cap="none" spc="0" normalizeH="0" baseline="0" noProof="0" dirty="0">
              <a:ln>
                <a:noFill/>
              </a:ln>
              <a:effectLst/>
              <a:uLnTx/>
              <a:uFillTx/>
              <a:latin typeface="+mn-lt"/>
              <a:ea typeface="72 Brand" pitchFamily="34" charset="-128"/>
              <a:cs typeface="72 Brand" pitchFamily="34" charset="-128"/>
            </a:endParaRPr>
          </a:p>
        </p:txBody>
      </p:sp>
      <p:sp>
        <p:nvSpPr>
          <p:cNvPr id="11" name="Rectangle 10">
            <a:extLst>
              <a:ext uri="{FF2B5EF4-FFF2-40B4-BE49-F238E27FC236}">
                <a16:creationId xmlns:a16="http://schemas.microsoft.com/office/drawing/2014/main" id="{5B3A458C-E868-1B46-4BB6-85A2342DB530}"/>
              </a:ext>
            </a:extLst>
          </p:cNvPr>
          <p:cNvSpPr/>
          <p:nvPr/>
        </p:nvSpPr>
        <p:spPr bwMode="gray">
          <a:xfrm>
            <a:off x="7959886" y="2121194"/>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Custom Built</a:t>
            </a:r>
          </a:p>
        </p:txBody>
      </p:sp>
      <p:sp>
        <p:nvSpPr>
          <p:cNvPr id="12" name="Rounded Rectangle 11">
            <a:extLst>
              <a:ext uri="{FF2B5EF4-FFF2-40B4-BE49-F238E27FC236}">
                <a16:creationId xmlns:a16="http://schemas.microsoft.com/office/drawing/2014/main" id="{48B15AC6-84E0-B26E-CE21-EF405171B1B0}"/>
              </a:ext>
            </a:extLst>
          </p:cNvPr>
          <p:cNvSpPr/>
          <p:nvPr/>
        </p:nvSpPr>
        <p:spPr bwMode="gray">
          <a:xfrm>
            <a:off x="504001" y="2728372"/>
            <a:ext cx="8917584" cy="640686"/>
          </a:xfrm>
          <a:prstGeom prst="roundRect">
            <a:avLst>
              <a:gd name="adj" fmla="val 6790"/>
            </a:avLst>
          </a:prstGeom>
          <a:solidFill>
            <a:srgbClr val="B894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noProof="0" dirty="0">
                <a:ln>
                  <a:noFill/>
                </a:ln>
                <a:solidFill>
                  <a:schemeClr val="bg1"/>
                </a:solidFill>
                <a:effectLst/>
                <a:uLnTx/>
                <a:uFillTx/>
                <a:latin typeface="+mn-lt"/>
                <a:ea typeface="72 Brand" pitchFamily="34" charset="-128"/>
                <a:cs typeface="72 Brand" pitchFamily="34" charset="-128"/>
              </a:rPr>
              <a:t>Reltio MCP Server</a:t>
            </a:r>
          </a:p>
        </p:txBody>
      </p:sp>
      <p:sp>
        <p:nvSpPr>
          <p:cNvPr id="13" name="Rounded Rectangle 12">
            <a:extLst>
              <a:ext uri="{FF2B5EF4-FFF2-40B4-BE49-F238E27FC236}">
                <a16:creationId xmlns:a16="http://schemas.microsoft.com/office/drawing/2014/main" id="{62619484-D1E7-E33B-787B-007D7DF5A4EB}"/>
              </a:ext>
            </a:extLst>
          </p:cNvPr>
          <p:cNvSpPr/>
          <p:nvPr/>
        </p:nvSpPr>
        <p:spPr bwMode="gray">
          <a:xfrm>
            <a:off x="504001" y="3488943"/>
            <a:ext cx="8917584" cy="640686"/>
          </a:xfrm>
          <a:prstGeom prst="roundRect">
            <a:avLst>
              <a:gd name="adj" fmla="val 6790"/>
            </a:avLst>
          </a:prstGeom>
          <a:solidFill>
            <a:srgbClr val="7858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200" b="0" i="0" u="none" strike="noStrike" kern="0" cap="none" spc="0" normalizeH="0" baseline="0" noProof="0" dirty="0" err="1">
              <a:ln>
                <a:noFill/>
              </a:ln>
              <a:solidFill>
                <a:schemeClr val="bg1"/>
              </a:solidFill>
              <a:effectLst/>
              <a:uLnTx/>
              <a:uFillTx/>
              <a:latin typeface="+mn-lt"/>
              <a:ea typeface="72 Brand" pitchFamily="34" charset="-128"/>
              <a:cs typeface="72 Brand" pitchFamily="34" charset="-128"/>
            </a:endParaRPr>
          </a:p>
        </p:txBody>
      </p:sp>
      <p:sp>
        <p:nvSpPr>
          <p:cNvPr id="14" name="Rectangle 13">
            <a:extLst>
              <a:ext uri="{FF2B5EF4-FFF2-40B4-BE49-F238E27FC236}">
                <a16:creationId xmlns:a16="http://schemas.microsoft.com/office/drawing/2014/main" id="{D78B5AE1-A098-2578-867C-04CB653AE12A}"/>
              </a:ext>
            </a:extLst>
          </p:cNvPr>
          <p:cNvSpPr/>
          <p:nvPr/>
        </p:nvSpPr>
        <p:spPr bwMode="gray">
          <a:xfrm>
            <a:off x="745415" y="3633848"/>
            <a:ext cx="2644374"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Reltio Analytical Edition</a:t>
            </a:r>
          </a:p>
        </p:txBody>
      </p:sp>
      <p:sp>
        <p:nvSpPr>
          <p:cNvPr id="15" name="Rectangle 14">
            <a:extLst>
              <a:ext uri="{FF2B5EF4-FFF2-40B4-BE49-F238E27FC236}">
                <a16:creationId xmlns:a16="http://schemas.microsoft.com/office/drawing/2014/main" id="{EF2110ED-3C91-DBD3-295A-71FD8DB5D667}"/>
              </a:ext>
            </a:extLst>
          </p:cNvPr>
          <p:cNvSpPr/>
          <p:nvPr/>
        </p:nvSpPr>
        <p:spPr bwMode="gray">
          <a:xfrm>
            <a:off x="3631203" y="3633847"/>
            <a:ext cx="2644374"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Reltio Operational Edition</a:t>
            </a:r>
          </a:p>
        </p:txBody>
      </p:sp>
      <p:sp>
        <p:nvSpPr>
          <p:cNvPr id="16" name="Rectangle 15">
            <a:extLst>
              <a:ext uri="{FF2B5EF4-FFF2-40B4-BE49-F238E27FC236}">
                <a16:creationId xmlns:a16="http://schemas.microsoft.com/office/drawing/2014/main" id="{1D37C85E-B3A3-8252-766A-092FFF34CD6F}"/>
              </a:ext>
            </a:extLst>
          </p:cNvPr>
          <p:cNvSpPr/>
          <p:nvPr/>
        </p:nvSpPr>
        <p:spPr bwMode="gray">
          <a:xfrm>
            <a:off x="6516991" y="3633846"/>
            <a:ext cx="2644374"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Reltio Business Critical Edition</a:t>
            </a:r>
          </a:p>
        </p:txBody>
      </p:sp>
      <p:sp>
        <p:nvSpPr>
          <p:cNvPr id="17" name="Rounded Rectangle 16">
            <a:extLst>
              <a:ext uri="{FF2B5EF4-FFF2-40B4-BE49-F238E27FC236}">
                <a16:creationId xmlns:a16="http://schemas.microsoft.com/office/drawing/2014/main" id="{FA59A763-B803-8521-867D-601E2ABBEFFF}"/>
              </a:ext>
            </a:extLst>
          </p:cNvPr>
          <p:cNvSpPr/>
          <p:nvPr/>
        </p:nvSpPr>
        <p:spPr bwMode="gray">
          <a:xfrm>
            <a:off x="504001" y="4249514"/>
            <a:ext cx="8917584" cy="971073"/>
          </a:xfrm>
          <a:prstGeom prst="roundRect">
            <a:avLst>
              <a:gd name="adj" fmla="val 6790"/>
            </a:avLst>
          </a:prstGeom>
          <a:solidFill>
            <a:srgbClr val="5D36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200" b="0" i="0" u="none" strike="noStrike" kern="0" cap="none" spc="0" normalizeH="0" baseline="0" noProof="0" dirty="0" err="1">
              <a:ln>
                <a:noFill/>
              </a:ln>
              <a:solidFill>
                <a:schemeClr val="bg1"/>
              </a:solidFill>
              <a:effectLst/>
              <a:uLnTx/>
              <a:uFillTx/>
              <a:latin typeface="+mn-lt"/>
              <a:ea typeface="72 Brand" pitchFamily="34" charset="-128"/>
              <a:cs typeface="72 Brand" pitchFamily="34" charset="-128"/>
            </a:endParaRPr>
          </a:p>
        </p:txBody>
      </p:sp>
      <p:sp>
        <p:nvSpPr>
          <p:cNvPr id="18" name="Rectangle 17">
            <a:extLst>
              <a:ext uri="{FF2B5EF4-FFF2-40B4-BE49-F238E27FC236}">
                <a16:creationId xmlns:a16="http://schemas.microsoft.com/office/drawing/2014/main" id="{2A645046-3BB8-B937-8126-5BCF6A85560E}"/>
              </a:ext>
            </a:extLst>
          </p:cNvPr>
          <p:cNvSpPr/>
          <p:nvPr/>
        </p:nvSpPr>
        <p:spPr bwMode="gray">
          <a:xfrm>
            <a:off x="745416" y="4735049"/>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Data Graph</a:t>
            </a:r>
          </a:p>
        </p:txBody>
      </p:sp>
      <p:sp>
        <p:nvSpPr>
          <p:cNvPr id="19" name="Rectangle 18">
            <a:extLst>
              <a:ext uri="{FF2B5EF4-FFF2-40B4-BE49-F238E27FC236}">
                <a16:creationId xmlns:a16="http://schemas.microsoft.com/office/drawing/2014/main" id="{1D454D29-092E-1B4A-427A-FB543FAD5B7E}"/>
              </a:ext>
            </a:extLst>
          </p:cNvPr>
          <p:cNvSpPr/>
          <p:nvPr/>
        </p:nvSpPr>
        <p:spPr bwMode="gray">
          <a:xfrm>
            <a:off x="2188310" y="4735049"/>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Lightspeed</a:t>
            </a:r>
          </a:p>
        </p:txBody>
      </p:sp>
      <p:sp>
        <p:nvSpPr>
          <p:cNvPr id="20" name="Rectangle 19">
            <a:extLst>
              <a:ext uri="{FF2B5EF4-FFF2-40B4-BE49-F238E27FC236}">
                <a16:creationId xmlns:a16="http://schemas.microsoft.com/office/drawing/2014/main" id="{8E8D3E96-3155-70C3-3291-4B5400DA2ABA}"/>
              </a:ext>
            </a:extLst>
          </p:cNvPr>
          <p:cNvSpPr/>
          <p:nvPr/>
        </p:nvSpPr>
        <p:spPr bwMode="gray">
          <a:xfrm>
            <a:off x="3631203" y="4735049"/>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200" kern="0" dirty="0">
                <a:latin typeface="+mn-lt"/>
                <a:ea typeface="72 Brand" pitchFamily="34" charset="-128"/>
                <a:cs typeface="72 Brand" pitchFamily="34" charset="-128"/>
              </a:rPr>
              <a:t>Private Link</a:t>
            </a:r>
            <a:endParaRPr kumimoji="0" lang="en-US" sz="1200" b="0" i="0" u="none" strike="noStrike" kern="0" cap="none" spc="0" normalizeH="0" baseline="0" noProof="0" dirty="0">
              <a:ln>
                <a:noFill/>
              </a:ln>
              <a:effectLst/>
              <a:uLnTx/>
              <a:uFillTx/>
              <a:latin typeface="+mn-lt"/>
              <a:ea typeface="72 Brand" pitchFamily="34" charset="-128"/>
              <a:cs typeface="72 Brand" pitchFamily="34" charset="-128"/>
            </a:endParaRPr>
          </a:p>
        </p:txBody>
      </p:sp>
      <p:sp>
        <p:nvSpPr>
          <p:cNvPr id="21" name="Rectangle 20">
            <a:extLst>
              <a:ext uri="{FF2B5EF4-FFF2-40B4-BE49-F238E27FC236}">
                <a16:creationId xmlns:a16="http://schemas.microsoft.com/office/drawing/2014/main" id="{E616C3A6-D0EC-177F-BA56-39903DD42985}"/>
              </a:ext>
            </a:extLst>
          </p:cNvPr>
          <p:cNvSpPr/>
          <p:nvPr/>
        </p:nvSpPr>
        <p:spPr bwMode="gray">
          <a:xfrm>
            <a:off x="5074097" y="4735049"/>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Data Model</a:t>
            </a:r>
          </a:p>
        </p:txBody>
      </p:sp>
      <p:sp>
        <p:nvSpPr>
          <p:cNvPr id="22" name="Rectangle 21">
            <a:extLst>
              <a:ext uri="{FF2B5EF4-FFF2-40B4-BE49-F238E27FC236}">
                <a16:creationId xmlns:a16="http://schemas.microsoft.com/office/drawing/2014/main" id="{B6A9AF86-7B9E-B079-48EE-99CE11017D5F}"/>
              </a:ext>
            </a:extLst>
          </p:cNvPr>
          <p:cNvSpPr/>
          <p:nvPr/>
        </p:nvSpPr>
        <p:spPr bwMode="gray">
          <a:xfrm>
            <a:off x="6516991" y="4735049"/>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Integrations</a:t>
            </a:r>
          </a:p>
        </p:txBody>
      </p:sp>
      <p:sp>
        <p:nvSpPr>
          <p:cNvPr id="23" name="Rectangle 22">
            <a:extLst>
              <a:ext uri="{FF2B5EF4-FFF2-40B4-BE49-F238E27FC236}">
                <a16:creationId xmlns:a16="http://schemas.microsoft.com/office/drawing/2014/main" id="{F1CECD2A-4488-A688-5CE3-6B8ED8E8BFDC}"/>
              </a:ext>
            </a:extLst>
          </p:cNvPr>
          <p:cNvSpPr/>
          <p:nvPr/>
        </p:nvSpPr>
        <p:spPr bwMode="gray">
          <a:xfrm>
            <a:off x="7959885" y="4735049"/>
            <a:ext cx="1201479" cy="350875"/>
          </a:xfrm>
          <a:prstGeom prst="rect">
            <a:avLst/>
          </a:prstGeom>
          <a:solidFill>
            <a:srgbClr val="FFDCF3"/>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72 Brand" pitchFamily="34" charset="-128"/>
                <a:cs typeface="72 Brand" pitchFamily="34" charset="-128"/>
              </a:rPr>
              <a:t>SaaS</a:t>
            </a:r>
          </a:p>
        </p:txBody>
      </p:sp>
      <p:sp>
        <p:nvSpPr>
          <p:cNvPr id="24" name="TextBox 23">
            <a:extLst>
              <a:ext uri="{FF2B5EF4-FFF2-40B4-BE49-F238E27FC236}">
                <a16:creationId xmlns:a16="http://schemas.microsoft.com/office/drawing/2014/main" id="{3F87D957-E080-2E9A-AD96-B1BA0F3C1FE1}"/>
              </a:ext>
            </a:extLst>
          </p:cNvPr>
          <p:cNvSpPr txBox="1"/>
          <p:nvPr/>
        </p:nvSpPr>
        <p:spPr>
          <a:xfrm>
            <a:off x="3939171" y="4369171"/>
            <a:ext cx="2269852" cy="246221"/>
          </a:xfrm>
          <a:prstGeom prst="rect">
            <a:avLst/>
          </a:prstGeom>
          <a:noFill/>
          <a:ln w="28575">
            <a:noFill/>
          </a:ln>
        </p:spPr>
        <p:txBody>
          <a:bodyPr wrap="none" lIns="0" tIns="0" rIns="0" bIns="0" rtlCol="0">
            <a:spAutoFit/>
          </a:bodyPr>
          <a:lstStyle/>
          <a:p>
            <a:pPr algn="l" fontAlgn="base">
              <a:spcBef>
                <a:spcPct val="50000"/>
              </a:spcBef>
              <a:spcAft>
                <a:spcPct val="0"/>
              </a:spcAft>
              <a:buClr>
                <a:schemeClr val="tx1"/>
              </a:buClr>
              <a:buSzPct val="100000"/>
            </a:pPr>
            <a:r>
              <a:rPr lang="en-US" sz="1600" kern="0" dirty="0">
                <a:solidFill>
                  <a:schemeClr val="bg1"/>
                </a:solidFill>
                <a:latin typeface="72 Brand" panose="020B0504030603020204" pitchFamily="34" charset="0"/>
                <a:ea typeface="72 Brand" pitchFamily="34" charset="-128"/>
                <a:cs typeface="72 Brand" pitchFamily="34" charset="-128"/>
              </a:rPr>
              <a:t>Platform &amp; Infrastructure</a:t>
            </a:r>
          </a:p>
        </p:txBody>
      </p:sp>
      <p:sp>
        <p:nvSpPr>
          <p:cNvPr id="25" name="TextBox 24">
            <a:extLst>
              <a:ext uri="{FF2B5EF4-FFF2-40B4-BE49-F238E27FC236}">
                <a16:creationId xmlns:a16="http://schemas.microsoft.com/office/drawing/2014/main" id="{D2CB9AA0-52BF-5645-F90A-B4B847663BAB}"/>
              </a:ext>
            </a:extLst>
          </p:cNvPr>
          <p:cNvSpPr txBox="1"/>
          <p:nvPr/>
        </p:nvSpPr>
        <p:spPr>
          <a:xfrm>
            <a:off x="9900539" y="1911200"/>
            <a:ext cx="1201479" cy="419987"/>
          </a:xfrm>
          <a:prstGeom prst="rect">
            <a:avLst/>
          </a:prstGeom>
          <a:noFill/>
          <a:ln w="28575">
            <a:noFill/>
          </a:ln>
        </p:spPr>
        <p:txBody>
          <a:bodyPr wrap="square" lIns="0" tIns="0" rIns="0" bIns="0" rtlCol="0">
            <a:spAutoFit/>
          </a:bodyPr>
          <a:lstStyle/>
          <a:p>
            <a:pPr algn="l" fontAlgn="base">
              <a:lnSpc>
                <a:spcPts val="1700"/>
              </a:lnSpc>
              <a:spcBef>
                <a:spcPct val="50000"/>
              </a:spcBef>
              <a:spcAft>
                <a:spcPct val="0"/>
              </a:spcAft>
              <a:buClr>
                <a:schemeClr val="tx1"/>
              </a:buClr>
              <a:buSzPct val="100000"/>
            </a:pPr>
            <a:r>
              <a:rPr lang="en-US" sz="1200" kern="0" dirty="0">
                <a:latin typeface="72 Brand" panose="020B0504030603020204" pitchFamily="34" charset="0"/>
                <a:ea typeface="72 Brand" pitchFamily="34" charset="-128"/>
                <a:cs typeface="72 Brand" pitchFamily="34" charset="-128"/>
              </a:rPr>
              <a:t>Agentic operations suite</a:t>
            </a:r>
          </a:p>
        </p:txBody>
      </p:sp>
      <p:cxnSp>
        <p:nvCxnSpPr>
          <p:cNvPr id="27" name="Straight Arrow Connector 26">
            <a:extLst>
              <a:ext uri="{FF2B5EF4-FFF2-40B4-BE49-F238E27FC236}">
                <a16:creationId xmlns:a16="http://schemas.microsoft.com/office/drawing/2014/main" id="{69FD86A8-9E14-66C4-5A3D-DAD1BBC0FB44}"/>
              </a:ext>
            </a:extLst>
          </p:cNvPr>
          <p:cNvCxnSpPr>
            <a:stCxn id="25" idx="1"/>
          </p:cNvCxnSpPr>
          <p:nvPr/>
        </p:nvCxnSpPr>
        <p:spPr>
          <a:xfrm flipH="1" flipV="1">
            <a:off x="9421585" y="1863420"/>
            <a:ext cx="478954" cy="257774"/>
          </a:xfrm>
          <a:prstGeom prst="straightConnector1">
            <a:avLst/>
          </a:prstGeom>
          <a:ln w="3175">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35ABCE7-8311-6DDC-20E1-3BA2864E6EAB}"/>
              </a:ext>
            </a:extLst>
          </p:cNvPr>
          <p:cNvSpPr txBox="1"/>
          <p:nvPr/>
        </p:nvSpPr>
        <p:spPr>
          <a:xfrm>
            <a:off x="9971277" y="2838721"/>
            <a:ext cx="1201479" cy="419987"/>
          </a:xfrm>
          <a:prstGeom prst="rect">
            <a:avLst/>
          </a:prstGeom>
          <a:noFill/>
          <a:ln w="28575">
            <a:noFill/>
          </a:ln>
        </p:spPr>
        <p:txBody>
          <a:bodyPr wrap="square" lIns="0" tIns="0" rIns="0" bIns="0" rtlCol="0">
            <a:spAutoFit/>
          </a:bodyPr>
          <a:lstStyle/>
          <a:p>
            <a:pPr algn="l" fontAlgn="base">
              <a:lnSpc>
                <a:spcPts val="1700"/>
              </a:lnSpc>
              <a:spcBef>
                <a:spcPct val="50000"/>
              </a:spcBef>
              <a:spcAft>
                <a:spcPct val="0"/>
              </a:spcAft>
              <a:buClr>
                <a:schemeClr val="tx1"/>
              </a:buClr>
              <a:buSzPct val="100000"/>
            </a:pPr>
            <a:r>
              <a:rPr lang="en-US" sz="1200" kern="0" dirty="0">
                <a:latin typeface="72 Brand" panose="020B0504030603020204" pitchFamily="34" charset="0"/>
                <a:ea typeface="72 Brand" pitchFamily="34" charset="-128"/>
                <a:cs typeface="72 Brand" pitchFamily="34" charset="-128"/>
              </a:rPr>
              <a:t>Bridge between data and agents</a:t>
            </a:r>
          </a:p>
        </p:txBody>
      </p:sp>
      <p:cxnSp>
        <p:nvCxnSpPr>
          <p:cNvPr id="29" name="Straight Arrow Connector 28">
            <a:extLst>
              <a:ext uri="{FF2B5EF4-FFF2-40B4-BE49-F238E27FC236}">
                <a16:creationId xmlns:a16="http://schemas.microsoft.com/office/drawing/2014/main" id="{07E4A58E-1030-FF7B-67CE-7AB48CCC6C04}"/>
              </a:ext>
            </a:extLst>
          </p:cNvPr>
          <p:cNvCxnSpPr>
            <a:cxnSpLocks/>
            <a:stCxn id="28" idx="1"/>
            <a:endCxn id="12" idx="3"/>
          </p:cNvCxnSpPr>
          <p:nvPr/>
        </p:nvCxnSpPr>
        <p:spPr>
          <a:xfrm flipH="1">
            <a:off x="9421585" y="3048715"/>
            <a:ext cx="549692" cy="0"/>
          </a:xfrm>
          <a:prstGeom prst="straightConnector1">
            <a:avLst/>
          </a:prstGeom>
          <a:ln w="3175">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BBAA73-3407-24B9-D4BB-8B1744633E5D}"/>
              </a:ext>
            </a:extLst>
          </p:cNvPr>
          <p:cNvSpPr txBox="1"/>
          <p:nvPr/>
        </p:nvSpPr>
        <p:spPr>
          <a:xfrm>
            <a:off x="9971276" y="3556248"/>
            <a:ext cx="1201479" cy="419987"/>
          </a:xfrm>
          <a:prstGeom prst="rect">
            <a:avLst/>
          </a:prstGeom>
          <a:noFill/>
          <a:ln w="28575">
            <a:noFill/>
          </a:ln>
        </p:spPr>
        <p:txBody>
          <a:bodyPr wrap="square" lIns="0" tIns="0" rIns="0" bIns="0" rtlCol="0">
            <a:spAutoFit/>
          </a:bodyPr>
          <a:lstStyle/>
          <a:p>
            <a:pPr algn="l" fontAlgn="base">
              <a:lnSpc>
                <a:spcPts val="1700"/>
              </a:lnSpc>
              <a:spcBef>
                <a:spcPct val="50000"/>
              </a:spcBef>
              <a:spcAft>
                <a:spcPct val="0"/>
              </a:spcAft>
              <a:buClr>
                <a:schemeClr val="tx1"/>
              </a:buClr>
              <a:buSzPct val="100000"/>
            </a:pPr>
            <a:r>
              <a:rPr lang="en-US" sz="1200" kern="0" dirty="0">
                <a:latin typeface="72 Brand" panose="020B0504030603020204" pitchFamily="34" charset="0"/>
                <a:ea typeface="72 Brand" pitchFamily="34" charset="-128"/>
                <a:cs typeface="72 Brand" pitchFamily="34" charset="-128"/>
              </a:rPr>
              <a:t>Bundled features and capabilities</a:t>
            </a:r>
          </a:p>
        </p:txBody>
      </p:sp>
      <p:cxnSp>
        <p:nvCxnSpPr>
          <p:cNvPr id="33" name="Straight Arrow Connector 32">
            <a:extLst>
              <a:ext uri="{FF2B5EF4-FFF2-40B4-BE49-F238E27FC236}">
                <a16:creationId xmlns:a16="http://schemas.microsoft.com/office/drawing/2014/main" id="{10D80352-B952-D928-F84F-8B69C3B8F9B6}"/>
              </a:ext>
            </a:extLst>
          </p:cNvPr>
          <p:cNvCxnSpPr>
            <a:cxnSpLocks/>
            <a:stCxn id="32" idx="1"/>
          </p:cNvCxnSpPr>
          <p:nvPr/>
        </p:nvCxnSpPr>
        <p:spPr>
          <a:xfrm flipH="1">
            <a:off x="9402779" y="3766242"/>
            <a:ext cx="568497" cy="186653"/>
          </a:xfrm>
          <a:prstGeom prst="straightConnector1">
            <a:avLst/>
          </a:prstGeom>
          <a:ln w="3175">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443B098-7DAA-FF24-92A8-B08DF0537939}"/>
              </a:ext>
            </a:extLst>
          </p:cNvPr>
          <p:cNvCxnSpPr>
            <a:cxnSpLocks/>
            <a:stCxn id="37" idx="1"/>
          </p:cNvCxnSpPr>
          <p:nvPr/>
        </p:nvCxnSpPr>
        <p:spPr>
          <a:xfrm flipH="1">
            <a:off x="9421585" y="4693761"/>
            <a:ext cx="549690" cy="392163"/>
          </a:xfrm>
          <a:prstGeom prst="straightConnector1">
            <a:avLst/>
          </a:prstGeom>
          <a:ln w="3175">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ABCC82A-E3CE-D05E-9A6D-794094B1514C}"/>
              </a:ext>
            </a:extLst>
          </p:cNvPr>
          <p:cNvSpPr txBox="1"/>
          <p:nvPr/>
        </p:nvSpPr>
        <p:spPr>
          <a:xfrm>
            <a:off x="9971275" y="4374763"/>
            <a:ext cx="1201479" cy="637995"/>
          </a:xfrm>
          <a:prstGeom prst="rect">
            <a:avLst/>
          </a:prstGeom>
          <a:noFill/>
          <a:ln w="28575">
            <a:noFill/>
          </a:ln>
        </p:spPr>
        <p:txBody>
          <a:bodyPr wrap="square" lIns="0" tIns="0" rIns="0" bIns="0" rtlCol="0">
            <a:spAutoFit/>
          </a:bodyPr>
          <a:lstStyle/>
          <a:p>
            <a:pPr algn="l" fontAlgn="base">
              <a:lnSpc>
                <a:spcPts val="1700"/>
              </a:lnSpc>
              <a:spcBef>
                <a:spcPct val="50000"/>
              </a:spcBef>
              <a:spcAft>
                <a:spcPct val="0"/>
              </a:spcAft>
              <a:buClr>
                <a:schemeClr val="tx1"/>
              </a:buClr>
              <a:buSzPct val="100000"/>
            </a:pPr>
            <a:r>
              <a:rPr lang="en-US" sz="1200" kern="0" dirty="0">
                <a:latin typeface="72 Brand" panose="020B0504030603020204" pitchFamily="34" charset="0"/>
                <a:ea typeface="72 Brand" pitchFamily="34" charset="-128"/>
                <a:cs typeface="72 Brand" pitchFamily="34" charset="-128"/>
              </a:rPr>
              <a:t>Core infrastructure capabilities</a:t>
            </a:r>
          </a:p>
        </p:txBody>
      </p:sp>
    </p:spTree>
    <p:extLst>
      <p:ext uri="{BB962C8B-B14F-4D97-AF65-F5344CB8AC3E}">
        <p14:creationId xmlns:p14="http://schemas.microsoft.com/office/powerpoint/2010/main" val="1179824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Google Shape;783;p97">
            <a:extLst>
              <a:ext uri="{FF2B5EF4-FFF2-40B4-BE49-F238E27FC236}">
                <a16:creationId xmlns:a16="http://schemas.microsoft.com/office/drawing/2014/main" id="{A39BF06A-5D2A-7A24-F32A-B9FFCEA2161B}"/>
              </a:ext>
            </a:extLst>
          </p:cNvPr>
          <p:cNvSpPr>
            <a:spLocks noChangeAspect="1"/>
          </p:cNvSpPr>
          <p:nvPr/>
        </p:nvSpPr>
        <p:spPr>
          <a:xfrm>
            <a:off x="3830599" y="3449165"/>
            <a:ext cx="1062720" cy="920880"/>
          </a:xfrm>
          <a:prstGeom prst="hexagon">
            <a:avLst>
              <a:gd name="adj" fmla="val 28852"/>
              <a:gd name="vf" fmla="val 115470"/>
            </a:avLst>
          </a:prstGeom>
          <a:solidFill>
            <a:srgbClr val="174323"/>
          </a:solidFill>
          <a:ln>
            <a:noFill/>
          </a:ln>
          <a:effectLst>
            <a:outerShdw blurRad="57150" dist="19050" dir="5400000" algn="bl" rotWithShape="0">
              <a:srgbClr val="000000">
                <a:alpha val="50000"/>
              </a:srgbClr>
            </a:outerShdw>
          </a:effectLst>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 sz="800" dirty="0">
                <a:solidFill>
                  <a:schemeClr val="lt1"/>
                </a:solidFill>
                <a:latin typeface="Libre Franklin"/>
                <a:ea typeface="Libre Franklin"/>
                <a:cs typeface="Libre Franklin"/>
                <a:sym typeface="Libre Franklin"/>
              </a:rPr>
              <a:t>Householding</a:t>
            </a:r>
            <a:endParaRPr sz="800" dirty="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dirty="0">
                <a:solidFill>
                  <a:schemeClr val="lt1"/>
                </a:solidFill>
                <a:latin typeface="Libre Franklin"/>
                <a:ea typeface="Libre Franklin"/>
                <a:cs typeface="Libre Franklin"/>
                <a:sym typeface="Libre Franklin"/>
              </a:rPr>
              <a:t>&amp; Grouping</a:t>
            </a:r>
            <a:endParaRPr sz="800" dirty="0">
              <a:solidFill>
                <a:schemeClr val="lt1"/>
              </a:solidFill>
              <a:latin typeface="Libre Franklin"/>
              <a:ea typeface="Libre Franklin"/>
              <a:cs typeface="Libre Franklin"/>
              <a:sym typeface="Libre Franklin"/>
            </a:endParaRPr>
          </a:p>
        </p:txBody>
      </p:sp>
      <p:sp>
        <p:nvSpPr>
          <p:cNvPr id="3" name="Title 2">
            <a:extLst>
              <a:ext uri="{FF2B5EF4-FFF2-40B4-BE49-F238E27FC236}">
                <a16:creationId xmlns:a16="http://schemas.microsoft.com/office/drawing/2014/main" id="{677FC42E-546E-4F6F-124B-462A6EA560F3}"/>
              </a:ext>
            </a:extLst>
          </p:cNvPr>
          <p:cNvSpPr>
            <a:spLocks noGrp="1"/>
          </p:cNvSpPr>
          <p:nvPr>
            <p:ph type="title"/>
          </p:nvPr>
        </p:nvSpPr>
        <p:spPr/>
        <p:txBody>
          <a:bodyPr/>
          <a:lstStyle/>
          <a:p>
            <a:r>
              <a:rPr lang="en-US" dirty="0"/>
              <a:t>SAP Reltio Feature Map is rich and growing</a:t>
            </a:r>
          </a:p>
        </p:txBody>
      </p:sp>
      <p:sp>
        <p:nvSpPr>
          <p:cNvPr id="12" name="Google Shape;761;p97">
            <a:extLst>
              <a:ext uri="{FF2B5EF4-FFF2-40B4-BE49-F238E27FC236}">
                <a16:creationId xmlns:a16="http://schemas.microsoft.com/office/drawing/2014/main" id="{6EB1CFFA-9AC9-104C-B049-6720091773C6}"/>
              </a:ext>
            </a:extLst>
          </p:cNvPr>
          <p:cNvSpPr>
            <a:spLocks noChangeAspect="1"/>
          </p:cNvSpPr>
          <p:nvPr/>
        </p:nvSpPr>
        <p:spPr>
          <a:xfrm>
            <a:off x="548455" y="2455941"/>
            <a:ext cx="1062720" cy="920880"/>
          </a:xfrm>
          <a:prstGeom prst="hexagon">
            <a:avLst>
              <a:gd name="adj" fmla="val 28852"/>
              <a:gd name="vf" fmla="val 115470"/>
            </a:avLst>
          </a:prstGeom>
          <a:solidFill>
            <a:srgbClr val="D1EFFF"/>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a:solidFill>
                  <a:schemeClr val="dk1"/>
                </a:solidFill>
                <a:latin typeface="Libre Franklin"/>
                <a:ea typeface="Libre Franklin"/>
                <a:cs typeface="Libre Franklin"/>
                <a:sym typeface="Libre Franklin"/>
              </a:rPr>
              <a:t>Data</a:t>
            </a:r>
            <a:endParaRPr sz="800">
              <a:solidFill>
                <a:schemeClr val="dk1"/>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dk1"/>
                </a:solidFill>
                <a:latin typeface="Libre Franklin"/>
                <a:ea typeface="Libre Franklin"/>
                <a:cs typeface="Libre Franklin"/>
                <a:sym typeface="Libre Franklin"/>
              </a:rPr>
              <a:t>Ingestion</a:t>
            </a:r>
            <a:endParaRPr sz="800">
              <a:solidFill>
                <a:schemeClr val="dk1"/>
              </a:solidFill>
              <a:latin typeface="Libre Franklin"/>
              <a:ea typeface="Libre Franklin"/>
              <a:cs typeface="Libre Franklin"/>
              <a:sym typeface="Libre Franklin"/>
            </a:endParaRPr>
          </a:p>
        </p:txBody>
      </p:sp>
      <p:sp>
        <p:nvSpPr>
          <p:cNvPr id="13" name="Google Shape;762;p97">
            <a:extLst>
              <a:ext uri="{FF2B5EF4-FFF2-40B4-BE49-F238E27FC236}">
                <a16:creationId xmlns:a16="http://schemas.microsoft.com/office/drawing/2014/main" id="{46AE12B9-4ABF-6D0B-ACA9-FB28FAD262B0}"/>
              </a:ext>
            </a:extLst>
          </p:cNvPr>
          <p:cNvSpPr>
            <a:spLocks noChangeAspect="1"/>
          </p:cNvSpPr>
          <p:nvPr/>
        </p:nvSpPr>
        <p:spPr>
          <a:xfrm>
            <a:off x="2182809" y="2482437"/>
            <a:ext cx="1062720" cy="920880"/>
          </a:xfrm>
          <a:prstGeom prst="hexagon">
            <a:avLst>
              <a:gd name="adj" fmla="val 28852"/>
              <a:gd name="vf" fmla="val 115470"/>
            </a:avLst>
          </a:prstGeom>
          <a:solidFill>
            <a:srgbClr val="00144A"/>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Data</a:t>
            </a:r>
            <a:endParaRPr sz="800">
              <a:solidFill>
                <a:schemeClr val="lt1"/>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Modeling</a:t>
            </a:r>
            <a:endParaRPr sz="800">
              <a:solidFill>
                <a:schemeClr val="lt1"/>
              </a:solidFill>
              <a:latin typeface="Libre Franklin"/>
              <a:ea typeface="Libre Franklin"/>
              <a:cs typeface="Libre Franklin"/>
              <a:sym typeface="Libre Franklin"/>
            </a:endParaRPr>
          </a:p>
        </p:txBody>
      </p:sp>
      <p:sp>
        <p:nvSpPr>
          <p:cNvPr id="14" name="Google Shape;763;p97">
            <a:extLst>
              <a:ext uri="{FF2B5EF4-FFF2-40B4-BE49-F238E27FC236}">
                <a16:creationId xmlns:a16="http://schemas.microsoft.com/office/drawing/2014/main" id="{09F273F0-4EA1-F550-A655-FD0AB8734D66}"/>
              </a:ext>
            </a:extLst>
          </p:cNvPr>
          <p:cNvSpPr>
            <a:spLocks noChangeAspect="1"/>
          </p:cNvSpPr>
          <p:nvPr/>
        </p:nvSpPr>
        <p:spPr>
          <a:xfrm>
            <a:off x="537725" y="3418427"/>
            <a:ext cx="1062720" cy="920880"/>
          </a:xfrm>
          <a:prstGeom prst="hexagon">
            <a:avLst>
              <a:gd name="adj" fmla="val 28852"/>
              <a:gd name="vf" fmla="val 115470"/>
            </a:avLst>
          </a:prstGeom>
          <a:solidFill>
            <a:srgbClr val="89D1FF"/>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dirty="0">
                <a:solidFill>
                  <a:schemeClr val="dk1"/>
                </a:solidFill>
                <a:latin typeface="Libre Franklin"/>
                <a:ea typeface="Libre Franklin"/>
                <a:cs typeface="Libre Franklin"/>
                <a:sym typeface="Libre Franklin"/>
              </a:rPr>
              <a:t>Reltio </a:t>
            </a:r>
            <a:endParaRPr sz="800" dirty="0">
              <a:solidFill>
                <a:schemeClr val="dk1"/>
              </a:solidFill>
              <a:latin typeface="Libre Franklin"/>
              <a:ea typeface="Libre Franklin"/>
              <a:cs typeface="Libre Franklin"/>
              <a:sym typeface="Libre Franklin"/>
            </a:endParaRPr>
          </a:p>
          <a:p>
            <a:pPr marL="0" marR="0" lvl="0" indent="0" algn="ctr" rtl="0">
              <a:spcBef>
                <a:spcPts val="0"/>
              </a:spcBef>
              <a:spcAft>
                <a:spcPts val="0"/>
              </a:spcAft>
              <a:buNone/>
            </a:pPr>
            <a:r>
              <a:rPr lang="en" sz="800" dirty="0">
                <a:solidFill>
                  <a:schemeClr val="dk1"/>
                </a:solidFill>
                <a:latin typeface="Libre Franklin"/>
                <a:ea typeface="Libre Franklin"/>
                <a:cs typeface="Libre Franklin"/>
                <a:sym typeface="Libre Franklin"/>
              </a:rPr>
              <a:t>Integration </a:t>
            </a:r>
            <a:endParaRPr sz="800" dirty="0">
              <a:solidFill>
                <a:schemeClr val="dk1"/>
              </a:solidFill>
              <a:latin typeface="Libre Franklin"/>
              <a:ea typeface="Libre Franklin"/>
              <a:cs typeface="Libre Franklin"/>
              <a:sym typeface="Libre Franklin"/>
            </a:endParaRPr>
          </a:p>
          <a:p>
            <a:pPr marL="0" marR="0" lvl="0" indent="0" algn="ctr" rtl="0">
              <a:spcBef>
                <a:spcPts val="0"/>
              </a:spcBef>
              <a:spcAft>
                <a:spcPts val="0"/>
              </a:spcAft>
              <a:buNone/>
            </a:pPr>
            <a:r>
              <a:rPr lang="en" sz="800" dirty="0">
                <a:solidFill>
                  <a:schemeClr val="dk1"/>
                </a:solidFill>
                <a:latin typeface="Libre Franklin"/>
                <a:ea typeface="Libre Franklin"/>
                <a:cs typeface="Libre Franklin"/>
                <a:sym typeface="Libre Franklin"/>
              </a:rPr>
              <a:t>Hub</a:t>
            </a:r>
            <a:endParaRPr sz="800" dirty="0">
              <a:solidFill>
                <a:schemeClr val="dk1"/>
              </a:solidFill>
              <a:latin typeface="Libre Franklin ExtraLight"/>
              <a:ea typeface="Libre Franklin ExtraLight"/>
              <a:cs typeface="Libre Franklin ExtraLight"/>
              <a:sym typeface="Libre Franklin ExtraLight"/>
            </a:endParaRPr>
          </a:p>
        </p:txBody>
      </p:sp>
      <p:sp>
        <p:nvSpPr>
          <p:cNvPr id="15" name="Google Shape;764;p97">
            <a:extLst>
              <a:ext uri="{FF2B5EF4-FFF2-40B4-BE49-F238E27FC236}">
                <a16:creationId xmlns:a16="http://schemas.microsoft.com/office/drawing/2014/main" id="{C138F9AA-0A23-0097-7604-0FFA9AD4FBF7}"/>
              </a:ext>
            </a:extLst>
          </p:cNvPr>
          <p:cNvSpPr>
            <a:spLocks noChangeAspect="1"/>
          </p:cNvSpPr>
          <p:nvPr/>
        </p:nvSpPr>
        <p:spPr>
          <a:xfrm>
            <a:off x="5498709" y="3464074"/>
            <a:ext cx="1062720" cy="920880"/>
          </a:xfrm>
          <a:prstGeom prst="hexagon">
            <a:avLst>
              <a:gd name="adj" fmla="val 28852"/>
              <a:gd name="vf" fmla="val 115470"/>
            </a:avLst>
          </a:prstGeom>
          <a:solidFill>
            <a:srgbClr val="E76500"/>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UI/UX</a:t>
            </a:r>
            <a:endParaRPr sz="800">
              <a:solidFill>
                <a:schemeClr val="lt1"/>
              </a:solidFill>
              <a:latin typeface="Libre Franklin ExtraLight"/>
              <a:ea typeface="Libre Franklin ExtraLight"/>
              <a:cs typeface="Libre Franklin ExtraLight"/>
              <a:sym typeface="Libre Franklin ExtraLight"/>
            </a:endParaRPr>
          </a:p>
        </p:txBody>
      </p:sp>
      <p:sp>
        <p:nvSpPr>
          <p:cNvPr id="16" name="Google Shape;765;p97">
            <a:extLst>
              <a:ext uri="{FF2B5EF4-FFF2-40B4-BE49-F238E27FC236}">
                <a16:creationId xmlns:a16="http://schemas.microsoft.com/office/drawing/2014/main" id="{4A403C31-7C5B-4461-6636-5E368336EE76}"/>
              </a:ext>
            </a:extLst>
          </p:cNvPr>
          <p:cNvSpPr>
            <a:spLocks noChangeAspect="1"/>
          </p:cNvSpPr>
          <p:nvPr/>
        </p:nvSpPr>
        <p:spPr>
          <a:xfrm>
            <a:off x="1362421" y="2942877"/>
            <a:ext cx="1062720" cy="920880"/>
          </a:xfrm>
          <a:prstGeom prst="hexagon">
            <a:avLst>
              <a:gd name="adj" fmla="val 28852"/>
              <a:gd name="vf" fmla="val 115470"/>
            </a:avLst>
          </a:prstGeom>
          <a:solidFill>
            <a:srgbClr val="0070F2"/>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Data</a:t>
            </a:r>
            <a:endParaRPr sz="800">
              <a:solidFill>
                <a:schemeClr val="lt1"/>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Enrichment</a:t>
            </a:r>
            <a:endParaRPr sz="800">
              <a:solidFill>
                <a:schemeClr val="lt1"/>
              </a:solidFill>
              <a:latin typeface="Libre Franklin"/>
              <a:ea typeface="Libre Franklin"/>
              <a:cs typeface="Libre Franklin"/>
              <a:sym typeface="Libre Franklin"/>
            </a:endParaRPr>
          </a:p>
        </p:txBody>
      </p:sp>
      <p:sp>
        <p:nvSpPr>
          <p:cNvPr id="17" name="Google Shape;766;p97">
            <a:extLst>
              <a:ext uri="{FF2B5EF4-FFF2-40B4-BE49-F238E27FC236}">
                <a16:creationId xmlns:a16="http://schemas.microsoft.com/office/drawing/2014/main" id="{15F5E386-D2C4-A8C9-6368-E21F964FB8DC}"/>
              </a:ext>
            </a:extLst>
          </p:cNvPr>
          <p:cNvSpPr>
            <a:spLocks noChangeAspect="1"/>
          </p:cNvSpPr>
          <p:nvPr/>
        </p:nvSpPr>
        <p:spPr>
          <a:xfrm>
            <a:off x="2171093" y="3426241"/>
            <a:ext cx="1062720" cy="920880"/>
          </a:xfrm>
          <a:prstGeom prst="hexagon">
            <a:avLst>
              <a:gd name="adj" fmla="val 28852"/>
              <a:gd name="vf" fmla="val 115470"/>
            </a:avLst>
          </a:prstGeom>
          <a:solidFill>
            <a:srgbClr val="12171D"/>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Data</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Validation</a:t>
            </a:r>
            <a:endParaRPr sz="800">
              <a:solidFill>
                <a:schemeClr val="lt1"/>
              </a:solidFill>
              <a:latin typeface="Libre Franklin"/>
              <a:ea typeface="Libre Franklin"/>
              <a:cs typeface="Libre Franklin"/>
              <a:sym typeface="Libre Franklin"/>
            </a:endParaRPr>
          </a:p>
        </p:txBody>
      </p:sp>
      <p:sp>
        <p:nvSpPr>
          <p:cNvPr id="18" name="Google Shape;767;p97">
            <a:extLst>
              <a:ext uri="{FF2B5EF4-FFF2-40B4-BE49-F238E27FC236}">
                <a16:creationId xmlns:a16="http://schemas.microsoft.com/office/drawing/2014/main" id="{F0EE3CBA-ED37-13C6-EDD6-1A502ED77951}"/>
              </a:ext>
            </a:extLst>
          </p:cNvPr>
          <p:cNvSpPr>
            <a:spLocks noChangeAspect="1"/>
          </p:cNvSpPr>
          <p:nvPr/>
        </p:nvSpPr>
        <p:spPr>
          <a:xfrm>
            <a:off x="2993635" y="3899136"/>
            <a:ext cx="1062720" cy="920880"/>
          </a:xfrm>
          <a:prstGeom prst="hexagon">
            <a:avLst>
              <a:gd name="adj" fmla="val 28852"/>
              <a:gd name="vf" fmla="val 115470"/>
            </a:avLst>
          </a:prstGeom>
          <a:solidFill>
            <a:srgbClr val="08838F"/>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Data</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Survivorship</a:t>
            </a:r>
            <a:endParaRPr sz="800">
              <a:solidFill>
                <a:schemeClr val="lt1"/>
              </a:solidFill>
              <a:latin typeface="Libre Franklin"/>
              <a:ea typeface="Libre Franklin"/>
              <a:cs typeface="Libre Franklin"/>
              <a:sym typeface="Libre Franklin"/>
            </a:endParaRPr>
          </a:p>
        </p:txBody>
      </p:sp>
      <p:sp>
        <p:nvSpPr>
          <p:cNvPr id="19" name="Google Shape;768;p97">
            <a:extLst>
              <a:ext uri="{FF2B5EF4-FFF2-40B4-BE49-F238E27FC236}">
                <a16:creationId xmlns:a16="http://schemas.microsoft.com/office/drawing/2014/main" id="{E4F9D2E7-B8C8-DE5D-2A9B-9B6D9D012044}"/>
              </a:ext>
            </a:extLst>
          </p:cNvPr>
          <p:cNvSpPr>
            <a:spLocks noChangeAspect="1"/>
          </p:cNvSpPr>
          <p:nvPr/>
        </p:nvSpPr>
        <p:spPr>
          <a:xfrm>
            <a:off x="4664275" y="3932529"/>
            <a:ext cx="1062720" cy="920880"/>
          </a:xfrm>
          <a:prstGeom prst="hexagon">
            <a:avLst>
              <a:gd name="adj" fmla="val 28852"/>
              <a:gd name="vf" fmla="val 115470"/>
            </a:avLst>
          </a:prstGeom>
          <a:solidFill>
            <a:srgbClr val="01414C"/>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Data</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Graph</a:t>
            </a:r>
            <a:endParaRPr sz="800">
              <a:solidFill>
                <a:schemeClr val="lt1"/>
              </a:solidFill>
              <a:latin typeface="Libre Franklin"/>
              <a:ea typeface="Libre Franklin"/>
              <a:cs typeface="Libre Franklin"/>
              <a:sym typeface="Libre Franklin"/>
            </a:endParaRPr>
          </a:p>
        </p:txBody>
      </p:sp>
      <p:sp>
        <p:nvSpPr>
          <p:cNvPr id="20" name="Google Shape;769;p97">
            <a:extLst>
              <a:ext uri="{FF2B5EF4-FFF2-40B4-BE49-F238E27FC236}">
                <a16:creationId xmlns:a16="http://schemas.microsoft.com/office/drawing/2014/main" id="{5E8B9A0E-7B1F-A332-2155-D5958B75692F}"/>
              </a:ext>
            </a:extLst>
          </p:cNvPr>
          <p:cNvSpPr>
            <a:spLocks noChangeAspect="1"/>
          </p:cNvSpPr>
          <p:nvPr/>
        </p:nvSpPr>
        <p:spPr>
          <a:xfrm>
            <a:off x="4662100" y="2052845"/>
            <a:ext cx="1062720" cy="920880"/>
          </a:xfrm>
          <a:prstGeom prst="hexagon">
            <a:avLst>
              <a:gd name="adj" fmla="val 28852"/>
              <a:gd name="vf" fmla="val 115470"/>
            </a:avLst>
          </a:prstGeom>
          <a:solidFill>
            <a:srgbClr val="6D1900"/>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Security</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Mgmt.</a:t>
            </a:r>
            <a:endParaRPr sz="800">
              <a:solidFill>
                <a:schemeClr val="lt1"/>
              </a:solidFill>
              <a:latin typeface="Libre Franklin"/>
              <a:ea typeface="Libre Franklin"/>
              <a:cs typeface="Libre Franklin"/>
              <a:sym typeface="Libre Franklin"/>
            </a:endParaRPr>
          </a:p>
        </p:txBody>
      </p:sp>
      <p:sp>
        <p:nvSpPr>
          <p:cNvPr id="22" name="Google Shape;771;p97">
            <a:extLst>
              <a:ext uri="{FF2B5EF4-FFF2-40B4-BE49-F238E27FC236}">
                <a16:creationId xmlns:a16="http://schemas.microsoft.com/office/drawing/2014/main" id="{B4036BA1-499A-ECEC-A5C7-1B88624F6ED3}"/>
              </a:ext>
            </a:extLst>
          </p:cNvPr>
          <p:cNvSpPr>
            <a:spLocks noChangeAspect="1"/>
          </p:cNvSpPr>
          <p:nvPr/>
        </p:nvSpPr>
        <p:spPr>
          <a:xfrm>
            <a:off x="5490466" y="2505361"/>
            <a:ext cx="1062720" cy="920880"/>
          </a:xfrm>
          <a:prstGeom prst="hexagon">
            <a:avLst>
              <a:gd name="adj" fmla="val 28852"/>
              <a:gd name="vf" fmla="val 115470"/>
            </a:avLst>
          </a:prstGeom>
          <a:solidFill>
            <a:srgbClr val="C45500"/>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Audit</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Trail</a:t>
            </a:r>
            <a:endParaRPr sz="800">
              <a:solidFill>
                <a:schemeClr val="lt1"/>
              </a:solidFill>
              <a:latin typeface="Libre Franklin"/>
              <a:ea typeface="Libre Franklin"/>
              <a:cs typeface="Libre Franklin"/>
              <a:sym typeface="Libre Franklin"/>
            </a:endParaRPr>
          </a:p>
        </p:txBody>
      </p:sp>
      <p:sp>
        <p:nvSpPr>
          <p:cNvPr id="23" name="Google Shape;772;p97">
            <a:extLst>
              <a:ext uri="{FF2B5EF4-FFF2-40B4-BE49-F238E27FC236}">
                <a16:creationId xmlns:a16="http://schemas.microsoft.com/office/drawing/2014/main" id="{3750611A-EE01-39C6-7D2A-6AF6BF187CF3}"/>
              </a:ext>
            </a:extLst>
          </p:cNvPr>
          <p:cNvSpPr>
            <a:spLocks noChangeAspect="1"/>
          </p:cNvSpPr>
          <p:nvPr/>
        </p:nvSpPr>
        <p:spPr>
          <a:xfrm>
            <a:off x="3008057" y="2965801"/>
            <a:ext cx="1062720" cy="920880"/>
          </a:xfrm>
          <a:prstGeom prst="hexagon">
            <a:avLst>
              <a:gd name="adj" fmla="val 28852"/>
              <a:gd name="vf" fmla="val 115470"/>
            </a:avLst>
          </a:prstGeom>
          <a:solidFill>
            <a:srgbClr val="049F9A"/>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Match</a:t>
            </a:r>
            <a:endParaRPr sz="800">
              <a:solidFill>
                <a:schemeClr val="lt1"/>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&amp;</a:t>
            </a:r>
            <a:endParaRPr sz="800">
              <a:solidFill>
                <a:schemeClr val="lt1"/>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Merge</a:t>
            </a:r>
            <a:endParaRPr sz="800">
              <a:solidFill>
                <a:schemeClr val="lt1"/>
              </a:solidFill>
              <a:latin typeface="Libre Franklin"/>
              <a:ea typeface="Libre Franklin"/>
              <a:cs typeface="Libre Franklin"/>
              <a:sym typeface="Libre Franklin"/>
            </a:endParaRPr>
          </a:p>
        </p:txBody>
      </p:sp>
      <p:sp>
        <p:nvSpPr>
          <p:cNvPr id="24" name="Google Shape;773;p97">
            <a:extLst>
              <a:ext uri="{FF2B5EF4-FFF2-40B4-BE49-F238E27FC236}">
                <a16:creationId xmlns:a16="http://schemas.microsoft.com/office/drawing/2014/main" id="{392692D7-2329-5498-5444-FD61BEFCCF4A}"/>
              </a:ext>
            </a:extLst>
          </p:cNvPr>
          <p:cNvSpPr>
            <a:spLocks noChangeAspect="1"/>
          </p:cNvSpPr>
          <p:nvPr/>
        </p:nvSpPr>
        <p:spPr>
          <a:xfrm>
            <a:off x="1377387" y="1983731"/>
            <a:ext cx="1062720" cy="920880"/>
          </a:xfrm>
          <a:prstGeom prst="hexagon">
            <a:avLst>
              <a:gd name="adj" fmla="val 28852"/>
              <a:gd name="vf" fmla="val 115470"/>
            </a:avLst>
          </a:prstGeom>
          <a:solidFill>
            <a:srgbClr val="1990FF"/>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Data </a:t>
            </a:r>
            <a:endParaRPr sz="800">
              <a:solidFill>
                <a:schemeClr val="lt1"/>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Cleansing</a:t>
            </a:r>
            <a:endParaRPr sz="800">
              <a:solidFill>
                <a:schemeClr val="lt1"/>
              </a:solidFill>
              <a:latin typeface="Libre Franklin ExtraLight"/>
              <a:ea typeface="Libre Franklin ExtraLight"/>
              <a:cs typeface="Libre Franklin ExtraLight"/>
              <a:sym typeface="Libre Franklin ExtraLight"/>
            </a:endParaRPr>
          </a:p>
        </p:txBody>
      </p:sp>
      <p:sp>
        <p:nvSpPr>
          <p:cNvPr id="25" name="Google Shape;774;p97">
            <a:extLst>
              <a:ext uri="{FF2B5EF4-FFF2-40B4-BE49-F238E27FC236}">
                <a16:creationId xmlns:a16="http://schemas.microsoft.com/office/drawing/2014/main" id="{B48D1953-54E9-6D4E-0AE1-E4A9A6F3C2E4}"/>
              </a:ext>
            </a:extLst>
          </p:cNvPr>
          <p:cNvSpPr>
            <a:spLocks noChangeAspect="1"/>
          </p:cNvSpPr>
          <p:nvPr/>
        </p:nvSpPr>
        <p:spPr>
          <a:xfrm>
            <a:off x="3850519" y="1572026"/>
            <a:ext cx="1062720" cy="920880"/>
          </a:xfrm>
          <a:prstGeom prst="hexagon">
            <a:avLst>
              <a:gd name="adj" fmla="val 28852"/>
              <a:gd name="vf" fmla="val 115470"/>
            </a:avLst>
          </a:prstGeom>
          <a:solidFill>
            <a:srgbClr val="35A41C"/>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Event</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Mgmt.</a:t>
            </a:r>
            <a:endParaRPr sz="800">
              <a:solidFill>
                <a:schemeClr val="lt1"/>
              </a:solidFill>
              <a:latin typeface="Libre Franklin"/>
              <a:ea typeface="Libre Franklin"/>
              <a:cs typeface="Libre Franklin"/>
              <a:sym typeface="Libre Franklin"/>
            </a:endParaRPr>
          </a:p>
        </p:txBody>
      </p:sp>
      <p:sp>
        <p:nvSpPr>
          <p:cNvPr id="26" name="Google Shape;775;p97">
            <a:extLst>
              <a:ext uri="{FF2B5EF4-FFF2-40B4-BE49-F238E27FC236}">
                <a16:creationId xmlns:a16="http://schemas.microsoft.com/office/drawing/2014/main" id="{1FC7DF47-6618-196D-EF8F-BBDF54AF89F3}"/>
              </a:ext>
            </a:extLst>
          </p:cNvPr>
          <p:cNvSpPr>
            <a:spLocks noChangeAspect="1"/>
          </p:cNvSpPr>
          <p:nvPr/>
        </p:nvSpPr>
        <p:spPr>
          <a:xfrm>
            <a:off x="4677772" y="2988725"/>
            <a:ext cx="1062720" cy="920880"/>
          </a:xfrm>
          <a:prstGeom prst="hexagon">
            <a:avLst>
              <a:gd name="adj" fmla="val 28852"/>
              <a:gd name="vf" fmla="val 115470"/>
            </a:avLst>
          </a:prstGeom>
          <a:solidFill>
            <a:srgbClr val="FFC932"/>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Reference</a:t>
            </a:r>
            <a:endParaRPr sz="800">
              <a:solidFill>
                <a:schemeClr val="dk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Data</a:t>
            </a:r>
            <a:endParaRPr sz="800">
              <a:solidFill>
                <a:schemeClr val="dk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Mgmt.</a:t>
            </a:r>
            <a:endParaRPr sz="800">
              <a:solidFill>
                <a:schemeClr val="dk1"/>
              </a:solidFill>
              <a:latin typeface="Libre Franklin"/>
              <a:ea typeface="Libre Franklin"/>
              <a:cs typeface="Libre Franklin"/>
              <a:sym typeface="Libre Franklin"/>
            </a:endParaRPr>
          </a:p>
        </p:txBody>
      </p:sp>
      <p:sp>
        <p:nvSpPr>
          <p:cNvPr id="27" name="Google Shape;776;p97">
            <a:extLst>
              <a:ext uri="{FF2B5EF4-FFF2-40B4-BE49-F238E27FC236}">
                <a16:creationId xmlns:a16="http://schemas.microsoft.com/office/drawing/2014/main" id="{776305B4-833C-5857-4F2E-AEF4B12F8F32}"/>
              </a:ext>
            </a:extLst>
          </p:cNvPr>
          <p:cNvSpPr>
            <a:spLocks noChangeAspect="1"/>
          </p:cNvSpPr>
          <p:nvPr/>
        </p:nvSpPr>
        <p:spPr>
          <a:xfrm>
            <a:off x="1360267" y="3891322"/>
            <a:ext cx="1062720" cy="920880"/>
          </a:xfrm>
          <a:prstGeom prst="hexagon">
            <a:avLst>
              <a:gd name="adj" fmla="val 28852"/>
              <a:gd name="vf" fmla="val 115470"/>
            </a:avLst>
          </a:prstGeom>
          <a:solidFill>
            <a:srgbClr val="002A86"/>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Data </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Export</a:t>
            </a:r>
            <a:endParaRPr sz="800">
              <a:solidFill>
                <a:schemeClr val="lt1"/>
              </a:solidFill>
              <a:latin typeface="Libre Franklin"/>
              <a:ea typeface="Libre Franklin"/>
              <a:cs typeface="Libre Franklin"/>
              <a:sym typeface="Libre Franklin"/>
            </a:endParaRPr>
          </a:p>
        </p:txBody>
      </p:sp>
      <p:sp>
        <p:nvSpPr>
          <p:cNvPr id="28" name="Google Shape;777;p97">
            <a:extLst>
              <a:ext uri="{FF2B5EF4-FFF2-40B4-BE49-F238E27FC236}">
                <a16:creationId xmlns:a16="http://schemas.microsoft.com/office/drawing/2014/main" id="{3EFA7DFC-BC06-9843-4A7E-F91FA48A9F2E}"/>
              </a:ext>
            </a:extLst>
          </p:cNvPr>
          <p:cNvSpPr>
            <a:spLocks noChangeAspect="1"/>
          </p:cNvSpPr>
          <p:nvPr/>
        </p:nvSpPr>
        <p:spPr>
          <a:xfrm>
            <a:off x="3820692" y="4392969"/>
            <a:ext cx="1062720" cy="920880"/>
          </a:xfrm>
          <a:prstGeom prst="hexagon">
            <a:avLst>
              <a:gd name="adj" fmla="val 28852"/>
              <a:gd name="vf" fmla="val 115470"/>
            </a:avLst>
          </a:prstGeom>
          <a:solidFill>
            <a:srgbClr val="97DD40"/>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APIs</a:t>
            </a:r>
            <a:endParaRPr sz="800">
              <a:solidFill>
                <a:schemeClr val="dk1"/>
              </a:solidFill>
              <a:latin typeface="Libre Franklin"/>
              <a:ea typeface="Libre Franklin"/>
              <a:cs typeface="Libre Franklin"/>
              <a:sym typeface="Libre Franklin"/>
            </a:endParaRPr>
          </a:p>
        </p:txBody>
      </p:sp>
      <p:sp>
        <p:nvSpPr>
          <p:cNvPr id="29" name="Google Shape;778;p97">
            <a:extLst>
              <a:ext uri="{FF2B5EF4-FFF2-40B4-BE49-F238E27FC236}">
                <a16:creationId xmlns:a16="http://schemas.microsoft.com/office/drawing/2014/main" id="{F1CA0AA1-80E6-1A62-7CC8-474B181C27A7}"/>
              </a:ext>
            </a:extLst>
          </p:cNvPr>
          <p:cNvSpPr>
            <a:spLocks noChangeAspect="1"/>
          </p:cNvSpPr>
          <p:nvPr/>
        </p:nvSpPr>
        <p:spPr>
          <a:xfrm>
            <a:off x="3016464" y="2021997"/>
            <a:ext cx="1062720" cy="920880"/>
          </a:xfrm>
          <a:prstGeom prst="hexagon">
            <a:avLst>
              <a:gd name="adj" fmla="val 28852"/>
              <a:gd name="vf" fmla="val 115470"/>
            </a:avLst>
          </a:prstGeom>
          <a:solidFill>
            <a:srgbClr val="A9B4BE"/>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Relationship</a:t>
            </a:r>
            <a:endParaRPr sz="800">
              <a:solidFill>
                <a:schemeClr val="dk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Linking</a:t>
            </a:r>
            <a:endParaRPr sz="800">
              <a:solidFill>
                <a:schemeClr val="dk1"/>
              </a:solidFill>
              <a:latin typeface="Libre Franklin"/>
              <a:ea typeface="Libre Franklin"/>
              <a:cs typeface="Libre Franklin"/>
              <a:sym typeface="Libre Franklin"/>
            </a:endParaRPr>
          </a:p>
        </p:txBody>
      </p:sp>
      <p:sp>
        <p:nvSpPr>
          <p:cNvPr id="30" name="Google Shape;779;p97">
            <a:extLst>
              <a:ext uri="{FF2B5EF4-FFF2-40B4-BE49-F238E27FC236}">
                <a16:creationId xmlns:a16="http://schemas.microsoft.com/office/drawing/2014/main" id="{9EFAB2C7-1FB2-509B-77BA-1BC1EED5A5DB}"/>
              </a:ext>
            </a:extLst>
          </p:cNvPr>
          <p:cNvSpPr>
            <a:spLocks noChangeAspect="1"/>
          </p:cNvSpPr>
          <p:nvPr/>
        </p:nvSpPr>
        <p:spPr>
          <a:xfrm>
            <a:off x="9241510" y="3947124"/>
            <a:ext cx="1062720" cy="920880"/>
          </a:xfrm>
          <a:prstGeom prst="hexagon">
            <a:avLst>
              <a:gd name="adj" fmla="val 28852"/>
              <a:gd name="vf" fmla="val 115470"/>
            </a:avLst>
          </a:prstGeom>
          <a:solidFill>
            <a:srgbClr val="7858FF"/>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AgentFlow</a:t>
            </a:r>
            <a:endParaRPr sz="800">
              <a:solidFill>
                <a:schemeClr val="lt1"/>
              </a:solidFill>
              <a:latin typeface="Libre Franklin"/>
              <a:ea typeface="Libre Franklin"/>
              <a:cs typeface="Libre Franklin"/>
              <a:sym typeface="Libre Franklin"/>
            </a:endParaRPr>
          </a:p>
        </p:txBody>
      </p:sp>
      <p:sp>
        <p:nvSpPr>
          <p:cNvPr id="31" name="Google Shape;780;p97">
            <a:extLst>
              <a:ext uri="{FF2B5EF4-FFF2-40B4-BE49-F238E27FC236}">
                <a16:creationId xmlns:a16="http://schemas.microsoft.com/office/drawing/2014/main" id="{B2DD35C4-E961-0671-C984-A430060AB778}"/>
              </a:ext>
            </a:extLst>
          </p:cNvPr>
          <p:cNvSpPr>
            <a:spLocks noChangeAspect="1"/>
          </p:cNvSpPr>
          <p:nvPr/>
        </p:nvSpPr>
        <p:spPr>
          <a:xfrm>
            <a:off x="6445049" y="3936115"/>
            <a:ext cx="1062720" cy="920880"/>
          </a:xfrm>
          <a:prstGeom prst="hexagon">
            <a:avLst>
              <a:gd name="adj" fmla="val 28852"/>
              <a:gd name="vf" fmla="val 115470"/>
            </a:avLst>
          </a:prstGeom>
          <a:solidFill>
            <a:srgbClr val="FFD5EA"/>
          </a:solidFill>
          <a:ln w="9525" cap="flat" cmpd="sng">
            <a:no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Zero Copy Integration</a:t>
            </a:r>
            <a:endParaRPr sz="800">
              <a:solidFill>
                <a:schemeClr val="dk1"/>
              </a:solidFill>
              <a:latin typeface="Libre Franklin"/>
              <a:ea typeface="Libre Franklin"/>
              <a:cs typeface="Libre Franklin"/>
              <a:sym typeface="Libre Franklin"/>
            </a:endParaRPr>
          </a:p>
        </p:txBody>
      </p:sp>
      <p:sp>
        <p:nvSpPr>
          <p:cNvPr id="32" name="Google Shape;781;p97">
            <a:extLst>
              <a:ext uri="{FF2B5EF4-FFF2-40B4-BE49-F238E27FC236}">
                <a16:creationId xmlns:a16="http://schemas.microsoft.com/office/drawing/2014/main" id="{13B3BCED-4552-938C-D8F6-AAF77B80A8F4}"/>
              </a:ext>
            </a:extLst>
          </p:cNvPr>
          <p:cNvSpPr>
            <a:spLocks noChangeAspect="1"/>
          </p:cNvSpPr>
          <p:nvPr/>
        </p:nvSpPr>
        <p:spPr>
          <a:xfrm>
            <a:off x="6434582" y="2041335"/>
            <a:ext cx="1062720" cy="920880"/>
          </a:xfrm>
          <a:prstGeom prst="hexagon">
            <a:avLst>
              <a:gd name="adj" fmla="val 28852"/>
              <a:gd name="vf" fmla="val 115470"/>
            </a:avLst>
          </a:prstGeom>
          <a:solidFill>
            <a:srgbClr val="EE3939"/>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Interaction</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Mgmt.</a:t>
            </a:r>
            <a:endParaRPr sz="800">
              <a:solidFill>
                <a:schemeClr val="lt1"/>
              </a:solidFill>
              <a:latin typeface="Libre Franklin"/>
              <a:ea typeface="Libre Franklin"/>
              <a:cs typeface="Libre Franklin"/>
              <a:sym typeface="Libre Franklin"/>
            </a:endParaRPr>
          </a:p>
        </p:txBody>
      </p:sp>
      <p:sp>
        <p:nvSpPr>
          <p:cNvPr id="33" name="Google Shape;782;p97">
            <a:extLst>
              <a:ext uri="{FF2B5EF4-FFF2-40B4-BE49-F238E27FC236}">
                <a16:creationId xmlns:a16="http://schemas.microsoft.com/office/drawing/2014/main" id="{DC92EB54-18BD-4F0C-F8A0-44B2BCF9202F}"/>
              </a:ext>
            </a:extLst>
          </p:cNvPr>
          <p:cNvSpPr>
            <a:spLocks noChangeAspect="1"/>
          </p:cNvSpPr>
          <p:nvPr/>
        </p:nvSpPr>
        <p:spPr>
          <a:xfrm>
            <a:off x="3841712" y="2513285"/>
            <a:ext cx="1062720" cy="920880"/>
          </a:xfrm>
          <a:prstGeom prst="hexagon">
            <a:avLst>
              <a:gd name="adj" fmla="val 28852"/>
              <a:gd name="vf" fmla="val 115470"/>
            </a:avLst>
          </a:prstGeom>
          <a:solidFill>
            <a:srgbClr val="178917"/>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Hierarchy</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Mgmt.</a:t>
            </a:r>
            <a:endParaRPr sz="800">
              <a:solidFill>
                <a:schemeClr val="lt1"/>
              </a:solidFill>
              <a:latin typeface="Libre Franklin"/>
              <a:ea typeface="Libre Franklin"/>
              <a:cs typeface="Libre Franklin"/>
              <a:sym typeface="Libre Franklin"/>
            </a:endParaRPr>
          </a:p>
        </p:txBody>
      </p:sp>
      <p:sp>
        <p:nvSpPr>
          <p:cNvPr id="35" name="Google Shape;784;p97">
            <a:extLst>
              <a:ext uri="{FF2B5EF4-FFF2-40B4-BE49-F238E27FC236}">
                <a16:creationId xmlns:a16="http://schemas.microsoft.com/office/drawing/2014/main" id="{2F123129-067A-F6D2-CE38-17752AF8DDBE}"/>
              </a:ext>
            </a:extLst>
          </p:cNvPr>
          <p:cNvSpPr>
            <a:spLocks noChangeAspect="1"/>
          </p:cNvSpPr>
          <p:nvPr/>
        </p:nvSpPr>
        <p:spPr>
          <a:xfrm>
            <a:off x="2182809" y="4359576"/>
            <a:ext cx="1062720" cy="920880"/>
          </a:xfrm>
          <a:prstGeom prst="hexagon">
            <a:avLst>
              <a:gd name="adj" fmla="val 28852"/>
              <a:gd name="vf" fmla="val 115470"/>
            </a:avLst>
          </a:prstGeom>
          <a:solidFill>
            <a:srgbClr val="485E75"/>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Data</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Governance</a:t>
            </a:r>
            <a:endParaRPr sz="800">
              <a:solidFill>
                <a:schemeClr val="lt1"/>
              </a:solidFill>
              <a:latin typeface="Libre Franklin"/>
              <a:ea typeface="Libre Franklin"/>
              <a:cs typeface="Libre Franklin"/>
              <a:sym typeface="Libre Franklin"/>
            </a:endParaRPr>
          </a:p>
        </p:txBody>
      </p:sp>
      <p:sp>
        <p:nvSpPr>
          <p:cNvPr id="36" name="Google Shape;785;p97">
            <a:extLst>
              <a:ext uri="{FF2B5EF4-FFF2-40B4-BE49-F238E27FC236}">
                <a16:creationId xmlns:a16="http://schemas.microsoft.com/office/drawing/2014/main" id="{E2E0C743-3C1A-71E0-C22D-9763F36C90DD}"/>
              </a:ext>
            </a:extLst>
          </p:cNvPr>
          <p:cNvSpPr>
            <a:spLocks noChangeAspect="1"/>
          </p:cNvSpPr>
          <p:nvPr/>
        </p:nvSpPr>
        <p:spPr>
          <a:xfrm>
            <a:off x="7591706" y="3953525"/>
            <a:ext cx="1062720" cy="920880"/>
          </a:xfrm>
          <a:prstGeom prst="hexagon">
            <a:avLst>
              <a:gd name="adj" fmla="val 28852"/>
              <a:gd name="vf" fmla="val 115470"/>
            </a:avLst>
          </a:prstGeom>
          <a:solidFill>
            <a:srgbClr val="B894FF"/>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MCP Server</a:t>
            </a:r>
            <a:endParaRPr sz="800">
              <a:solidFill>
                <a:schemeClr val="dk1"/>
              </a:solidFill>
              <a:latin typeface="Libre Franklin"/>
              <a:ea typeface="Libre Franklin"/>
              <a:cs typeface="Libre Franklin"/>
              <a:sym typeface="Libre Franklin"/>
            </a:endParaRPr>
          </a:p>
        </p:txBody>
      </p:sp>
      <p:sp>
        <p:nvSpPr>
          <p:cNvPr id="37" name="Google Shape;786;p97">
            <a:extLst>
              <a:ext uri="{FF2B5EF4-FFF2-40B4-BE49-F238E27FC236}">
                <a16:creationId xmlns:a16="http://schemas.microsoft.com/office/drawing/2014/main" id="{CC928C32-7D72-379F-9F96-86D03C1E5FF0}"/>
              </a:ext>
            </a:extLst>
          </p:cNvPr>
          <p:cNvSpPr>
            <a:spLocks noChangeAspect="1"/>
          </p:cNvSpPr>
          <p:nvPr/>
        </p:nvSpPr>
        <p:spPr>
          <a:xfrm>
            <a:off x="8435289" y="4420055"/>
            <a:ext cx="1062720" cy="920880"/>
          </a:xfrm>
          <a:prstGeom prst="hexagon">
            <a:avLst>
              <a:gd name="adj" fmla="val 28852"/>
              <a:gd name="vf" fmla="val 115470"/>
            </a:avLst>
          </a:prstGeom>
          <a:solidFill>
            <a:srgbClr val="5E36FF"/>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Agent</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Marketplace</a:t>
            </a:r>
            <a:endParaRPr sz="800">
              <a:solidFill>
                <a:schemeClr val="lt1"/>
              </a:solidFill>
              <a:latin typeface="Libre Franklin"/>
              <a:ea typeface="Libre Franklin"/>
              <a:cs typeface="Libre Franklin"/>
              <a:sym typeface="Libre Franklin"/>
            </a:endParaRPr>
          </a:p>
        </p:txBody>
      </p:sp>
      <p:sp>
        <p:nvSpPr>
          <p:cNvPr id="38" name="Google Shape;787;p97">
            <a:extLst>
              <a:ext uri="{FF2B5EF4-FFF2-40B4-BE49-F238E27FC236}">
                <a16:creationId xmlns:a16="http://schemas.microsoft.com/office/drawing/2014/main" id="{EEFF7C47-15C9-68BF-7E84-731BA2456F90}"/>
              </a:ext>
            </a:extLst>
          </p:cNvPr>
          <p:cNvSpPr>
            <a:spLocks noChangeAspect="1"/>
          </p:cNvSpPr>
          <p:nvPr/>
        </p:nvSpPr>
        <p:spPr>
          <a:xfrm>
            <a:off x="8198652" y="2994104"/>
            <a:ext cx="1062720" cy="920880"/>
          </a:xfrm>
          <a:prstGeom prst="hexagon">
            <a:avLst>
              <a:gd name="adj" fmla="val 28852"/>
              <a:gd name="vf" fmla="val 115470"/>
            </a:avLst>
          </a:prstGeom>
          <a:solidFill>
            <a:srgbClr val="FA4F96"/>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Data Delivery</a:t>
            </a:r>
            <a:endParaRPr sz="800">
              <a:solidFill>
                <a:schemeClr val="dk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Network</a:t>
            </a:r>
            <a:endParaRPr sz="800">
              <a:solidFill>
                <a:schemeClr val="dk1"/>
              </a:solidFill>
              <a:latin typeface="Libre Franklin"/>
              <a:ea typeface="Libre Franklin"/>
              <a:cs typeface="Libre Franklin"/>
              <a:sym typeface="Libre Franklin"/>
            </a:endParaRPr>
          </a:p>
        </p:txBody>
      </p:sp>
      <p:sp>
        <p:nvSpPr>
          <p:cNvPr id="39" name="Google Shape;788;p97">
            <a:extLst>
              <a:ext uri="{FF2B5EF4-FFF2-40B4-BE49-F238E27FC236}">
                <a16:creationId xmlns:a16="http://schemas.microsoft.com/office/drawing/2014/main" id="{F290E957-0469-B493-B902-09C1953B74F1}"/>
              </a:ext>
            </a:extLst>
          </p:cNvPr>
          <p:cNvSpPr>
            <a:spLocks noChangeAspect="1"/>
          </p:cNvSpPr>
          <p:nvPr/>
        </p:nvSpPr>
        <p:spPr>
          <a:xfrm>
            <a:off x="9006043" y="2501524"/>
            <a:ext cx="1062720" cy="920880"/>
          </a:xfrm>
          <a:prstGeom prst="hexagon">
            <a:avLst>
              <a:gd name="adj" fmla="val 28852"/>
              <a:gd name="vf" fmla="val 115470"/>
            </a:avLst>
          </a:prstGeom>
          <a:solidFill>
            <a:srgbClr val="DF1378"/>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Business</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Critical</a:t>
            </a:r>
            <a:endParaRPr sz="800">
              <a:solidFill>
                <a:schemeClr val="lt1"/>
              </a:solidFill>
              <a:latin typeface="Libre Franklin"/>
              <a:ea typeface="Libre Franklin"/>
              <a:cs typeface="Libre Franklin"/>
              <a:sym typeface="Libre Franklin"/>
            </a:endParaRPr>
          </a:p>
        </p:txBody>
      </p:sp>
      <p:sp>
        <p:nvSpPr>
          <p:cNvPr id="40" name="Google Shape;798;p97">
            <a:extLst>
              <a:ext uri="{FF2B5EF4-FFF2-40B4-BE49-F238E27FC236}">
                <a16:creationId xmlns:a16="http://schemas.microsoft.com/office/drawing/2014/main" id="{6C6D2664-58E6-08C1-AA7F-6F3C89C9D58A}"/>
              </a:ext>
            </a:extLst>
          </p:cNvPr>
          <p:cNvSpPr>
            <a:spLocks noChangeAspect="1"/>
          </p:cNvSpPr>
          <p:nvPr/>
        </p:nvSpPr>
        <p:spPr>
          <a:xfrm>
            <a:off x="8178790" y="2032466"/>
            <a:ext cx="1062720" cy="920880"/>
          </a:xfrm>
          <a:prstGeom prst="hexagon">
            <a:avLst>
              <a:gd name="adj" fmla="val 28852"/>
              <a:gd name="vf" fmla="val 115470"/>
            </a:avLst>
          </a:prstGeom>
          <a:solidFill>
            <a:srgbClr val="D20909"/>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Identity </a:t>
            </a:r>
            <a:endParaRPr sz="800">
              <a:solidFill>
                <a:schemeClr val="lt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Builder</a:t>
            </a:r>
            <a:endParaRPr sz="800">
              <a:solidFill>
                <a:schemeClr val="lt1"/>
              </a:solidFill>
              <a:latin typeface="Libre Franklin"/>
              <a:ea typeface="Libre Franklin"/>
              <a:cs typeface="Libre Franklin"/>
              <a:sym typeface="Libre Franklin"/>
            </a:endParaRPr>
          </a:p>
        </p:txBody>
      </p:sp>
      <p:sp>
        <p:nvSpPr>
          <p:cNvPr id="41" name="Google Shape;799;p97">
            <a:extLst>
              <a:ext uri="{FF2B5EF4-FFF2-40B4-BE49-F238E27FC236}">
                <a16:creationId xmlns:a16="http://schemas.microsoft.com/office/drawing/2014/main" id="{84C44144-C5E6-A3DF-10B7-787A7691D3D1}"/>
              </a:ext>
            </a:extLst>
          </p:cNvPr>
          <p:cNvSpPr>
            <a:spLocks noChangeAspect="1"/>
          </p:cNvSpPr>
          <p:nvPr/>
        </p:nvSpPr>
        <p:spPr>
          <a:xfrm>
            <a:off x="7365988" y="2513285"/>
            <a:ext cx="1062720" cy="920880"/>
          </a:xfrm>
          <a:prstGeom prst="hexagon">
            <a:avLst>
              <a:gd name="adj" fmla="val 28852"/>
              <a:gd name="vf" fmla="val 115470"/>
            </a:avLst>
          </a:prstGeom>
          <a:solidFill>
            <a:srgbClr val="FEADC8"/>
          </a:solidFill>
          <a:ln w="9525" cap="flat" cmpd="sng">
            <a:no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Data</a:t>
            </a:r>
            <a:endParaRPr sz="800">
              <a:solidFill>
                <a:schemeClr val="dk1"/>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dk1"/>
                </a:solidFill>
                <a:latin typeface="Libre Franklin"/>
                <a:ea typeface="Libre Franklin"/>
                <a:cs typeface="Libre Franklin"/>
                <a:sym typeface="Libre Franklin"/>
              </a:rPr>
              <a:t>Sharing</a:t>
            </a:r>
            <a:endParaRPr sz="800">
              <a:solidFill>
                <a:schemeClr val="dk1"/>
              </a:solidFill>
              <a:latin typeface="Libre Franklin"/>
              <a:ea typeface="Libre Franklin"/>
              <a:cs typeface="Libre Franklin"/>
              <a:sym typeface="Libre Franklin"/>
            </a:endParaRPr>
          </a:p>
        </p:txBody>
      </p:sp>
      <p:sp>
        <p:nvSpPr>
          <p:cNvPr id="43" name="Google Shape;770;p97">
            <a:extLst>
              <a:ext uri="{FF2B5EF4-FFF2-40B4-BE49-F238E27FC236}">
                <a16:creationId xmlns:a16="http://schemas.microsoft.com/office/drawing/2014/main" id="{5880872A-10BC-5577-EF33-2699359D90F3}"/>
              </a:ext>
            </a:extLst>
          </p:cNvPr>
          <p:cNvSpPr>
            <a:spLocks noChangeAspect="1"/>
          </p:cNvSpPr>
          <p:nvPr/>
        </p:nvSpPr>
        <p:spPr>
          <a:xfrm>
            <a:off x="6434582" y="2988725"/>
            <a:ext cx="1062720" cy="920880"/>
          </a:xfrm>
          <a:prstGeom prst="hexagon">
            <a:avLst>
              <a:gd name="adj" fmla="val 28852"/>
              <a:gd name="vf" fmla="val 115470"/>
            </a:avLst>
          </a:prstGeom>
          <a:solidFill>
            <a:srgbClr val="FF8CB2"/>
          </a:solidFill>
          <a:ln>
            <a:noFill/>
          </a:ln>
          <a:effectLst>
            <a:outerShdw blurRad="57150" dist="19050" dir="5400000" algn="bl" rotWithShape="0">
              <a:srgbClr val="000000">
                <a:alpha val="50000"/>
              </a:srgbClr>
            </a:outerShdw>
          </a:effectLst>
        </p:spPr>
        <p:txBody>
          <a:bodyPr spcFirstLastPara="1" wrap="square" lIns="0" tIns="91440" rIns="0" bIns="91425" anchor="ctr" anchorCtr="0">
            <a:noAutofit/>
          </a:bodyPr>
          <a:lstStyle/>
          <a:p>
            <a:pPr marL="0" marR="0" lvl="0" indent="0" algn="ctr" rtl="0">
              <a:lnSpc>
                <a:spcPct val="100000"/>
              </a:lnSpc>
              <a:spcBef>
                <a:spcPts val="0"/>
              </a:spcBef>
              <a:spcAft>
                <a:spcPts val="0"/>
              </a:spcAft>
              <a:buNone/>
            </a:pPr>
            <a:r>
              <a:rPr lang="en" sz="800" dirty="0">
                <a:solidFill>
                  <a:schemeClr val="dk1"/>
                </a:solidFill>
                <a:latin typeface="Libre Franklin"/>
                <a:ea typeface="Libre Franklin"/>
                <a:cs typeface="Libre Franklin"/>
                <a:sym typeface="Libre Franklin"/>
              </a:rPr>
              <a:t>Segmentation</a:t>
            </a:r>
            <a:endParaRPr sz="800" dirty="0">
              <a:solidFill>
                <a:schemeClr val="dk1"/>
              </a:solidFill>
              <a:latin typeface="Libre Franklin ExtraLight"/>
              <a:ea typeface="Libre Franklin ExtraLight"/>
              <a:cs typeface="Libre Franklin ExtraLight"/>
              <a:sym typeface="Libre Franklin ExtraLight"/>
            </a:endParaRPr>
          </a:p>
        </p:txBody>
      </p:sp>
      <p:sp>
        <p:nvSpPr>
          <p:cNvPr id="44" name="Google Shape;788;p97">
            <a:extLst>
              <a:ext uri="{FF2B5EF4-FFF2-40B4-BE49-F238E27FC236}">
                <a16:creationId xmlns:a16="http://schemas.microsoft.com/office/drawing/2014/main" id="{3917E15C-E464-C4D1-AA6E-4F20C065D816}"/>
              </a:ext>
            </a:extLst>
          </p:cNvPr>
          <p:cNvSpPr>
            <a:spLocks noChangeAspect="1"/>
          </p:cNvSpPr>
          <p:nvPr/>
        </p:nvSpPr>
        <p:spPr>
          <a:xfrm>
            <a:off x="9006043" y="1548504"/>
            <a:ext cx="1062720" cy="920880"/>
          </a:xfrm>
          <a:prstGeom prst="hexagon">
            <a:avLst>
              <a:gd name="adj" fmla="val 28852"/>
              <a:gd name="vf" fmla="val 115470"/>
            </a:avLst>
          </a:prstGeom>
          <a:solidFill>
            <a:schemeClr val="accent5">
              <a:lumMod val="20000"/>
              <a:lumOff val="80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US" sz="800" dirty="0">
                <a:latin typeface="Libre Franklin"/>
                <a:ea typeface="Libre Franklin"/>
                <a:cs typeface="Libre Franklin"/>
                <a:sym typeface="Libre Franklin"/>
              </a:rPr>
              <a:t>Private </a:t>
            </a:r>
          </a:p>
          <a:p>
            <a:pPr marL="0" marR="0" lvl="0" indent="0" algn="ctr" rtl="0">
              <a:lnSpc>
                <a:spcPct val="100000"/>
              </a:lnSpc>
              <a:spcBef>
                <a:spcPts val="0"/>
              </a:spcBef>
              <a:spcAft>
                <a:spcPts val="0"/>
              </a:spcAft>
              <a:buNone/>
            </a:pPr>
            <a:r>
              <a:rPr lang="en-US" sz="800" dirty="0">
                <a:latin typeface="Libre Franklin"/>
                <a:ea typeface="Libre Franklin"/>
                <a:cs typeface="Libre Franklin"/>
                <a:sym typeface="Libre Franklin"/>
              </a:rPr>
              <a:t>Link</a:t>
            </a:r>
            <a:endParaRPr sz="800" dirty="0">
              <a:latin typeface="Libre Franklin"/>
              <a:ea typeface="Libre Franklin"/>
              <a:cs typeface="Libre Franklin"/>
              <a:sym typeface="Libre Franklin"/>
            </a:endParaRPr>
          </a:p>
        </p:txBody>
      </p:sp>
    </p:spTree>
    <p:extLst>
      <p:ext uri="{BB962C8B-B14F-4D97-AF65-F5344CB8AC3E}">
        <p14:creationId xmlns:p14="http://schemas.microsoft.com/office/powerpoint/2010/main" val="228169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46EFAA-745F-B34B-B74D-97C5771F5768}"/>
              </a:ext>
            </a:extLst>
          </p:cNvPr>
          <p:cNvSpPr>
            <a:spLocks noGrp="1"/>
          </p:cNvSpPr>
          <p:nvPr>
            <p:ph type="ctrTitle"/>
          </p:nvPr>
        </p:nvSpPr>
        <p:spPr/>
        <p:txBody>
          <a:bodyPr/>
          <a:lstStyle/>
          <a:p>
            <a:r>
              <a:rPr lang="en-US" noProof="1"/>
              <a:t>Getting Started with </a:t>
            </a:r>
            <a:br>
              <a:rPr lang="en-US" noProof="1"/>
            </a:br>
            <a:r>
              <a:rPr lang="en-US" noProof="1"/>
              <a:t>				SAP Reltio</a:t>
            </a:r>
          </a:p>
        </p:txBody>
      </p:sp>
    </p:spTree>
    <p:extLst>
      <p:ext uri="{BB962C8B-B14F-4D97-AF65-F5344CB8AC3E}">
        <p14:creationId xmlns:p14="http://schemas.microsoft.com/office/powerpoint/2010/main" val="3789383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46C7-4CC7-96CA-72F8-3378502715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EBE734-AC43-9CD0-2136-32E745DB44C8}"/>
              </a:ext>
            </a:extLst>
          </p:cNvPr>
          <p:cNvSpPr>
            <a:spLocks noGrp="1"/>
          </p:cNvSpPr>
          <p:nvPr>
            <p:ph type="title"/>
          </p:nvPr>
        </p:nvSpPr>
        <p:spPr/>
        <p:txBody>
          <a:bodyPr/>
          <a:lstStyle/>
          <a:p>
            <a:r>
              <a:rPr lang="en-US" dirty="0"/>
              <a:t>SAP TechEd 2026 DA160 Focus</a:t>
            </a:r>
          </a:p>
        </p:txBody>
      </p:sp>
      <p:sp>
        <p:nvSpPr>
          <p:cNvPr id="12" name="Google Shape;761;p97">
            <a:extLst>
              <a:ext uri="{FF2B5EF4-FFF2-40B4-BE49-F238E27FC236}">
                <a16:creationId xmlns:a16="http://schemas.microsoft.com/office/drawing/2014/main" id="{997D5483-F93A-D18C-AABC-F553D9AEC4CD}"/>
              </a:ext>
            </a:extLst>
          </p:cNvPr>
          <p:cNvSpPr>
            <a:spLocks noChangeAspect="1"/>
          </p:cNvSpPr>
          <p:nvPr/>
        </p:nvSpPr>
        <p:spPr>
          <a:xfrm>
            <a:off x="548455" y="2455941"/>
            <a:ext cx="1062720" cy="920880"/>
          </a:xfrm>
          <a:prstGeom prst="hexagon">
            <a:avLst>
              <a:gd name="adj" fmla="val 28852"/>
              <a:gd name="vf" fmla="val 115470"/>
            </a:avLst>
          </a:prstGeom>
          <a:solidFill>
            <a:srgbClr val="D1EFFF"/>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a:solidFill>
                  <a:schemeClr val="dk1"/>
                </a:solidFill>
                <a:latin typeface="Libre Franklin"/>
                <a:ea typeface="Libre Franklin"/>
                <a:cs typeface="Libre Franklin"/>
                <a:sym typeface="Libre Franklin"/>
              </a:rPr>
              <a:t>Data</a:t>
            </a:r>
            <a:endParaRPr sz="800">
              <a:solidFill>
                <a:schemeClr val="dk1"/>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dk1"/>
                </a:solidFill>
                <a:latin typeface="Libre Franklin"/>
                <a:ea typeface="Libre Franklin"/>
                <a:cs typeface="Libre Franklin"/>
                <a:sym typeface="Libre Franklin"/>
              </a:rPr>
              <a:t>Ingestion</a:t>
            </a:r>
            <a:endParaRPr sz="800">
              <a:solidFill>
                <a:schemeClr val="dk1"/>
              </a:solidFill>
              <a:latin typeface="Libre Franklin"/>
              <a:ea typeface="Libre Franklin"/>
              <a:cs typeface="Libre Franklin"/>
              <a:sym typeface="Libre Franklin"/>
            </a:endParaRPr>
          </a:p>
        </p:txBody>
      </p:sp>
      <p:sp>
        <p:nvSpPr>
          <p:cNvPr id="13" name="Google Shape;762;p97">
            <a:extLst>
              <a:ext uri="{FF2B5EF4-FFF2-40B4-BE49-F238E27FC236}">
                <a16:creationId xmlns:a16="http://schemas.microsoft.com/office/drawing/2014/main" id="{637296EE-AD8E-424C-B6CA-333036FE63C3}"/>
              </a:ext>
            </a:extLst>
          </p:cNvPr>
          <p:cNvSpPr>
            <a:spLocks noChangeAspect="1"/>
          </p:cNvSpPr>
          <p:nvPr/>
        </p:nvSpPr>
        <p:spPr>
          <a:xfrm>
            <a:off x="2182809" y="2482437"/>
            <a:ext cx="1062720" cy="920880"/>
          </a:xfrm>
          <a:prstGeom prst="hexagon">
            <a:avLst>
              <a:gd name="adj" fmla="val 28852"/>
              <a:gd name="vf" fmla="val 115470"/>
            </a:avLst>
          </a:prstGeom>
          <a:solidFill>
            <a:srgbClr val="00144A"/>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Data</a:t>
            </a:r>
            <a:endParaRPr sz="800">
              <a:solidFill>
                <a:schemeClr val="lt1"/>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Modeling</a:t>
            </a:r>
            <a:endParaRPr sz="800">
              <a:solidFill>
                <a:schemeClr val="lt1"/>
              </a:solidFill>
              <a:latin typeface="Libre Franklin"/>
              <a:ea typeface="Libre Franklin"/>
              <a:cs typeface="Libre Franklin"/>
              <a:sym typeface="Libre Franklin"/>
            </a:endParaRPr>
          </a:p>
        </p:txBody>
      </p:sp>
      <p:sp>
        <p:nvSpPr>
          <p:cNvPr id="14" name="Google Shape;763;p97">
            <a:extLst>
              <a:ext uri="{FF2B5EF4-FFF2-40B4-BE49-F238E27FC236}">
                <a16:creationId xmlns:a16="http://schemas.microsoft.com/office/drawing/2014/main" id="{9F619CF9-C8B2-DFAC-8032-85A7BC279F07}"/>
              </a:ext>
            </a:extLst>
          </p:cNvPr>
          <p:cNvSpPr>
            <a:spLocks noChangeAspect="1"/>
          </p:cNvSpPr>
          <p:nvPr/>
        </p:nvSpPr>
        <p:spPr>
          <a:xfrm>
            <a:off x="537725" y="3418427"/>
            <a:ext cx="1062720" cy="920880"/>
          </a:xfrm>
          <a:prstGeom prst="hexagon">
            <a:avLst>
              <a:gd name="adj" fmla="val 28852"/>
              <a:gd name="vf" fmla="val 115470"/>
            </a:avLst>
          </a:prstGeom>
          <a:solidFill>
            <a:srgbClr val="89D1FF"/>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dirty="0">
                <a:solidFill>
                  <a:schemeClr val="dk1"/>
                </a:solidFill>
                <a:latin typeface="Libre Franklin"/>
                <a:ea typeface="Libre Franklin"/>
                <a:cs typeface="Libre Franklin"/>
                <a:sym typeface="Libre Franklin"/>
              </a:rPr>
              <a:t>Reltio </a:t>
            </a:r>
            <a:endParaRPr sz="800" dirty="0">
              <a:solidFill>
                <a:schemeClr val="dk1"/>
              </a:solidFill>
              <a:latin typeface="Libre Franklin"/>
              <a:ea typeface="Libre Franklin"/>
              <a:cs typeface="Libre Franklin"/>
              <a:sym typeface="Libre Franklin"/>
            </a:endParaRPr>
          </a:p>
          <a:p>
            <a:pPr marL="0" marR="0" lvl="0" indent="0" algn="ctr" rtl="0">
              <a:spcBef>
                <a:spcPts val="0"/>
              </a:spcBef>
              <a:spcAft>
                <a:spcPts val="0"/>
              </a:spcAft>
              <a:buNone/>
            </a:pPr>
            <a:r>
              <a:rPr lang="en" sz="800" dirty="0">
                <a:solidFill>
                  <a:schemeClr val="dk1"/>
                </a:solidFill>
                <a:latin typeface="Libre Franklin"/>
                <a:ea typeface="Libre Franklin"/>
                <a:cs typeface="Libre Franklin"/>
                <a:sym typeface="Libre Franklin"/>
              </a:rPr>
              <a:t>Integration </a:t>
            </a:r>
            <a:endParaRPr sz="800" dirty="0">
              <a:solidFill>
                <a:schemeClr val="dk1"/>
              </a:solidFill>
              <a:latin typeface="Libre Franklin"/>
              <a:ea typeface="Libre Franklin"/>
              <a:cs typeface="Libre Franklin"/>
              <a:sym typeface="Libre Franklin"/>
            </a:endParaRPr>
          </a:p>
          <a:p>
            <a:pPr marL="0" marR="0" lvl="0" indent="0" algn="ctr" rtl="0">
              <a:spcBef>
                <a:spcPts val="0"/>
              </a:spcBef>
              <a:spcAft>
                <a:spcPts val="0"/>
              </a:spcAft>
              <a:buNone/>
            </a:pPr>
            <a:r>
              <a:rPr lang="en" sz="800" dirty="0">
                <a:solidFill>
                  <a:schemeClr val="dk1"/>
                </a:solidFill>
                <a:latin typeface="Libre Franklin"/>
                <a:ea typeface="Libre Franklin"/>
                <a:cs typeface="Libre Franklin"/>
                <a:sym typeface="Libre Franklin"/>
              </a:rPr>
              <a:t>Hub</a:t>
            </a:r>
            <a:endParaRPr sz="800" dirty="0">
              <a:solidFill>
                <a:schemeClr val="dk1"/>
              </a:solidFill>
              <a:latin typeface="Libre Franklin ExtraLight"/>
              <a:ea typeface="Libre Franklin ExtraLight"/>
              <a:cs typeface="Libre Franklin ExtraLight"/>
              <a:sym typeface="Libre Franklin ExtraLight"/>
            </a:endParaRPr>
          </a:p>
        </p:txBody>
      </p:sp>
      <p:sp>
        <p:nvSpPr>
          <p:cNvPr id="15" name="Google Shape;764;p97">
            <a:extLst>
              <a:ext uri="{FF2B5EF4-FFF2-40B4-BE49-F238E27FC236}">
                <a16:creationId xmlns:a16="http://schemas.microsoft.com/office/drawing/2014/main" id="{38B48EC1-8661-A538-C102-6D7E74F7E8F3}"/>
              </a:ext>
            </a:extLst>
          </p:cNvPr>
          <p:cNvSpPr>
            <a:spLocks noChangeAspect="1"/>
          </p:cNvSpPr>
          <p:nvPr/>
        </p:nvSpPr>
        <p:spPr>
          <a:xfrm>
            <a:off x="5498709" y="3464074"/>
            <a:ext cx="1062720" cy="920880"/>
          </a:xfrm>
          <a:prstGeom prst="hexagon">
            <a:avLst>
              <a:gd name="adj" fmla="val 28852"/>
              <a:gd name="vf" fmla="val 115470"/>
            </a:avLst>
          </a:prstGeom>
          <a:solidFill>
            <a:srgbClr val="E76500"/>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UI/UX</a:t>
            </a:r>
            <a:endParaRPr sz="800">
              <a:solidFill>
                <a:schemeClr val="lt1"/>
              </a:solidFill>
              <a:latin typeface="Libre Franklin ExtraLight"/>
              <a:ea typeface="Libre Franklin ExtraLight"/>
              <a:cs typeface="Libre Franklin ExtraLight"/>
              <a:sym typeface="Libre Franklin ExtraLight"/>
            </a:endParaRPr>
          </a:p>
        </p:txBody>
      </p:sp>
      <p:sp>
        <p:nvSpPr>
          <p:cNvPr id="16" name="Google Shape;765;p97">
            <a:extLst>
              <a:ext uri="{FF2B5EF4-FFF2-40B4-BE49-F238E27FC236}">
                <a16:creationId xmlns:a16="http://schemas.microsoft.com/office/drawing/2014/main" id="{E9960BD4-1CE5-2F60-82D6-0DA88A337266}"/>
              </a:ext>
            </a:extLst>
          </p:cNvPr>
          <p:cNvSpPr>
            <a:spLocks noChangeAspect="1"/>
          </p:cNvSpPr>
          <p:nvPr/>
        </p:nvSpPr>
        <p:spPr>
          <a:xfrm>
            <a:off x="1362421" y="2942877"/>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Data</a:t>
            </a:r>
            <a:endParaRPr sz="800">
              <a:solidFill>
                <a:schemeClr val="bg1">
                  <a:lumMod val="50000"/>
                </a:schemeClr>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Enrichment</a:t>
            </a:r>
            <a:endParaRPr sz="800">
              <a:solidFill>
                <a:schemeClr val="bg1">
                  <a:lumMod val="50000"/>
                </a:schemeClr>
              </a:solidFill>
              <a:latin typeface="Libre Franklin"/>
              <a:ea typeface="Libre Franklin"/>
              <a:cs typeface="Libre Franklin"/>
              <a:sym typeface="Libre Franklin"/>
            </a:endParaRPr>
          </a:p>
        </p:txBody>
      </p:sp>
      <p:sp>
        <p:nvSpPr>
          <p:cNvPr id="17" name="Google Shape;766;p97">
            <a:extLst>
              <a:ext uri="{FF2B5EF4-FFF2-40B4-BE49-F238E27FC236}">
                <a16:creationId xmlns:a16="http://schemas.microsoft.com/office/drawing/2014/main" id="{C7C6BE09-89E0-E7B1-6873-CFC20213032F}"/>
              </a:ext>
            </a:extLst>
          </p:cNvPr>
          <p:cNvSpPr>
            <a:spLocks noChangeAspect="1"/>
          </p:cNvSpPr>
          <p:nvPr/>
        </p:nvSpPr>
        <p:spPr>
          <a:xfrm>
            <a:off x="2171093" y="3426241"/>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Data</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Validation</a:t>
            </a:r>
            <a:endParaRPr sz="800">
              <a:solidFill>
                <a:schemeClr val="bg1">
                  <a:lumMod val="50000"/>
                </a:schemeClr>
              </a:solidFill>
              <a:latin typeface="Libre Franklin"/>
              <a:ea typeface="Libre Franklin"/>
              <a:cs typeface="Libre Franklin"/>
              <a:sym typeface="Libre Franklin"/>
            </a:endParaRPr>
          </a:p>
        </p:txBody>
      </p:sp>
      <p:sp>
        <p:nvSpPr>
          <p:cNvPr id="18" name="Google Shape;767;p97">
            <a:extLst>
              <a:ext uri="{FF2B5EF4-FFF2-40B4-BE49-F238E27FC236}">
                <a16:creationId xmlns:a16="http://schemas.microsoft.com/office/drawing/2014/main" id="{F90C0BCC-68EF-E87B-3837-4DA3FC94BE46}"/>
              </a:ext>
            </a:extLst>
          </p:cNvPr>
          <p:cNvSpPr>
            <a:spLocks noChangeAspect="1"/>
          </p:cNvSpPr>
          <p:nvPr/>
        </p:nvSpPr>
        <p:spPr>
          <a:xfrm>
            <a:off x="2993635" y="3899136"/>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Data</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Survivorship</a:t>
            </a:r>
            <a:endParaRPr sz="800">
              <a:solidFill>
                <a:schemeClr val="bg1">
                  <a:lumMod val="50000"/>
                </a:schemeClr>
              </a:solidFill>
              <a:latin typeface="Libre Franklin"/>
              <a:ea typeface="Libre Franklin"/>
              <a:cs typeface="Libre Franklin"/>
              <a:sym typeface="Libre Franklin"/>
            </a:endParaRPr>
          </a:p>
        </p:txBody>
      </p:sp>
      <p:sp>
        <p:nvSpPr>
          <p:cNvPr id="19" name="Google Shape;768;p97">
            <a:extLst>
              <a:ext uri="{FF2B5EF4-FFF2-40B4-BE49-F238E27FC236}">
                <a16:creationId xmlns:a16="http://schemas.microsoft.com/office/drawing/2014/main" id="{0EEF0D46-9804-1204-79BD-AD5B391CCE3E}"/>
              </a:ext>
            </a:extLst>
          </p:cNvPr>
          <p:cNvSpPr>
            <a:spLocks noChangeAspect="1"/>
          </p:cNvSpPr>
          <p:nvPr/>
        </p:nvSpPr>
        <p:spPr>
          <a:xfrm>
            <a:off x="4664275" y="3932529"/>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Data</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Graph</a:t>
            </a:r>
            <a:endParaRPr sz="800">
              <a:solidFill>
                <a:schemeClr val="bg1">
                  <a:lumMod val="50000"/>
                </a:schemeClr>
              </a:solidFill>
              <a:latin typeface="Libre Franklin"/>
              <a:ea typeface="Libre Franklin"/>
              <a:cs typeface="Libre Franklin"/>
              <a:sym typeface="Libre Franklin"/>
            </a:endParaRPr>
          </a:p>
        </p:txBody>
      </p:sp>
      <p:sp>
        <p:nvSpPr>
          <p:cNvPr id="20" name="Google Shape;769;p97">
            <a:extLst>
              <a:ext uri="{FF2B5EF4-FFF2-40B4-BE49-F238E27FC236}">
                <a16:creationId xmlns:a16="http://schemas.microsoft.com/office/drawing/2014/main" id="{8C656F74-9D34-E8E0-AF36-A44C85B6BED8}"/>
              </a:ext>
            </a:extLst>
          </p:cNvPr>
          <p:cNvSpPr>
            <a:spLocks noChangeAspect="1"/>
          </p:cNvSpPr>
          <p:nvPr/>
        </p:nvSpPr>
        <p:spPr>
          <a:xfrm>
            <a:off x="4662100" y="2052845"/>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Security</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Mgmt.</a:t>
            </a:r>
            <a:endParaRPr sz="800">
              <a:solidFill>
                <a:schemeClr val="bg1">
                  <a:lumMod val="50000"/>
                </a:schemeClr>
              </a:solidFill>
              <a:latin typeface="Libre Franklin"/>
              <a:ea typeface="Libre Franklin"/>
              <a:cs typeface="Libre Franklin"/>
              <a:sym typeface="Libre Franklin"/>
            </a:endParaRPr>
          </a:p>
        </p:txBody>
      </p:sp>
      <p:sp>
        <p:nvSpPr>
          <p:cNvPr id="22" name="Google Shape;771;p97">
            <a:extLst>
              <a:ext uri="{FF2B5EF4-FFF2-40B4-BE49-F238E27FC236}">
                <a16:creationId xmlns:a16="http://schemas.microsoft.com/office/drawing/2014/main" id="{53F2D1EA-0468-18E4-5EAE-5F018DDB1410}"/>
              </a:ext>
            </a:extLst>
          </p:cNvPr>
          <p:cNvSpPr>
            <a:spLocks noChangeAspect="1"/>
          </p:cNvSpPr>
          <p:nvPr/>
        </p:nvSpPr>
        <p:spPr>
          <a:xfrm>
            <a:off x="5490466" y="2505361"/>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Audit</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Trail</a:t>
            </a:r>
            <a:endParaRPr sz="800">
              <a:solidFill>
                <a:schemeClr val="bg1">
                  <a:lumMod val="50000"/>
                </a:schemeClr>
              </a:solidFill>
              <a:latin typeface="Libre Franklin"/>
              <a:ea typeface="Libre Franklin"/>
              <a:cs typeface="Libre Franklin"/>
              <a:sym typeface="Libre Franklin"/>
            </a:endParaRPr>
          </a:p>
        </p:txBody>
      </p:sp>
      <p:sp>
        <p:nvSpPr>
          <p:cNvPr id="23" name="Google Shape;772;p97">
            <a:extLst>
              <a:ext uri="{FF2B5EF4-FFF2-40B4-BE49-F238E27FC236}">
                <a16:creationId xmlns:a16="http://schemas.microsoft.com/office/drawing/2014/main" id="{9DD4ED3B-9451-97AC-93EC-56E3625FD24C}"/>
              </a:ext>
            </a:extLst>
          </p:cNvPr>
          <p:cNvSpPr>
            <a:spLocks noChangeAspect="1"/>
          </p:cNvSpPr>
          <p:nvPr/>
        </p:nvSpPr>
        <p:spPr>
          <a:xfrm>
            <a:off x="3008057" y="2965801"/>
            <a:ext cx="1062720" cy="920880"/>
          </a:xfrm>
          <a:prstGeom prst="hexagon">
            <a:avLst>
              <a:gd name="adj" fmla="val 28852"/>
              <a:gd name="vf" fmla="val 115470"/>
            </a:avLst>
          </a:prstGeom>
          <a:solidFill>
            <a:srgbClr val="049F9A"/>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Match</a:t>
            </a:r>
            <a:endParaRPr sz="800">
              <a:solidFill>
                <a:schemeClr val="lt1"/>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&amp;</a:t>
            </a:r>
            <a:endParaRPr sz="800">
              <a:solidFill>
                <a:schemeClr val="lt1"/>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lt1"/>
                </a:solidFill>
                <a:latin typeface="Libre Franklin"/>
                <a:ea typeface="Libre Franklin"/>
                <a:cs typeface="Libre Franklin"/>
                <a:sym typeface="Libre Franklin"/>
              </a:rPr>
              <a:t>Merge</a:t>
            </a:r>
            <a:endParaRPr sz="800">
              <a:solidFill>
                <a:schemeClr val="lt1"/>
              </a:solidFill>
              <a:latin typeface="Libre Franklin"/>
              <a:ea typeface="Libre Franklin"/>
              <a:cs typeface="Libre Franklin"/>
              <a:sym typeface="Libre Franklin"/>
            </a:endParaRPr>
          </a:p>
        </p:txBody>
      </p:sp>
      <p:sp>
        <p:nvSpPr>
          <p:cNvPr id="24" name="Google Shape;773;p97">
            <a:extLst>
              <a:ext uri="{FF2B5EF4-FFF2-40B4-BE49-F238E27FC236}">
                <a16:creationId xmlns:a16="http://schemas.microsoft.com/office/drawing/2014/main" id="{C571371A-4E2E-3B32-A800-0CFB821D0110}"/>
              </a:ext>
            </a:extLst>
          </p:cNvPr>
          <p:cNvSpPr>
            <a:spLocks noChangeAspect="1"/>
          </p:cNvSpPr>
          <p:nvPr/>
        </p:nvSpPr>
        <p:spPr>
          <a:xfrm>
            <a:off x="1377387" y="1983731"/>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Data </a:t>
            </a:r>
            <a:endParaRPr sz="800">
              <a:solidFill>
                <a:schemeClr val="bg1">
                  <a:lumMod val="50000"/>
                </a:schemeClr>
              </a:solidFill>
              <a:latin typeface="Libre Franklin"/>
              <a:ea typeface="Libre Franklin"/>
              <a:cs typeface="Libre Franklin"/>
              <a:sym typeface="Libre Franklin"/>
            </a:endParaRPr>
          </a:p>
          <a:p>
            <a:pPr marL="0" marR="0" lvl="0" indent="0" algn="ctr" rtl="0">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Cleansing</a:t>
            </a:r>
            <a:endParaRPr sz="800">
              <a:solidFill>
                <a:schemeClr val="bg1">
                  <a:lumMod val="50000"/>
                </a:schemeClr>
              </a:solidFill>
              <a:latin typeface="Libre Franklin ExtraLight"/>
              <a:ea typeface="Libre Franklin ExtraLight"/>
              <a:cs typeface="Libre Franklin ExtraLight"/>
              <a:sym typeface="Libre Franklin ExtraLight"/>
            </a:endParaRPr>
          </a:p>
        </p:txBody>
      </p:sp>
      <p:sp>
        <p:nvSpPr>
          <p:cNvPr id="25" name="Google Shape;774;p97">
            <a:extLst>
              <a:ext uri="{FF2B5EF4-FFF2-40B4-BE49-F238E27FC236}">
                <a16:creationId xmlns:a16="http://schemas.microsoft.com/office/drawing/2014/main" id="{3869F781-6093-26B0-BD1A-D4B4D036BCB1}"/>
              </a:ext>
            </a:extLst>
          </p:cNvPr>
          <p:cNvSpPr>
            <a:spLocks noChangeAspect="1"/>
          </p:cNvSpPr>
          <p:nvPr/>
        </p:nvSpPr>
        <p:spPr>
          <a:xfrm>
            <a:off x="3850519" y="1572026"/>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Event</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Mgmt.</a:t>
            </a:r>
            <a:endParaRPr sz="800">
              <a:solidFill>
                <a:schemeClr val="bg1">
                  <a:lumMod val="50000"/>
                </a:schemeClr>
              </a:solidFill>
              <a:latin typeface="Libre Franklin"/>
              <a:ea typeface="Libre Franklin"/>
              <a:cs typeface="Libre Franklin"/>
              <a:sym typeface="Libre Franklin"/>
            </a:endParaRPr>
          </a:p>
        </p:txBody>
      </p:sp>
      <p:sp>
        <p:nvSpPr>
          <p:cNvPr id="26" name="Google Shape;775;p97">
            <a:extLst>
              <a:ext uri="{FF2B5EF4-FFF2-40B4-BE49-F238E27FC236}">
                <a16:creationId xmlns:a16="http://schemas.microsoft.com/office/drawing/2014/main" id="{22EE241E-EF06-BE7D-DFBD-1F1D51966A70}"/>
              </a:ext>
            </a:extLst>
          </p:cNvPr>
          <p:cNvSpPr>
            <a:spLocks noChangeAspect="1"/>
          </p:cNvSpPr>
          <p:nvPr/>
        </p:nvSpPr>
        <p:spPr>
          <a:xfrm>
            <a:off x="4677772" y="2988725"/>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Reference</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Data</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Mgmt.</a:t>
            </a:r>
            <a:endParaRPr sz="800">
              <a:solidFill>
                <a:schemeClr val="bg1">
                  <a:lumMod val="50000"/>
                </a:schemeClr>
              </a:solidFill>
              <a:latin typeface="Libre Franklin"/>
              <a:ea typeface="Libre Franklin"/>
              <a:cs typeface="Libre Franklin"/>
              <a:sym typeface="Libre Franklin"/>
            </a:endParaRPr>
          </a:p>
        </p:txBody>
      </p:sp>
      <p:sp>
        <p:nvSpPr>
          <p:cNvPr id="27" name="Google Shape;776;p97">
            <a:extLst>
              <a:ext uri="{FF2B5EF4-FFF2-40B4-BE49-F238E27FC236}">
                <a16:creationId xmlns:a16="http://schemas.microsoft.com/office/drawing/2014/main" id="{684E1296-7033-6B34-408E-E6D11DFBE0E7}"/>
              </a:ext>
            </a:extLst>
          </p:cNvPr>
          <p:cNvSpPr>
            <a:spLocks noChangeAspect="1"/>
          </p:cNvSpPr>
          <p:nvPr/>
        </p:nvSpPr>
        <p:spPr>
          <a:xfrm>
            <a:off x="1360267" y="3891322"/>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Data </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Export</a:t>
            </a:r>
            <a:endParaRPr sz="800">
              <a:solidFill>
                <a:schemeClr val="bg1">
                  <a:lumMod val="50000"/>
                </a:schemeClr>
              </a:solidFill>
              <a:latin typeface="Libre Franklin"/>
              <a:ea typeface="Libre Franklin"/>
              <a:cs typeface="Libre Franklin"/>
              <a:sym typeface="Libre Franklin"/>
            </a:endParaRPr>
          </a:p>
        </p:txBody>
      </p:sp>
      <p:sp>
        <p:nvSpPr>
          <p:cNvPr id="28" name="Google Shape;777;p97">
            <a:extLst>
              <a:ext uri="{FF2B5EF4-FFF2-40B4-BE49-F238E27FC236}">
                <a16:creationId xmlns:a16="http://schemas.microsoft.com/office/drawing/2014/main" id="{6E694A5E-7665-D607-A1EB-E6D2F88373C9}"/>
              </a:ext>
            </a:extLst>
          </p:cNvPr>
          <p:cNvSpPr>
            <a:spLocks noChangeAspect="1"/>
          </p:cNvSpPr>
          <p:nvPr/>
        </p:nvSpPr>
        <p:spPr>
          <a:xfrm>
            <a:off x="3820692" y="4392969"/>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APIs</a:t>
            </a:r>
            <a:endParaRPr sz="800">
              <a:solidFill>
                <a:schemeClr val="bg1">
                  <a:lumMod val="50000"/>
                </a:schemeClr>
              </a:solidFill>
              <a:latin typeface="Libre Franklin"/>
              <a:ea typeface="Libre Franklin"/>
              <a:cs typeface="Libre Franklin"/>
              <a:sym typeface="Libre Franklin"/>
            </a:endParaRPr>
          </a:p>
        </p:txBody>
      </p:sp>
      <p:sp>
        <p:nvSpPr>
          <p:cNvPr id="29" name="Google Shape;778;p97">
            <a:extLst>
              <a:ext uri="{FF2B5EF4-FFF2-40B4-BE49-F238E27FC236}">
                <a16:creationId xmlns:a16="http://schemas.microsoft.com/office/drawing/2014/main" id="{AFD51483-717B-E5B0-AD96-F292A408CCF9}"/>
              </a:ext>
            </a:extLst>
          </p:cNvPr>
          <p:cNvSpPr>
            <a:spLocks noChangeAspect="1"/>
          </p:cNvSpPr>
          <p:nvPr/>
        </p:nvSpPr>
        <p:spPr>
          <a:xfrm>
            <a:off x="3016464" y="2021997"/>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Relationship</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Linking</a:t>
            </a:r>
            <a:endParaRPr sz="800">
              <a:solidFill>
                <a:schemeClr val="bg1">
                  <a:lumMod val="50000"/>
                </a:schemeClr>
              </a:solidFill>
              <a:latin typeface="Libre Franklin"/>
              <a:ea typeface="Libre Franklin"/>
              <a:cs typeface="Libre Franklin"/>
              <a:sym typeface="Libre Franklin"/>
            </a:endParaRPr>
          </a:p>
        </p:txBody>
      </p:sp>
      <p:sp>
        <p:nvSpPr>
          <p:cNvPr id="30" name="Google Shape;779;p97">
            <a:extLst>
              <a:ext uri="{FF2B5EF4-FFF2-40B4-BE49-F238E27FC236}">
                <a16:creationId xmlns:a16="http://schemas.microsoft.com/office/drawing/2014/main" id="{08C90832-727F-3189-A21E-AE1E0A30D5E8}"/>
              </a:ext>
            </a:extLst>
          </p:cNvPr>
          <p:cNvSpPr>
            <a:spLocks noChangeAspect="1"/>
          </p:cNvSpPr>
          <p:nvPr/>
        </p:nvSpPr>
        <p:spPr>
          <a:xfrm>
            <a:off x="9241510" y="3947124"/>
            <a:ext cx="1062720" cy="920880"/>
          </a:xfrm>
          <a:prstGeom prst="hexagon">
            <a:avLst>
              <a:gd name="adj" fmla="val 28852"/>
              <a:gd name="vf" fmla="val 115470"/>
            </a:avLst>
          </a:prstGeom>
          <a:solidFill>
            <a:srgbClr val="7858FF"/>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lt1"/>
                </a:solidFill>
                <a:latin typeface="Libre Franklin"/>
                <a:ea typeface="Libre Franklin"/>
                <a:cs typeface="Libre Franklin"/>
                <a:sym typeface="Libre Franklin"/>
              </a:rPr>
              <a:t>AgentFlow</a:t>
            </a:r>
            <a:endParaRPr sz="800">
              <a:solidFill>
                <a:schemeClr val="lt1"/>
              </a:solidFill>
              <a:latin typeface="Libre Franklin"/>
              <a:ea typeface="Libre Franklin"/>
              <a:cs typeface="Libre Franklin"/>
              <a:sym typeface="Libre Franklin"/>
            </a:endParaRPr>
          </a:p>
        </p:txBody>
      </p:sp>
      <p:sp>
        <p:nvSpPr>
          <p:cNvPr id="31" name="Google Shape;780;p97">
            <a:extLst>
              <a:ext uri="{FF2B5EF4-FFF2-40B4-BE49-F238E27FC236}">
                <a16:creationId xmlns:a16="http://schemas.microsoft.com/office/drawing/2014/main" id="{67C7FAC4-C0F1-EF23-1E8F-ABE861718336}"/>
              </a:ext>
            </a:extLst>
          </p:cNvPr>
          <p:cNvSpPr>
            <a:spLocks noChangeAspect="1"/>
          </p:cNvSpPr>
          <p:nvPr/>
        </p:nvSpPr>
        <p:spPr>
          <a:xfrm>
            <a:off x="6445049" y="3936115"/>
            <a:ext cx="1062720" cy="920880"/>
          </a:xfrm>
          <a:prstGeom prst="hexagon">
            <a:avLst>
              <a:gd name="adj" fmla="val 28852"/>
              <a:gd name="vf" fmla="val 115470"/>
            </a:avLst>
          </a:prstGeom>
          <a:solidFill>
            <a:schemeClr val="bg1">
              <a:lumMod val="85000"/>
            </a:schemeClr>
          </a:solidFill>
          <a:ln w="9525" cap="flat" cmpd="sng">
            <a:solidFill>
              <a:srgbClr val="F3F3F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Zero Copy Integration</a:t>
            </a:r>
            <a:endParaRPr sz="800">
              <a:solidFill>
                <a:schemeClr val="bg1">
                  <a:lumMod val="50000"/>
                </a:schemeClr>
              </a:solidFill>
              <a:latin typeface="Libre Franklin"/>
              <a:ea typeface="Libre Franklin"/>
              <a:cs typeface="Libre Franklin"/>
              <a:sym typeface="Libre Franklin"/>
            </a:endParaRPr>
          </a:p>
        </p:txBody>
      </p:sp>
      <p:sp>
        <p:nvSpPr>
          <p:cNvPr id="32" name="Google Shape;781;p97">
            <a:extLst>
              <a:ext uri="{FF2B5EF4-FFF2-40B4-BE49-F238E27FC236}">
                <a16:creationId xmlns:a16="http://schemas.microsoft.com/office/drawing/2014/main" id="{D5BF4DBB-69AB-936E-2B67-7D238C61C46A}"/>
              </a:ext>
            </a:extLst>
          </p:cNvPr>
          <p:cNvSpPr>
            <a:spLocks noChangeAspect="1"/>
          </p:cNvSpPr>
          <p:nvPr/>
        </p:nvSpPr>
        <p:spPr>
          <a:xfrm>
            <a:off x="6434582" y="2041335"/>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Interaction</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Mgmt.</a:t>
            </a:r>
            <a:endParaRPr sz="800">
              <a:solidFill>
                <a:schemeClr val="bg1">
                  <a:lumMod val="50000"/>
                </a:schemeClr>
              </a:solidFill>
              <a:latin typeface="Libre Franklin"/>
              <a:ea typeface="Libre Franklin"/>
              <a:cs typeface="Libre Franklin"/>
              <a:sym typeface="Libre Franklin"/>
            </a:endParaRPr>
          </a:p>
        </p:txBody>
      </p:sp>
      <p:sp>
        <p:nvSpPr>
          <p:cNvPr id="33" name="Google Shape;782;p97">
            <a:extLst>
              <a:ext uri="{FF2B5EF4-FFF2-40B4-BE49-F238E27FC236}">
                <a16:creationId xmlns:a16="http://schemas.microsoft.com/office/drawing/2014/main" id="{F8BEA39E-3D15-38E8-6B73-A98455DA9C1C}"/>
              </a:ext>
            </a:extLst>
          </p:cNvPr>
          <p:cNvSpPr>
            <a:spLocks noChangeAspect="1"/>
          </p:cNvSpPr>
          <p:nvPr/>
        </p:nvSpPr>
        <p:spPr>
          <a:xfrm>
            <a:off x="3841712" y="2513285"/>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Hierarchy</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Mgmt.</a:t>
            </a:r>
            <a:endParaRPr sz="800">
              <a:solidFill>
                <a:schemeClr val="bg1">
                  <a:lumMod val="50000"/>
                </a:schemeClr>
              </a:solidFill>
              <a:latin typeface="Libre Franklin"/>
              <a:ea typeface="Libre Franklin"/>
              <a:cs typeface="Libre Franklin"/>
              <a:sym typeface="Libre Franklin"/>
            </a:endParaRPr>
          </a:p>
        </p:txBody>
      </p:sp>
      <p:sp>
        <p:nvSpPr>
          <p:cNvPr id="34" name="Google Shape;783;p97">
            <a:extLst>
              <a:ext uri="{FF2B5EF4-FFF2-40B4-BE49-F238E27FC236}">
                <a16:creationId xmlns:a16="http://schemas.microsoft.com/office/drawing/2014/main" id="{B15B1E67-CBA5-D9E4-6E20-184F7BA1E512}"/>
              </a:ext>
            </a:extLst>
          </p:cNvPr>
          <p:cNvSpPr>
            <a:spLocks noChangeAspect="1"/>
          </p:cNvSpPr>
          <p:nvPr/>
        </p:nvSpPr>
        <p:spPr>
          <a:xfrm>
            <a:off x="3830599" y="3449165"/>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 sz="800" dirty="0">
                <a:solidFill>
                  <a:schemeClr val="bg1">
                    <a:lumMod val="50000"/>
                  </a:schemeClr>
                </a:solidFill>
                <a:latin typeface="Libre Franklin"/>
                <a:ea typeface="Libre Franklin"/>
                <a:cs typeface="Libre Franklin"/>
                <a:sym typeface="Libre Franklin"/>
              </a:rPr>
              <a:t>Householding</a:t>
            </a:r>
            <a:endParaRPr sz="800" dirty="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dirty="0">
                <a:solidFill>
                  <a:schemeClr val="bg1">
                    <a:lumMod val="50000"/>
                  </a:schemeClr>
                </a:solidFill>
                <a:latin typeface="Libre Franklin"/>
                <a:ea typeface="Libre Franklin"/>
                <a:cs typeface="Libre Franklin"/>
                <a:sym typeface="Libre Franklin"/>
              </a:rPr>
              <a:t>&amp; Grouping</a:t>
            </a:r>
            <a:endParaRPr sz="800" dirty="0">
              <a:solidFill>
                <a:schemeClr val="bg1">
                  <a:lumMod val="50000"/>
                </a:schemeClr>
              </a:solidFill>
              <a:latin typeface="Libre Franklin"/>
              <a:ea typeface="Libre Franklin"/>
              <a:cs typeface="Libre Franklin"/>
              <a:sym typeface="Libre Franklin"/>
            </a:endParaRPr>
          </a:p>
        </p:txBody>
      </p:sp>
      <p:sp>
        <p:nvSpPr>
          <p:cNvPr id="35" name="Google Shape;784;p97">
            <a:extLst>
              <a:ext uri="{FF2B5EF4-FFF2-40B4-BE49-F238E27FC236}">
                <a16:creationId xmlns:a16="http://schemas.microsoft.com/office/drawing/2014/main" id="{5DEE0D78-1AAE-E5F7-78AA-8633E9FED766}"/>
              </a:ext>
            </a:extLst>
          </p:cNvPr>
          <p:cNvSpPr>
            <a:spLocks noChangeAspect="1"/>
          </p:cNvSpPr>
          <p:nvPr/>
        </p:nvSpPr>
        <p:spPr>
          <a:xfrm>
            <a:off x="2182809" y="4359576"/>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Data</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Governance</a:t>
            </a:r>
            <a:endParaRPr sz="800">
              <a:solidFill>
                <a:schemeClr val="bg1">
                  <a:lumMod val="50000"/>
                </a:schemeClr>
              </a:solidFill>
              <a:latin typeface="Libre Franklin"/>
              <a:ea typeface="Libre Franklin"/>
              <a:cs typeface="Libre Franklin"/>
              <a:sym typeface="Libre Franklin"/>
            </a:endParaRPr>
          </a:p>
        </p:txBody>
      </p:sp>
      <p:sp>
        <p:nvSpPr>
          <p:cNvPr id="36" name="Google Shape;785;p97">
            <a:extLst>
              <a:ext uri="{FF2B5EF4-FFF2-40B4-BE49-F238E27FC236}">
                <a16:creationId xmlns:a16="http://schemas.microsoft.com/office/drawing/2014/main" id="{643A9D0A-A2B1-FAF5-A65B-A609C04DD24E}"/>
              </a:ext>
            </a:extLst>
          </p:cNvPr>
          <p:cNvSpPr>
            <a:spLocks noChangeAspect="1"/>
          </p:cNvSpPr>
          <p:nvPr/>
        </p:nvSpPr>
        <p:spPr>
          <a:xfrm>
            <a:off x="7591706" y="3953525"/>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MCP Server</a:t>
            </a:r>
            <a:endParaRPr sz="800">
              <a:solidFill>
                <a:schemeClr val="bg1">
                  <a:lumMod val="50000"/>
                </a:schemeClr>
              </a:solidFill>
              <a:latin typeface="Libre Franklin"/>
              <a:ea typeface="Libre Franklin"/>
              <a:cs typeface="Libre Franklin"/>
              <a:sym typeface="Libre Franklin"/>
            </a:endParaRPr>
          </a:p>
        </p:txBody>
      </p:sp>
      <p:sp>
        <p:nvSpPr>
          <p:cNvPr id="37" name="Google Shape;786;p97">
            <a:extLst>
              <a:ext uri="{FF2B5EF4-FFF2-40B4-BE49-F238E27FC236}">
                <a16:creationId xmlns:a16="http://schemas.microsoft.com/office/drawing/2014/main" id="{38EE5B0A-1D83-7E0F-A67C-20C5EC5C1FE9}"/>
              </a:ext>
            </a:extLst>
          </p:cNvPr>
          <p:cNvSpPr>
            <a:spLocks noChangeAspect="1"/>
          </p:cNvSpPr>
          <p:nvPr/>
        </p:nvSpPr>
        <p:spPr>
          <a:xfrm>
            <a:off x="8435289" y="4420055"/>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Agent</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Marketplace</a:t>
            </a:r>
            <a:endParaRPr sz="800">
              <a:solidFill>
                <a:schemeClr val="bg1">
                  <a:lumMod val="50000"/>
                </a:schemeClr>
              </a:solidFill>
              <a:latin typeface="Libre Franklin"/>
              <a:ea typeface="Libre Franklin"/>
              <a:cs typeface="Libre Franklin"/>
              <a:sym typeface="Libre Franklin"/>
            </a:endParaRPr>
          </a:p>
        </p:txBody>
      </p:sp>
      <p:sp>
        <p:nvSpPr>
          <p:cNvPr id="38" name="Google Shape;787;p97">
            <a:extLst>
              <a:ext uri="{FF2B5EF4-FFF2-40B4-BE49-F238E27FC236}">
                <a16:creationId xmlns:a16="http://schemas.microsoft.com/office/drawing/2014/main" id="{A9BE8228-E339-F73A-F3AF-1ABE1C78D837}"/>
              </a:ext>
            </a:extLst>
          </p:cNvPr>
          <p:cNvSpPr>
            <a:spLocks noChangeAspect="1"/>
          </p:cNvSpPr>
          <p:nvPr/>
        </p:nvSpPr>
        <p:spPr>
          <a:xfrm>
            <a:off x="8198652" y="2994104"/>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Data Delivery</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Network</a:t>
            </a:r>
            <a:endParaRPr sz="800">
              <a:solidFill>
                <a:schemeClr val="bg1">
                  <a:lumMod val="50000"/>
                </a:schemeClr>
              </a:solidFill>
              <a:latin typeface="Libre Franklin"/>
              <a:ea typeface="Libre Franklin"/>
              <a:cs typeface="Libre Franklin"/>
              <a:sym typeface="Libre Franklin"/>
            </a:endParaRPr>
          </a:p>
        </p:txBody>
      </p:sp>
      <p:sp>
        <p:nvSpPr>
          <p:cNvPr id="39" name="Google Shape;788;p97">
            <a:extLst>
              <a:ext uri="{FF2B5EF4-FFF2-40B4-BE49-F238E27FC236}">
                <a16:creationId xmlns:a16="http://schemas.microsoft.com/office/drawing/2014/main" id="{C3524EDE-CE76-DCAA-A7C0-16554048077B}"/>
              </a:ext>
            </a:extLst>
          </p:cNvPr>
          <p:cNvSpPr>
            <a:spLocks noChangeAspect="1"/>
          </p:cNvSpPr>
          <p:nvPr/>
        </p:nvSpPr>
        <p:spPr>
          <a:xfrm>
            <a:off x="9006043" y="2501524"/>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Business</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Critical</a:t>
            </a:r>
            <a:endParaRPr sz="800">
              <a:solidFill>
                <a:schemeClr val="bg1">
                  <a:lumMod val="50000"/>
                </a:schemeClr>
              </a:solidFill>
              <a:latin typeface="Libre Franklin"/>
              <a:ea typeface="Libre Franklin"/>
              <a:cs typeface="Libre Franklin"/>
              <a:sym typeface="Libre Franklin"/>
            </a:endParaRPr>
          </a:p>
        </p:txBody>
      </p:sp>
      <p:sp>
        <p:nvSpPr>
          <p:cNvPr id="40" name="Google Shape;798;p97">
            <a:extLst>
              <a:ext uri="{FF2B5EF4-FFF2-40B4-BE49-F238E27FC236}">
                <a16:creationId xmlns:a16="http://schemas.microsoft.com/office/drawing/2014/main" id="{F932BD49-DC3F-9477-3936-285ABB27314A}"/>
              </a:ext>
            </a:extLst>
          </p:cNvPr>
          <p:cNvSpPr>
            <a:spLocks noChangeAspect="1"/>
          </p:cNvSpPr>
          <p:nvPr/>
        </p:nvSpPr>
        <p:spPr>
          <a:xfrm>
            <a:off x="8178790" y="2032466"/>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Identity </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Builder</a:t>
            </a:r>
            <a:endParaRPr sz="800">
              <a:solidFill>
                <a:schemeClr val="bg1">
                  <a:lumMod val="50000"/>
                </a:schemeClr>
              </a:solidFill>
              <a:latin typeface="Libre Franklin"/>
              <a:ea typeface="Libre Franklin"/>
              <a:cs typeface="Libre Franklin"/>
              <a:sym typeface="Libre Franklin"/>
            </a:endParaRPr>
          </a:p>
        </p:txBody>
      </p:sp>
      <p:sp>
        <p:nvSpPr>
          <p:cNvPr id="41" name="Google Shape;799;p97">
            <a:extLst>
              <a:ext uri="{FF2B5EF4-FFF2-40B4-BE49-F238E27FC236}">
                <a16:creationId xmlns:a16="http://schemas.microsoft.com/office/drawing/2014/main" id="{5BF371C1-89DF-80DA-045B-C9319DE32F3F}"/>
              </a:ext>
            </a:extLst>
          </p:cNvPr>
          <p:cNvSpPr>
            <a:spLocks noChangeAspect="1"/>
          </p:cNvSpPr>
          <p:nvPr/>
        </p:nvSpPr>
        <p:spPr>
          <a:xfrm>
            <a:off x="7365988" y="2513285"/>
            <a:ext cx="1062720" cy="920880"/>
          </a:xfrm>
          <a:prstGeom prst="hexagon">
            <a:avLst>
              <a:gd name="adj" fmla="val 28852"/>
              <a:gd name="vf" fmla="val 115470"/>
            </a:avLst>
          </a:prstGeom>
          <a:solidFill>
            <a:schemeClr val="bg1">
              <a:lumMod val="85000"/>
            </a:schemeClr>
          </a:solidFill>
          <a:ln w="9525" cap="flat" cmpd="sng">
            <a:solidFill>
              <a:srgbClr val="F3F3F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Data</a:t>
            </a:r>
            <a:endParaRPr sz="800">
              <a:solidFill>
                <a:schemeClr val="bg1">
                  <a:lumMod val="50000"/>
                </a:schemeClr>
              </a:solidFill>
              <a:latin typeface="Libre Franklin"/>
              <a:ea typeface="Libre Franklin"/>
              <a:cs typeface="Libre Franklin"/>
              <a:sym typeface="Libre Franklin"/>
            </a:endParaRPr>
          </a:p>
          <a:p>
            <a:pPr marL="0" marR="0" lvl="0" indent="0" algn="ctr" rtl="0">
              <a:lnSpc>
                <a:spcPct val="100000"/>
              </a:lnSpc>
              <a:spcBef>
                <a:spcPts val="0"/>
              </a:spcBef>
              <a:spcAft>
                <a:spcPts val="0"/>
              </a:spcAft>
              <a:buNone/>
            </a:pPr>
            <a:r>
              <a:rPr lang="en" sz="800">
                <a:solidFill>
                  <a:schemeClr val="bg1">
                    <a:lumMod val="50000"/>
                  </a:schemeClr>
                </a:solidFill>
                <a:latin typeface="Libre Franklin"/>
                <a:ea typeface="Libre Franklin"/>
                <a:cs typeface="Libre Franklin"/>
                <a:sym typeface="Libre Franklin"/>
              </a:rPr>
              <a:t>Sharing</a:t>
            </a:r>
            <a:endParaRPr sz="800">
              <a:solidFill>
                <a:schemeClr val="bg1">
                  <a:lumMod val="50000"/>
                </a:schemeClr>
              </a:solidFill>
              <a:latin typeface="Libre Franklin"/>
              <a:ea typeface="Libre Franklin"/>
              <a:cs typeface="Libre Franklin"/>
              <a:sym typeface="Libre Franklin"/>
            </a:endParaRPr>
          </a:p>
        </p:txBody>
      </p:sp>
      <p:sp>
        <p:nvSpPr>
          <p:cNvPr id="43" name="Google Shape;770;p97">
            <a:extLst>
              <a:ext uri="{FF2B5EF4-FFF2-40B4-BE49-F238E27FC236}">
                <a16:creationId xmlns:a16="http://schemas.microsoft.com/office/drawing/2014/main" id="{DAEFFAB3-5A7D-CF96-83FE-0537C2B8BADF}"/>
              </a:ext>
            </a:extLst>
          </p:cNvPr>
          <p:cNvSpPr>
            <a:spLocks noChangeAspect="1"/>
          </p:cNvSpPr>
          <p:nvPr/>
        </p:nvSpPr>
        <p:spPr>
          <a:xfrm>
            <a:off x="6434582" y="2988725"/>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0" tIns="91440" rIns="0" bIns="91425" anchor="ctr" anchorCtr="0">
            <a:noAutofit/>
          </a:bodyPr>
          <a:lstStyle/>
          <a:p>
            <a:pPr marL="0" marR="0" lvl="0" indent="0" algn="ctr" rtl="0">
              <a:lnSpc>
                <a:spcPct val="100000"/>
              </a:lnSpc>
              <a:spcBef>
                <a:spcPts val="0"/>
              </a:spcBef>
              <a:spcAft>
                <a:spcPts val="0"/>
              </a:spcAft>
              <a:buNone/>
            </a:pPr>
            <a:r>
              <a:rPr lang="en" sz="800" dirty="0">
                <a:solidFill>
                  <a:schemeClr val="bg1">
                    <a:lumMod val="50000"/>
                  </a:schemeClr>
                </a:solidFill>
                <a:latin typeface="Libre Franklin"/>
                <a:ea typeface="Libre Franklin"/>
                <a:cs typeface="Libre Franklin"/>
                <a:sym typeface="Libre Franklin"/>
              </a:rPr>
              <a:t>Segmentation</a:t>
            </a:r>
            <a:endParaRPr sz="800" dirty="0">
              <a:solidFill>
                <a:schemeClr val="bg1">
                  <a:lumMod val="50000"/>
                </a:schemeClr>
              </a:solidFill>
              <a:latin typeface="Libre Franklin ExtraLight"/>
              <a:ea typeface="Libre Franklin ExtraLight"/>
              <a:cs typeface="Libre Franklin ExtraLight"/>
              <a:sym typeface="Libre Franklin ExtraLight"/>
            </a:endParaRPr>
          </a:p>
        </p:txBody>
      </p:sp>
      <p:sp>
        <p:nvSpPr>
          <p:cNvPr id="44" name="Google Shape;788;p97">
            <a:extLst>
              <a:ext uri="{FF2B5EF4-FFF2-40B4-BE49-F238E27FC236}">
                <a16:creationId xmlns:a16="http://schemas.microsoft.com/office/drawing/2014/main" id="{976956ED-76B2-8A77-3A06-9AC8E50D6C23}"/>
              </a:ext>
            </a:extLst>
          </p:cNvPr>
          <p:cNvSpPr>
            <a:spLocks noChangeAspect="1"/>
          </p:cNvSpPr>
          <p:nvPr/>
        </p:nvSpPr>
        <p:spPr>
          <a:xfrm>
            <a:off x="9006043" y="1548504"/>
            <a:ext cx="1062720" cy="920880"/>
          </a:xfrm>
          <a:prstGeom prst="hexagon">
            <a:avLst>
              <a:gd name="adj" fmla="val 28852"/>
              <a:gd name="vf" fmla="val 115470"/>
            </a:avLst>
          </a:prstGeom>
          <a:solidFill>
            <a:schemeClr val="bg1">
              <a:lumMod val="85000"/>
            </a:schemeClr>
          </a:solidFill>
          <a:ln>
            <a:noFill/>
          </a:ln>
          <a:effectLst>
            <a:outerShdw blurRad="57150" dist="19050" dir="5400000" algn="bl" rotWithShape="0">
              <a:srgbClr val="000000">
                <a:alpha val="50000"/>
              </a:srgbClr>
            </a:outerShdw>
          </a:effectLst>
        </p:spPr>
        <p:txBody>
          <a:bodyPr spcFirstLastPara="1" wrap="square" lIns="45720" tIns="91425" rIns="45720" bIns="91425" anchor="ctr" anchorCtr="0">
            <a:noAutofit/>
          </a:bodyPr>
          <a:lstStyle/>
          <a:p>
            <a:pPr marL="0" marR="0" lvl="0" indent="0" algn="ctr" rtl="0">
              <a:lnSpc>
                <a:spcPct val="100000"/>
              </a:lnSpc>
              <a:spcBef>
                <a:spcPts val="0"/>
              </a:spcBef>
              <a:spcAft>
                <a:spcPts val="0"/>
              </a:spcAft>
              <a:buNone/>
            </a:pPr>
            <a:r>
              <a:rPr lang="en-US" sz="800" dirty="0">
                <a:solidFill>
                  <a:schemeClr val="bg1">
                    <a:lumMod val="50000"/>
                  </a:schemeClr>
                </a:solidFill>
                <a:latin typeface="Libre Franklin"/>
                <a:ea typeface="Libre Franklin"/>
                <a:cs typeface="Libre Franklin"/>
                <a:sym typeface="Libre Franklin"/>
              </a:rPr>
              <a:t>Private </a:t>
            </a:r>
          </a:p>
          <a:p>
            <a:pPr marL="0" marR="0" lvl="0" indent="0" algn="ctr" rtl="0">
              <a:lnSpc>
                <a:spcPct val="100000"/>
              </a:lnSpc>
              <a:spcBef>
                <a:spcPts val="0"/>
              </a:spcBef>
              <a:spcAft>
                <a:spcPts val="0"/>
              </a:spcAft>
              <a:buNone/>
            </a:pPr>
            <a:r>
              <a:rPr lang="en-US" sz="800" dirty="0">
                <a:solidFill>
                  <a:schemeClr val="bg1">
                    <a:lumMod val="50000"/>
                  </a:schemeClr>
                </a:solidFill>
                <a:latin typeface="Libre Franklin"/>
                <a:ea typeface="Libre Franklin"/>
                <a:cs typeface="Libre Franklin"/>
                <a:sym typeface="Libre Franklin"/>
              </a:rPr>
              <a:t>Link</a:t>
            </a:r>
            <a:endParaRPr sz="800" dirty="0">
              <a:solidFill>
                <a:schemeClr val="bg1">
                  <a:lumMod val="50000"/>
                </a:schemeClr>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1219097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D7BCF65-E248-38AE-4590-E94156AEA497}"/>
              </a:ext>
            </a:extLst>
          </p:cNvPr>
          <p:cNvSpPr>
            <a:spLocks noGrp="1"/>
          </p:cNvSpPr>
          <p:nvPr>
            <p:ph type="title"/>
          </p:nvPr>
        </p:nvSpPr>
        <p:spPr>
          <a:xfrm>
            <a:off x="504000" y="504000"/>
            <a:ext cx="11186476" cy="369332"/>
          </a:xfrm>
        </p:spPr>
        <p:txBody>
          <a:bodyPr/>
          <a:lstStyle/>
          <a:p>
            <a:endParaRPr lang="en-US"/>
          </a:p>
        </p:txBody>
      </p:sp>
      <p:pic>
        <p:nvPicPr>
          <p:cNvPr id="4" name="Content Placeholder 3">
            <a:extLst>
              <a:ext uri="{FF2B5EF4-FFF2-40B4-BE49-F238E27FC236}">
                <a16:creationId xmlns:a16="http://schemas.microsoft.com/office/drawing/2014/main" id="{4FD4174C-D7E3-E7D3-5B95-1E9A6B447E2D}"/>
              </a:ext>
            </a:extLst>
          </p:cNvPr>
          <p:cNvPicPr>
            <a:picLocks noGrp="1" noChangeAspect="1"/>
          </p:cNvPicPr>
          <p:nvPr>
            <p:ph sz="quarter" idx="10"/>
          </p:nvPr>
        </p:nvPicPr>
        <p:blipFill rotWithShape="1">
          <a:blip r:embed="rId2"/>
          <a:srcRect l="-2" t="9487" r="38" b="640"/>
          <a:stretch>
            <a:fillRect/>
          </a:stretch>
        </p:blipFill>
        <p:spPr>
          <a:xfrm>
            <a:off x="506602" y="1156496"/>
            <a:ext cx="11183112" cy="5303520"/>
          </a:xfrm>
          <a:prstGeom prst="rect">
            <a:avLst/>
          </a:prstGeom>
          <a:noFill/>
        </p:spPr>
      </p:pic>
    </p:spTree>
    <p:extLst>
      <p:ext uri="{BB962C8B-B14F-4D97-AF65-F5344CB8AC3E}">
        <p14:creationId xmlns:p14="http://schemas.microsoft.com/office/powerpoint/2010/main" val="4269715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443190-D1C7-2B50-6980-B53E46ECEEB6}"/>
              </a:ext>
            </a:extLst>
          </p:cNvPr>
          <p:cNvSpPr>
            <a:spLocks noGrp="1"/>
          </p:cNvSpPr>
          <p:nvPr>
            <p:ph type="ctrTitle"/>
          </p:nvPr>
        </p:nvSpPr>
        <p:spPr/>
        <p:txBody>
          <a:bodyPr/>
          <a:lstStyle/>
          <a:p>
            <a:r>
              <a:rPr lang="en-US" noProof="1"/>
              <a:t>Exercise 0 : </a:t>
            </a:r>
            <a:br>
              <a:rPr lang="en-US" noProof="1"/>
            </a:br>
            <a:r>
              <a:rPr lang="en-US" noProof="1"/>
              <a:t>	Exploring SAP Reltio</a:t>
            </a:r>
          </a:p>
        </p:txBody>
      </p:sp>
    </p:spTree>
    <p:extLst>
      <p:ext uri="{BB962C8B-B14F-4D97-AF65-F5344CB8AC3E}">
        <p14:creationId xmlns:p14="http://schemas.microsoft.com/office/powerpoint/2010/main" val="2396834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8F6CC-59D1-8FBC-A9D6-B60A2BD59FD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800CB0E-2D39-5EF9-E57B-9AEA100A0A3B}"/>
              </a:ext>
            </a:extLst>
          </p:cNvPr>
          <p:cNvSpPr>
            <a:spLocks noGrp="1"/>
          </p:cNvSpPr>
          <p:nvPr>
            <p:ph type="title"/>
          </p:nvPr>
        </p:nvSpPr>
        <p:spPr/>
        <p:txBody>
          <a:bodyPr/>
          <a:lstStyle/>
          <a:p>
            <a:r>
              <a:rPr lang="en-US" noProof="1"/>
              <a:t>SAP Reltio offers an intuitive User Experience</a:t>
            </a:r>
          </a:p>
        </p:txBody>
      </p:sp>
      <p:sp>
        <p:nvSpPr>
          <p:cNvPr id="5" name="Oval 4">
            <a:extLst>
              <a:ext uri="{FF2B5EF4-FFF2-40B4-BE49-F238E27FC236}">
                <a16:creationId xmlns:a16="http://schemas.microsoft.com/office/drawing/2014/main" id="{3C0762F3-C72E-FAAC-D0BE-BFD02ED1D8FD}"/>
              </a:ext>
            </a:extLst>
          </p:cNvPr>
          <p:cNvSpPr/>
          <p:nvPr/>
        </p:nvSpPr>
        <p:spPr bwMode="gray">
          <a:xfrm>
            <a:off x="6522094" y="1942204"/>
            <a:ext cx="752931" cy="752931"/>
          </a:xfrm>
          <a:prstGeom prst="ellipse">
            <a:avLst/>
          </a:prstGeom>
          <a:solidFill>
            <a:srgbClr val="B894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endParaRPr>
          </a:p>
        </p:txBody>
      </p:sp>
      <p:sp>
        <p:nvSpPr>
          <p:cNvPr id="6" name="Text Placeholder 2">
            <a:extLst>
              <a:ext uri="{FF2B5EF4-FFF2-40B4-BE49-F238E27FC236}">
                <a16:creationId xmlns:a16="http://schemas.microsoft.com/office/drawing/2014/main" id="{5D9AB2DC-4EB2-5B3F-7DDE-74465BFB2192}"/>
              </a:ext>
            </a:extLst>
          </p:cNvPr>
          <p:cNvSpPr txBox="1">
            <a:spLocks/>
          </p:cNvSpPr>
          <p:nvPr/>
        </p:nvSpPr>
        <p:spPr bwMode="black">
          <a:xfrm>
            <a:off x="7475328" y="1942204"/>
            <a:ext cx="3984033" cy="752931"/>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One customer. Hundreds of systems. Many versions.</a:t>
            </a:r>
            <a:endParaRPr lang="en-US" noProof="1"/>
          </a:p>
        </p:txBody>
      </p:sp>
      <p:sp>
        <p:nvSpPr>
          <p:cNvPr id="7" name="Oval 6">
            <a:extLst>
              <a:ext uri="{FF2B5EF4-FFF2-40B4-BE49-F238E27FC236}">
                <a16:creationId xmlns:a16="http://schemas.microsoft.com/office/drawing/2014/main" id="{47D699D6-685B-F852-C4DB-05EAEC2D60A6}"/>
              </a:ext>
            </a:extLst>
          </p:cNvPr>
          <p:cNvSpPr/>
          <p:nvPr/>
        </p:nvSpPr>
        <p:spPr bwMode="gray">
          <a:xfrm>
            <a:off x="6523866" y="3022289"/>
            <a:ext cx="752931" cy="752932"/>
          </a:xfrm>
          <a:prstGeom prst="ellipse">
            <a:avLst/>
          </a:prstGeom>
          <a:solidFill>
            <a:srgbClr val="9B76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endParaRPr>
          </a:p>
        </p:txBody>
      </p:sp>
      <p:sp>
        <p:nvSpPr>
          <p:cNvPr id="8" name="Text Placeholder 2">
            <a:extLst>
              <a:ext uri="{FF2B5EF4-FFF2-40B4-BE49-F238E27FC236}">
                <a16:creationId xmlns:a16="http://schemas.microsoft.com/office/drawing/2014/main" id="{E98B1A47-F28D-02BA-E3D6-48E13CBD9088}"/>
              </a:ext>
            </a:extLst>
          </p:cNvPr>
          <p:cNvSpPr txBox="1">
            <a:spLocks/>
          </p:cNvSpPr>
          <p:nvPr/>
        </p:nvSpPr>
        <p:spPr bwMode="black">
          <a:xfrm>
            <a:off x="7475328" y="3029028"/>
            <a:ext cx="3984033" cy="752931"/>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Website. Store. Mobile Applications. Call center. All disagree on the quality and readiness of data</a:t>
            </a:r>
            <a:endParaRPr lang="en-US" noProof="1"/>
          </a:p>
        </p:txBody>
      </p:sp>
      <p:sp>
        <p:nvSpPr>
          <p:cNvPr id="9" name="Oval 8">
            <a:extLst>
              <a:ext uri="{FF2B5EF4-FFF2-40B4-BE49-F238E27FC236}">
                <a16:creationId xmlns:a16="http://schemas.microsoft.com/office/drawing/2014/main" id="{409ABCCE-ED89-F9F3-3945-79F1EFA1DEBC}"/>
              </a:ext>
            </a:extLst>
          </p:cNvPr>
          <p:cNvSpPr/>
          <p:nvPr/>
        </p:nvSpPr>
        <p:spPr bwMode="gray">
          <a:xfrm>
            <a:off x="6523867" y="4102375"/>
            <a:ext cx="752931" cy="752932"/>
          </a:xfrm>
          <a:prstGeom prst="ellipse">
            <a:avLst/>
          </a:prstGeom>
          <a:solidFill>
            <a:srgbClr val="7858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endParaRPr>
          </a:p>
        </p:txBody>
      </p:sp>
      <p:sp>
        <p:nvSpPr>
          <p:cNvPr id="10" name="Text Placeholder 2">
            <a:extLst>
              <a:ext uri="{FF2B5EF4-FFF2-40B4-BE49-F238E27FC236}">
                <a16:creationId xmlns:a16="http://schemas.microsoft.com/office/drawing/2014/main" id="{4E26766A-0AC7-BFEF-604D-9FF01920D27D}"/>
              </a:ext>
            </a:extLst>
          </p:cNvPr>
          <p:cNvSpPr txBox="1">
            <a:spLocks/>
          </p:cNvSpPr>
          <p:nvPr/>
        </p:nvSpPr>
        <p:spPr bwMode="black">
          <a:xfrm>
            <a:off x="7475328" y="4115852"/>
            <a:ext cx="3984033" cy="752931"/>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Same question, asked twice. Same answer, never given.</a:t>
            </a:r>
            <a:endParaRPr lang="en-US" noProof="1"/>
          </a:p>
        </p:txBody>
      </p:sp>
      <p:pic>
        <p:nvPicPr>
          <p:cNvPr id="15" name="Picture 14">
            <a:extLst>
              <a:ext uri="{FF2B5EF4-FFF2-40B4-BE49-F238E27FC236}">
                <a16:creationId xmlns:a16="http://schemas.microsoft.com/office/drawing/2014/main" id="{A3E4D0A9-978B-7B7C-753C-85ED9A2BD8EF}"/>
              </a:ext>
            </a:extLst>
          </p:cNvPr>
          <p:cNvPicPr>
            <a:picLocks noChangeAspect="1"/>
          </p:cNvPicPr>
          <p:nvPr/>
        </p:nvPicPr>
        <p:blipFill>
          <a:blip r:embed="rId2"/>
          <a:stretch>
            <a:fillRect/>
          </a:stretch>
        </p:blipFill>
        <p:spPr>
          <a:xfrm>
            <a:off x="515037" y="1644103"/>
            <a:ext cx="5582550" cy="3569794"/>
          </a:xfrm>
          <a:prstGeom prst="rect">
            <a:avLst/>
          </a:prstGeom>
        </p:spPr>
      </p:pic>
      <p:pic>
        <p:nvPicPr>
          <p:cNvPr id="17" name="Picture 16">
            <a:extLst>
              <a:ext uri="{FF2B5EF4-FFF2-40B4-BE49-F238E27FC236}">
                <a16:creationId xmlns:a16="http://schemas.microsoft.com/office/drawing/2014/main" id="{46BE0749-6AEB-7BAC-1C63-8F5D2D468761}"/>
              </a:ext>
            </a:extLst>
          </p:cNvPr>
          <p:cNvPicPr>
            <a:picLocks noChangeAspect="1"/>
          </p:cNvPicPr>
          <p:nvPr/>
        </p:nvPicPr>
        <p:blipFill>
          <a:blip r:embed="rId3"/>
          <a:stretch>
            <a:fillRect/>
          </a:stretch>
        </p:blipFill>
        <p:spPr>
          <a:xfrm>
            <a:off x="6669959" y="2052415"/>
            <a:ext cx="457200" cy="457200"/>
          </a:xfrm>
          <a:prstGeom prst="rect">
            <a:avLst/>
          </a:prstGeom>
        </p:spPr>
      </p:pic>
      <p:pic>
        <p:nvPicPr>
          <p:cNvPr id="19" name="Picture 18">
            <a:extLst>
              <a:ext uri="{FF2B5EF4-FFF2-40B4-BE49-F238E27FC236}">
                <a16:creationId xmlns:a16="http://schemas.microsoft.com/office/drawing/2014/main" id="{CE52596A-9A09-CA3D-12BD-EFE62F2DD8D8}"/>
              </a:ext>
            </a:extLst>
          </p:cNvPr>
          <p:cNvPicPr>
            <a:picLocks noChangeAspect="1"/>
          </p:cNvPicPr>
          <p:nvPr/>
        </p:nvPicPr>
        <p:blipFill>
          <a:blip r:embed="rId4"/>
          <a:stretch>
            <a:fillRect/>
          </a:stretch>
        </p:blipFill>
        <p:spPr>
          <a:xfrm>
            <a:off x="6669959" y="3200400"/>
            <a:ext cx="457200" cy="457200"/>
          </a:xfrm>
          <a:prstGeom prst="rect">
            <a:avLst/>
          </a:prstGeom>
        </p:spPr>
      </p:pic>
      <p:pic>
        <p:nvPicPr>
          <p:cNvPr id="21" name="Picture 20">
            <a:extLst>
              <a:ext uri="{FF2B5EF4-FFF2-40B4-BE49-F238E27FC236}">
                <a16:creationId xmlns:a16="http://schemas.microsoft.com/office/drawing/2014/main" id="{20819B8A-E84B-36F5-9E71-BB369337244F}"/>
              </a:ext>
            </a:extLst>
          </p:cNvPr>
          <p:cNvPicPr>
            <a:picLocks noChangeAspect="1"/>
          </p:cNvPicPr>
          <p:nvPr/>
        </p:nvPicPr>
        <p:blipFill>
          <a:blip r:embed="rId5"/>
          <a:stretch>
            <a:fillRect/>
          </a:stretch>
        </p:blipFill>
        <p:spPr>
          <a:xfrm>
            <a:off x="6690263" y="4263717"/>
            <a:ext cx="457200" cy="457200"/>
          </a:xfrm>
          <a:prstGeom prst="rect">
            <a:avLst/>
          </a:prstGeom>
        </p:spPr>
      </p:pic>
    </p:spTree>
    <p:extLst>
      <p:ext uri="{BB962C8B-B14F-4D97-AF65-F5344CB8AC3E}">
        <p14:creationId xmlns:p14="http://schemas.microsoft.com/office/powerpoint/2010/main" val="1283863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B9008-1A70-18BA-9B0C-1801EFAA91D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A6C2FD4-45C6-CD71-987B-568580250BA7}"/>
              </a:ext>
            </a:extLst>
          </p:cNvPr>
          <p:cNvSpPr>
            <a:spLocks noGrp="1"/>
          </p:cNvSpPr>
          <p:nvPr>
            <p:ph type="ctrTitle"/>
          </p:nvPr>
        </p:nvSpPr>
        <p:spPr/>
        <p:txBody>
          <a:bodyPr/>
          <a:lstStyle/>
          <a:p>
            <a:r>
              <a:rPr lang="en-US" noProof="1"/>
              <a:t>Exercise 1 : </a:t>
            </a:r>
            <a:br>
              <a:rPr lang="en-US" noProof="1"/>
            </a:br>
            <a:r>
              <a:rPr lang="en-US" noProof="1"/>
              <a:t>		Loading Data</a:t>
            </a:r>
          </a:p>
        </p:txBody>
      </p:sp>
    </p:spTree>
    <p:extLst>
      <p:ext uri="{BB962C8B-B14F-4D97-AF65-F5344CB8AC3E}">
        <p14:creationId xmlns:p14="http://schemas.microsoft.com/office/powerpoint/2010/main" val="3438373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7835C-D8B0-B41E-E470-C553DA4ABED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41FD99-0FE5-A6D2-65C8-D203325C3FBE}"/>
              </a:ext>
            </a:extLst>
          </p:cNvPr>
          <p:cNvSpPr>
            <a:spLocks noGrp="1"/>
          </p:cNvSpPr>
          <p:nvPr>
            <p:ph type="title"/>
          </p:nvPr>
        </p:nvSpPr>
        <p:spPr/>
        <p:txBody>
          <a:bodyPr/>
          <a:lstStyle/>
          <a:p>
            <a:r>
              <a:rPr lang="en-US" noProof="1"/>
              <a:t>Data Loading – An Overview</a:t>
            </a:r>
          </a:p>
        </p:txBody>
      </p:sp>
      <p:sp>
        <p:nvSpPr>
          <p:cNvPr id="6" name="Text Placeholder 2">
            <a:extLst>
              <a:ext uri="{FF2B5EF4-FFF2-40B4-BE49-F238E27FC236}">
                <a16:creationId xmlns:a16="http://schemas.microsoft.com/office/drawing/2014/main" id="{CB12DEE2-2737-A981-5665-D851061C6C04}"/>
              </a:ext>
            </a:extLst>
          </p:cNvPr>
          <p:cNvSpPr txBox="1">
            <a:spLocks/>
          </p:cNvSpPr>
          <p:nvPr/>
        </p:nvSpPr>
        <p:spPr bwMode="black">
          <a:xfrm>
            <a:off x="1404797" y="1612751"/>
            <a:ext cx="9554751" cy="1449426"/>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lnSpc>
                <a:spcPct val="150000"/>
              </a:lnSpc>
              <a:buSzPct val="100000"/>
              <a:buFont typeface="Arial" panose="020B0604020202020204" pitchFamily="34" charset="0"/>
              <a:buChar char="​"/>
            </a:pPr>
            <a:r>
              <a:rPr lang="en-US" sz="1400" noProof="1"/>
              <a:t>Data loading is the process of ingesting data from source systems into Reltio platform to create and update entity records. Data can be loaded via APIs, Batch import or the User Interface. When loading data into Reltio, the choice of update strategy determines how existing records are modified. Partial updates only modify attributes explicitly mapped in the load file or input. Full updates overwrite all attributes including unmapped ones.</a:t>
            </a:r>
          </a:p>
          <a:p>
            <a:pPr>
              <a:lnSpc>
                <a:spcPct val="150000"/>
              </a:lnSpc>
              <a:buSzPct val="100000"/>
              <a:buFont typeface="Arial" panose="020B0604020202020204" pitchFamily="34" charset="0"/>
            </a:pPr>
            <a:endParaRPr lang="en-US" noProof="1"/>
          </a:p>
        </p:txBody>
      </p:sp>
      <p:grpSp>
        <p:nvGrpSpPr>
          <p:cNvPr id="12" name="Group 11">
            <a:extLst>
              <a:ext uri="{FF2B5EF4-FFF2-40B4-BE49-F238E27FC236}">
                <a16:creationId xmlns:a16="http://schemas.microsoft.com/office/drawing/2014/main" id="{63AD6000-62FD-320D-E356-7B7DCB3598AA}"/>
              </a:ext>
            </a:extLst>
          </p:cNvPr>
          <p:cNvGrpSpPr/>
          <p:nvPr/>
        </p:nvGrpSpPr>
        <p:grpSpPr>
          <a:xfrm>
            <a:off x="504001" y="1960998"/>
            <a:ext cx="752931" cy="752931"/>
            <a:chOff x="6522094" y="1942204"/>
            <a:chExt cx="752931" cy="752931"/>
          </a:xfrm>
        </p:grpSpPr>
        <p:sp>
          <p:nvSpPr>
            <p:cNvPr id="5" name="Oval 4">
              <a:extLst>
                <a:ext uri="{FF2B5EF4-FFF2-40B4-BE49-F238E27FC236}">
                  <a16:creationId xmlns:a16="http://schemas.microsoft.com/office/drawing/2014/main" id="{DE281B78-A294-63D8-5477-2C1A5E3B895B}"/>
                </a:ext>
              </a:extLst>
            </p:cNvPr>
            <p:cNvSpPr/>
            <p:nvPr/>
          </p:nvSpPr>
          <p:spPr bwMode="gray">
            <a:xfrm>
              <a:off x="6522094" y="1942204"/>
              <a:ext cx="752931" cy="752931"/>
            </a:xfrm>
            <a:prstGeom prst="ellipse">
              <a:avLst/>
            </a:prstGeom>
            <a:solidFill>
              <a:srgbClr val="B894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endParaRPr>
            </a:p>
          </p:txBody>
        </p:sp>
        <p:pic>
          <p:nvPicPr>
            <p:cNvPr id="11" name="Picture 10">
              <a:extLst>
                <a:ext uri="{FF2B5EF4-FFF2-40B4-BE49-F238E27FC236}">
                  <a16:creationId xmlns:a16="http://schemas.microsoft.com/office/drawing/2014/main" id="{589D4678-EF96-4611-319E-38F8C3CAE390}"/>
                </a:ext>
              </a:extLst>
            </p:cNvPr>
            <p:cNvPicPr>
              <a:picLocks noChangeAspect="1"/>
            </p:cNvPicPr>
            <p:nvPr/>
          </p:nvPicPr>
          <p:blipFill>
            <a:blip r:embed="rId2"/>
            <a:stretch>
              <a:fillRect/>
            </a:stretch>
          </p:blipFill>
          <p:spPr>
            <a:xfrm>
              <a:off x="6669959" y="2090069"/>
              <a:ext cx="457200" cy="457200"/>
            </a:xfrm>
            <a:prstGeom prst="rect">
              <a:avLst/>
            </a:prstGeom>
          </p:spPr>
        </p:pic>
      </p:grpSp>
      <p:sp>
        <p:nvSpPr>
          <p:cNvPr id="20" name="Oval 19">
            <a:extLst>
              <a:ext uri="{FF2B5EF4-FFF2-40B4-BE49-F238E27FC236}">
                <a16:creationId xmlns:a16="http://schemas.microsoft.com/office/drawing/2014/main" id="{38338CF3-C564-B27C-212C-551D04C3113D}"/>
              </a:ext>
            </a:extLst>
          </p:cNvPr>
          <p:cNvSpPr/>
          <p:nvPr/>
        </p:nvSpPr>
        <p:spPr bwMode="gray">
          <a:xfrm>
            <a:off x="565177" y="3442070"/>
            <a:ext cx="752931" cy="752932"/>
          </a:xfrm>
          <a:prstGeom prst="ellipse">
            <a:avLst/>
          </a:prstGeom>
          <a:solidFill>
            <a:srgbClr val="7858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rPr>
              <a:t>1</a:t>
            </a:r>
          </a:p>
        </p:txBody>
      </p:sp>
      <p:sp>
        <p:nvSpPr>
          <p:cNvPr id="24" name="Oval 23">
            <a:extLst>
              <a:ext uri="{FF2B5EF4-FFF2-40B4-BE49-F238E27FC236}">
                <a16:creationId xmlns:a16="http://schemas.microsoft.com/office/drawing/2014/main" id="{03D206BB-C4FD-1C19-E3FE-281F59DA3C62}"/>
              </a:ext>
            </a:extLst>
          </p:cNvPr>
          <p:cNvSpPr/>
          <p:nvPr/>
        </p:nvSpPr>
        <p:spPr bwMode="gray">
          <a:xfrm>
            <a:off x="3778990" y="3442070"/>
            <a:ext cx="752931" cy="752932"/>
          </a:xfrm>
          <a:prstGeom prst="ellipse">
            <a:avLst/>
          </a:prstGeom>
          <a:solidFill>
            <a:srgbClr val="7858FF"/>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noProof="1">
                <a:solidFill>
                  <a:schemeClr val="bg1"/>
                </a:solidFill>
                <a:latin typeface="72 Brand Medium" panose="020B0604030603020204" pitchFamily="34" charset="0"/>
                <a:ea typeface="72 Brand" pitchFamily="34" charset="-128"/>
              </a:rPr>
              <a:t>2</a:t>
            </a:r>
          </a:p>
        </p:txBody>
      </p:sp>
      <p:sp>
        <p:nvSpPr>
          <p:cNvPr id="26" name="Oval 25">
            <a:extLst>
              <a:ext uri="{FF2B5EF4-FFF2-40B4-BE49-F238E27FC236}">
                <a16:creationId xmlns:a16="http://schemas.microsoft.com/office/drawing/2014/main" id="{4A2F35F5-9187-D990-145C-3C7A61FD32D5}"/>
              </a:ext>
            </a:extLst>
          </p:cNvPr>
          <p:cNvSpPr/>
          <p:nvPr/>
        </p:nvSpPr>
        <p:spPr bwMode="gray">
          <a:xfrm>
            <a:off x="6992803" y="3429000"/>
            <a:ext cx="752931" cy="752932"/>
          </a:xfrm>
          <a:prstGeom prst="ellipse">
            <a:avLst/>
          </a:prstGeom>
          <a:solidFill>
            <a:srgbClr val="7858FF"/>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noProof="1">
                <a:solidFill>
                  <a:schemeClr val="bg1"/>
                </a:solidFill>
                <a:latin typeface="72 Brand Medium" panose="020B0604030603020204" pitchFamily="34" charset="0"/>
                <a:ea typeface="72 Brand" pitchFamily="34" charset="-128"/>
              </a:rPr>
              <a:t>3</a:t>
            </a:r>
          </a:p>
        </p:txBody>
      </p:sp>
      <p:grpSp>
        <p:nvGrpSpPr>
          <p:cNvPr id="38" name="Group 37">
            <a:extLst>
              <a:ext uri="{FF2B5EF4-FFF2-40B4-BE49-F238E27FC236}">
                <a16:creationId xmlns:a16="http://schemas.microsoft.com/office/drawing/2014/main" id="{EDF979B5-3811-04BE-D543-25CC68ECD3DC}"/>
              </a:ext>
            </a:extLst>
          </p:cNvPr>
          <p:cNvGrpSpPr/>
          <p:nvPr/>
        </p:nvGrpSpPr>
        <p:grpSpPr>
          <a:xfrm>
            <a:off x="10206617" y="3429000"/>
            <a:ext cx="752931" cy="752932"/>
            <a:chOff x="10206617" y="4464356"/>
            <a:chExt cx="752931" cy="752932"/>
          </a:xfrm>
        </p:grpSpPr>
        <p:sp>
          <p:nvSpPr>
            <p:cNvPr id="32" name="Oval 31">
              <a:extLst>
                <a:ext uri="{FF2B5EF4-FFF2-40B4-BE49-F238E27FC236}">
                  <a16:creationId xmlns:a16="http://schemas.microsoft.com/office/drawing/2014/main" id="{4B8E65D0-C629-3CCC-5F74-E0030BB43C14}"/>
                </a:ext>
              </a:extLst>
            </p:cNvPr>
            <p:cNvSpPr/>
            <p:nvPr/>
          </p:nvSpPr>
          <p:spPr bwMode="gray">
            <a:xfrm>
              <a:off x="10206617" y="4464356"/>
              <a:ext cx="752931" cy="752932"/>
            </a:xfrm>
            <a:prstGeom prst="ellipse">
              <a:avLst/>
            </a:prstGeom>
            <a:solidFill>
              <a:srgbClr val="7858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solidFill>
                  <a:schemeClr val="bg1"/>
                </a:solidFill>
                <a:effectLst/>
                <a:uLnTx/>
                <a:uFillTx/>
                <a:latin typeface="72 Brand Medium" panose="020B0604030603020204" pitchFamily="34" charset="0"/>
                <a:ea typeface="72 Brand" pitchFamily="34" charset="-128"/>
                <a:cs typeface="72 Brand" pitchFamily="34" charset="-128"/>
              </a:endParaRPr>
            </a:p>
          </p:txBody>
        </p:sp>
        <p:pic>
          <p:nvPicPr>
            <p:cNvPr id="34" name="Picture 33">
              <a:extLst>
                <a:ext uri="{FF2B5EF4-FFF2-40B4-BE49-F238E27FC236}">
                  <a16:creationId xmlns:a16="http://schemas.microsoft.com/office/drawing/2014/main" id="{606BB6BB-1973-2F03-D595-90EB1FADFC21}"/>
                </a:ext>
              </a:extLst>
            </p:cNvPr>
            <p:cNvPicPr>
              <a:picLocks noChangeAspect="1"/>
            </p:cNvPicPr>
            <p:nvPr/>
          </p:nvPicPr>
          <p:blipFill>
            <a:blip r:embed="rId3"/>
            <a:stretch>
              <a:fillRect/>
            </a:stretch>
          </p:blipFill>
          <p:spPr>
            <a:xfrm>
              <a:off x="10354482" y="4612222"/>
              <a:ext cx="457200" cy="457200"/>
            </a:xfrm>
            <a:prstGeom prst="rect">
              <a:avLst/>
            </a:prstGeom>
          </p:spPr>
        </p:pic>
      </p:grpSp>
      <p:sp>
        <p:nvSpPr>
          <p:cNvPr id="40" name="TextBox 39">
            <a:extLst>
              <a:ext uri="{FF2B5EF4-FFF2-40B4-BE49-F238E27FC236}">
                <a16:creationId xmlns:a16="http://schemas.microsoft.com/office/drawing/2014/main" id="{559A3AA4-B62E-0791-4764-89F4A990B7A4}"/>
              </a:ext>
            </a:extLst>
          </p:cNvPr>
          <p:cNvSpPr txBox="1"/>
          <p:nvPr/>
        </p:nvSpPr>
        <p:spPr>
          <a:xfrm>
            <a:off x="1404797" y="3605621"/>
            <a:ext cx="1806236" cy="307777"/>
          </a:xfrm>
          <a:prstGeom prst="rect">
            <a:avLst/>
          </a:prstGeom>
          <a:noFill/>
          <a:ln w="28575">
            <a:noFill/>
          </a:ln>
        </p:spPr>
        <p:txBody>
          <a:bodyPr wrap="square">
            <a:spAutoFit/>
          </a:bodyPr>
          <a:lstStyle/>
          <a:p>
            <a:r>
              <a:rPr lang="en-US" sz="1400" noProof="1"/>
              <a:t>Upload load file</a:t>
            </a:r>
            <a:endParaRPr lang="en-US" dirty="0"/>
          </a:p>
        </p:txBody>
      </p:sp>
      <p:sp>
        <p:nvSpPr>
          <p:cNvPr id="41" name="TextBox 40">
            <a:extLst>
              <a:ext uri="{FF2B5EF4-FFF2-40B4-BE49-F238E27FC236}">
                <a16:creationId xmlns:a16="http://schemas.microsoft.com/office/drawing/2014/main" id="{9B2E99A9-CEBD-B3D6-77D9-F7CD5B9788C3}"/>
              </a:ext>
            </a:extLst>
          </p:cNvPr>
          <p:cNvSpPr txBox="1"/>
          <p:nvPr/>
        </p:nvSpPr>
        <p:spPr>
          <a:xfrm>
            <a:off x="4698742" y="3543856"/>
            <a:ext cx="1806236" cy="523220"/>
          </a:xfrm>
          <a:prstGeom prst="rect">
            <a:avLst/>
          </a:prstGeom>
          <a:noFill/>
          <a:ln w="28575">
            <a:noFill/>
          </a:ln>
        </p:spPr>
        <p:txBody>
          <a:bodyPr wrap="square">
            <a:spAutoFit/>
          </a:bodyPr>
          <a:lstStyle/>
          <a:p>
            <a:r>
              <a:rPr lang="en-US" sz="1400" noProof="1"/>
              <a:t>Map columns to Reltio attributes</a:t>
            </a:r>
            <a:endParaRPr lang="en-US" dirty="0"/>
          </a:p>
        </p:txBody>
      </p:sp>
      <p:sp>
        <p:nvSpPr>
          <p:cNvPr id="42" name="TextBox 41">
            <a:extLst>
              <a:ext uri="{FF2B5EF4-FFF2-40B4-BE49-F238E27FC236}">
                <a16:creationId xmlns:a16="http://schemas.microsoft.com/office/drawing/2014/main" id="{E8EC943F-1FA1-8AB1-4D64-122A0C6B6FFC}"/>
              </a:ext>
            </a:extLst>
          </p:cNvPr>
          <p:cNvSpPr txBox="1"/>
          <p:nvPr/>
        </p:nvSpPr>
        <p:spPr>
          <a:xfrm>
            <a:off x="7893599" y="3556926"/>
            <a:ext cx="1806236" cy="523220"/>
          </a:xfrm>
          <a:prstGeom prst="rect">
            <a:avLst/>
          </a:prstGeom>
          <a:noFill/>
          <a:ln w="28575">
            <a:noFill/>
          </a:ln>
        </p:spPr>
        <p:txBody>
          <a:bodyPr wrap="square">
            <a:spAutoFit/>
          </a:bodyPr>
          <a:lstStyle/>
          <a:p>
            <a:r>
              <a:rPr lang="en-US" sz="1400" noProof="1"/>
              <a:t>Configure load settings</a:t>
            </a:r>
            <a:endParaRPr lang="en-US" dirty="0"/>
          </a:p>
        </p:txBody>
      </p:sp>
      <p:sp>
        <p:nvSpPr>
          <p:cNvPr id="43" name="Rounded Rectangle 42">
            <a:extLst>
              <a:ext uri="{FF2B5EF4-FFF2-40B4-BE49-F238E27FC236}">
                <a16:creationId xmlns:a16="http://schemas.microsoft.com/office/drawing/2014/main" id="{C6F14E11-E658-3349-FD09-A89AD9988F34}"/>
              </a:ext>
            </a:extLst>
          </p:cNvPr>
          <p:cNvSpPr/>
          <p:nvPr/>
        </p:nvSpPr>
        <p:spPr bwMode="gray">
          <a:xfrm>
            <a:off x="1318108" y="4610520"/>
            <a:ext cx="8888510" cy="861237"/>
          </a:xfrm>
          <a:prstGeom prst="roundRect">
            <a:avLst>
              <a:gd name="adj" fmla="val 5556"/>
            </a:avLst>
          </a:prstGeom>
          <a:solidFill>
            <a:srgbClr val="7858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solidFill>
                  <a:schemeClr val="bg1"/>
                </a:solidFill>
                <a:effectLst/>
                <a:uLnTx/>
                <a:uFillTx/>
                <a:latin typeface="+mn-lt"/>
                <a:ea typeface="72 Brand" pitchFamily="34" charset="-128"/>
                <a:cs typeface="72 Brand" pitchFamily="34" charset="-128"/>
              </a:rPr>
              <a:t>Hands-on exercise – Load a CSV file into a Reltio Entity. </a:t>
            </a:r>
          </a:p>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solidFill>
                  <a:schemeClr val="bg1"/>
                </a:solidFill>
                <a:latin typeface="+mn-lt"/>
                <a:ea typeface="72 Brand" pitchFamily="34" charset="-128"/>
                <a:cs typeface="72 Brand" pitchFamily="34" charset="-128"/>
              </a:rPr>
              <a:t>Load SAP_DA160_Orgs.csv to Organization entity</a:t>
            </a:r>
            <a:endParaRPr kumimoji="0" lang="en-US" sz="1400" b="0" i="0" u="none" strike="noStrike" kern="0" cap="none" spc="0" normalizeH="0" baseline="0" noProof="0" dirty="0" err="1">
              <a:ln>
                <a:noFill/>
              </a:ln>
              <a:solidFill>
                <a:schemeClr val="bg1"/>
              </a:solidFill>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2568983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6C735-7B28-3451-6DB7-1CA1C4F9620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E2848E1-5E59-86E0-9067-730272D3433E}"/>
              </a:ext>
            </a:extLst>
          </p:cNvPr>
          <p:cNvSpPr>
            <a:spLocks noGrp="1"/>
          </p:cNvSpPr>
          <p:nvPr>
            <p:ph type="ctrTitle"/>
          </p:nvPr>
        </p:nvSpPr>
        <p:spPr/>
        <p:txBody>
          <a:bodyPr/>
          <a:lstStyle/>
          <a:p>
            <a:r>
              <a:rPr lang="en-US" noProof="1"/>
              <a:t>Exercise 2:</a:t>
            </a:r>
            <a:br>
              <a:rPr lang="en-US" noProof="1"/>
            </a:br>
            <a:r>
              <a:rPr lang="en-US" noProof="1"/>
              <a:t>		Searching Data</a:t>
            </a:r>
          </a:p>
        </p:txBody>
      </p:sp>
    </p:spTree>
    <p:extLst>
      <p:ext uri="{BB962C8B-B14F-4D97-AF65-F5344CB8AC3E}">
        <p14:creationId xmlns:p14="http://schemas.microsoft.com/office/powerpoint/2010/main" val="1353078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B3E4F-C8DF-4C66-65C1-55F825F4255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9EE0825-B885-C24B-2F72-5A84F3473CB3}"/>
              </a:ext>
            </a:extLst>
          </p:cNvPr>
          <p:cNvSpPr>
            <a:spLocks noGrp="1"/>
          </p:cNvSpPr>
          <p:nvPr>
            <p:ph type="title"/>
          </p:nvPr>
        </p:nvSpPr>
        <p:spPr/>
        <p:txBody>
          <a:bodyPr/>
          <a:lstStyle/>
          <a:p>
            <a:r>
              <a:rPr lang="en-US" noProof="1"/>
              <a:t>Reltio Search – An Overview</a:t>
            </a:r>
          </a:p>
        </p:txBody>
      </p:sp>
      <p:sp>
        <p:nvSpPr>
          <p:cNvPr id="6" name="Text Placeholder 2">
            <a:extLst>
              <a:ext uri="{FF2B5EF4-FFF2-40B4-BE49-F238E27FC236}">
                <a16:creationId xmlns:a16="http://schemas.microsoft.com/office/drawing/2014/main" id="{E469A3EA-955E-9462-9185-EA03757CE7F0}"/>
              </a:ext>
            </a:extLst>
          </p:cNvPr>
          <p:cNvSpPr txBox="1">
            <a:spLocks/>
          </p:cNvSpPr>
          <p:nvPr/>
        </p:nvSpPr>
        <p:spPr bwMode="black">
          <a:xfrm>
            <a:off x="6095588" y="1301918"/>
            <a:ext cx="5438631" cy="4262858"/>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lnSpc>
                <a:spcPct val="150000"/>
              </a:lnSpc>
              <a:buSzPct val="100000"/>
              <a:buFont typeface="Arial" panose="020B0604020202020204" pitchFamily="34" charset="0"/>
              <a:buChar char="​"/>
            </a:pPr>
            <a:r>
              <a:rPr lang="en-US" sz="1400" noProof="1"/>
              <a:t>Reltio Search is a powerful, intuitive experience to quickly find, filter and manage entity records and segments. It enables </a:t>
            </a:r>
          </a:p>
          <a:p>
            <a:pPr marL="285750" indent="-285750">
              <a:buSzPct val="100000"/>
              <a:buFont typeface="Wingdings" pitchFamily="2" charset="2"/>
              <a:buChar char="§"/>
            </a:pPr>
            <a:r>
              <a:rPr lang="en-US" sz="1400" noProof="1"/>
              <a:t>Fast discovery  and management of entity data</a:t>
            </a:r>
          </a:p>
          <a:p>
            <a:pPr marL="285750" indent="-285750">
              <a:buSzPct val="100000"/>
              <a:buFont typeface="Wingdings" pitchFamily="2" charset="2"/>
              <a:buChar char="§"/>
            </a:pPr>
            <a:r>
              <a:rPr lang="en-US" sz="1400" noProof="1"/>
              <a:t>Advanced querying with flexible filters</a:t>
            </a:r>
          </a:p>
          <a:p>
            <a:pPr marL="285750" indent="-285750">
              <a:buSzPct val="100000"/>
              <a:buFont typeface="Wingdings" pitchFamily="2" charset="2"/>
              <a:buChar char="§"/>
            </a:pPr>
            <a:r>
              <a:rPr lang="en-US" sz="1400" noProof="1"/>
              <a:t>Easy and secure sharing of search results</a:t>
            </a:r>
          </a:p>
          <a:p>
            <a:pPr marL="285750" indent="-285750">
              <a:buSzPct val="100000"/>
              <a:buFont typeface="Wingdings" pitchFamily="2" charset="2"/>
              <a:buChar char="§"/>
            </a:pPr>
            <a:endParaRPr lang="en-US" sz="1400" noProof="1"/>
          </a:p>
          <a:p>
            <a:pPr>
              <a:buSzPct val="100000"/>
              <a:buNone/>
            </a:pPr>
            <a:r>
              <a:rPr lang="en-US" sz="1400" b="1" noProof="1"/>
              <a:t>Left Panel:</a:t>
            </a:r>
            <a:r>
              <a:rPr lang="en-US" sz="1400" noProof="1"/>
              <a:t> Comprises of advanced search and quick filters</a:t>
            </a:r>
          </a:p>
          <a:p>
            <a:pPr>
              <a:buSzPct val="100000"/>
              <a:buNone/>
            </a:pPr>
            <a:r>
              <a:rPr lang="en-US" sz="1400" b="1" noProof="1"/>
              <a:t>Top Panel: </a:t>
            </a:r>
            <a:r>
              <a:rPr lang="en-US" sz="1400" noProof="1"/>
              <a:t>Load data, save searches and share results</a:t>
            </a:r>
          </a:p>
          <a:p>
            <a:pPr>
              <a:buSzPct val="100000"/>
              <a:buNone/>
            </a:pPr>
            <a:r>
              <a:rPr lang="en-US" sz="1400" b="1" noProof="1"/>
              <a:t>Center Panel: </a:t>
            </a:r>
            <a:r>
              <a:rPr lang="en-US" sz="1400" noProof="1"/>
              <a:t>View results as tables, lists or maps</a:t>
            </a:r>
          </a:p>
        </p:txBody>
      </p:sp>
      <p:grpSp>
        <p:nvGrpSpPr>
          <p:cNvPr id="16" name="Group 15">
            <a:extLst>
              <a:ext uri="{FF2B5EF4-FFF2-40B4-BE49-F238E27FC236}">
                <a16:creationId xmlns:a16="http://schemas.microsoft.com/office/drawing/2014/main" id="{E3640312-7A52-CC1A-4381-18009EDD6C00}"/>
              </a:ext>
            </a:extLst>
          </p:cNvPr>
          <p:cNvGrpSpPr/>
          <p:nvPr/>
        </p:nvGrpSpPr>
        <p:grpSpPr>
          <a:xfrm>
            <a:off x="361507" y="1955331"/>
            <a:ext cx="5586215" cy="3609445"/>
            <a:chOff x="361507" y="1955331"/>
            <a:chExt cx="5586215" cy="3609445"/>
          </a:xfrm>
        </p:grpSpPr>
        <p:pic>
          <p:nvPicPr>
            <p:cNvPr id="9" name="Picture 8">
              <a:extLst>
                <a:ext uri="{FF2B5EF4-FFF2-40B4-BE49-F238E27FC236}">
                  <a16:creationId xmlns:a16="http://schemas.microsoft.com/office/drawing/2014/main" id="{DF8D4F5C-1248-7110-AA19-5734CAC43DC6}"/>
                </a:ext>
              </a:extLst>
            </p:cNvPr>
            <p:cNvPicPr>
              <a:picLocks noChangeAspect="1"/>
            </p:cNvPicPr>
            <p:nvPr/>
          </p:nvPicPr>
          <p:blipFill>
            <a:blip r:embed="rId2"/>
            <a:stretch>
              <a:fillRect/>
            </a:stretch>
          </p:blipFill>
          <p:spPr>
            <a:xfrm>
              <a:off x="3014913" y="2738615"/>
              <a:ext cx="2932809" cy="2826161"/>
            </a:xfrm>
            <a:prstGeom prst="rect">
              <a:avLst/>
            </a:prstGeom>
          </p:spPr>
        </p:pic>
        <p:pic>
          <p:nvPicPr>
            <p:cNvPr id="13" name="Picture 12">
              <a:extLst>
                <a:ext uri="{FF2B5EF4-FFF2-40B4-BE49-F238E27FC236}">
                  <a16:creationId xmlns:a16="http://schemas.microsoft.com/office/drawing/2014/main" id="{12486A0D-EBB4-F694-AA43-17824F773A7D}"/>
                </a:ext>
              </a:extLst>
            </p:cNvPr>
            <p:cNvPicPr>
              <a:picLocks noChangeAspect="1"/>
            </p:cNvPicPr>
            <p:nvPr/>
          </p:nvPicPr>
          <p:blipFill>
            <a:blip r:embed="rId3"/>
            <a:stretch>
              <a:fillRect/>
            </a:stretch>
          </p:blipFill>
          <p:spPr>
            <a:xfrm>
              <a:off x="361507" y="1955331"/>
              <a:ext cx="5174423" cy="783284"/>
            </a:xfrm>
            <a:prstGeom prst="rect">
              <a:avLst/>
            </a:prstGeom>
          </p:spPr>
        </p:pic>
        <p:pic>
          <p:nvPicPr>
            <p:cNvPr id="15" name="Picture 14">
              <a:extLst>
                <a:ext uri="{FF2B5EF4-FFF2-40B4-BE49-F238E27FC236}">
                  <a16:creationId xmlns:a16="http://schemas.microsoft.com/office/drawing/2014/main" id="{894E2647-8126-341F-4A89-68A71C1BD904}"/>
                </a:ext>
              </a:extLst>
            </p:cNvPr>
            <p:cNvPicPr>
              <a:picLocks noChangeAspect="1"/>
            </p:cNvPicPr>
            <p:nvPr/>
          </p:nvPicPr>
          <p:blipFill>
            <a:blip r:embed="rId4"/>
            <a:stretch>
              <a:fillRect/>
            </a:stretch>
          </p:blipFill>
          <p:spPr>
            <a:xfrm>
              <a:off x="438723" y="2738615"/>
              <a:ext cx="2509995" cy="1922794"/>
            </a:xfrm>
            <a:prstGeom prst="rect">
              <a:avLst/>
            </a:prstGeom>
          </p:spPr>
        </p:pic>
      </p:grpSp>
    </p:spTree>
    <p:extLst>
      <p:ext uri="{BB962C8B-B14F-4D97-AF65-F5344CB8AC3E}">
        <p14:creationId xmlns:p14="http://schemas.microsoft.com/office/powerpoint/2010/main" val="836705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9E000-9DFA-F5E5-72C6-E5394F16D71A}"/>
              </a:ext>
            </a:extLst>
          </p:cNvPr>
          <p:cNvSpPr>
            <a:spLocks noGrp="1"/>
          </p:cNvSpPr>
          <p:nvPr>
            <p:ph type="title"/>
          </p:nvPr>
        </p:nvSpPr>
        <p:spPr/>
        <p:txBody>
          <a:bodyPr/>
          <a:lstStyle/>
          <a:p>
            <a:r>
              <a:rPr lang="en-US" dirty="0"/>
              <a:t>Hands-on Challenge: Build a search query</a:t>
            </a:r>
          </a:p>
        </p:txBody>
      </p:sp>
      <p:sp>
        <p:nvSpPr>
          <p:cNvPr id="5" name="Rounded Rectangle 4">
            <a:extLst>
              <a:ext uri="{FF2B5EF4-FFF2-40B4-BE49-F238E27FC236}">
                <a16:creationId xmlns:a16="http://schemas.microsoft.com/office/drawing/2014/main" id="{149DDDD9-9598-4D66-B796-5A3EA1FFB7BC}"/>
              </a:ext>
            </a:extLst>
          </p:cNvPr>
          <p:cNvSpPr/>
          <p:nvPr/>
        </p:nvSpPr>
        <p:spPr bwMode="gray">
          <a:xfrm>
            <a:off x="504002" y="1208101"/>
            <a:ext cx="3663962" cy="2220899"/>
          </a:xfrm>
          <a:prstGeom prst="roundRect">
            <a:avLst>
              <a:gd name="adj" fmla="val 5556"/>
            </a:avLst>
          </a:prstGeom>
          <a:solidFill>
            <a:srgbClr val="1B90FF"/>
          </a:solidFill>
          <a:ln w="28575" algn="ctr">
            <a:noFill/>
            <a:miter lim="800000"/>
            <a:headEnd/>
            <a:tailEnd/>
          </a:ln>
        </p:spPr>
        <p:txBody>
          <a:bodyPr lIns="90000" tIns="72000" rIns="90000" bIns="72000" rtlCol="0" anchor="t"/>
          <a:lstStyle/>
          <a:p>
            <a:pPr marR="0" defTabSz="914400" eaLnBrk="1" fontAlgn="base" latinLnBrk="0" hangingPunct="1">
              <a:lnSpc>
                <a:spcPct val="150000"/>
              </a:lnSpc>
              <a:spcBef>
                <a:spcPct val="50000"/>
              </a:spcBef>
              <a:spcAft>
                <a:spcPct val="0"/>
              </a:spcAft>
              <a:buClr>
                <a:srgbClr val="F0AB00"/>
              </a:buClr>
              <a:buSzPct val="80000"/>
              <a:tabLst/>
            </a:pPr>
            <a:r>
              <a:rPr lang="en-US" sz="1400" kern="0" dirty="0">
                <a:solidFill>
                  <a:schemeClr val="bg1"/>
                </a:solidFill>
                <a:latin typeface="+mn-lt"/>
                <a:ea typeface="72 Brand" pitchFamily="34" charset="-128"/>
                <a:cs typeface="72 Brand" pitchFamily="34" charset="-128"/>
              </a:rPr>
              <a:t>Can you find an organization:</a:t>
            </a:r>
          </a:p>
          <a:p>
            <a:pPr marL="285750" marR="0" indent="-285750" defTabSz="914400" eaLnBrk="1" fontAlgn="base" latinLnBrk="0" hangingPunct="1">
              <a:lnSpc>
                <a:spcPct val="150000"/>
              </a:lnSpc>
              <a:spcBef>
                <a:spcPct val="50000"/>
              </a:spcBef>
              <a:spcAft>
                <a:spcPct val="0"/>
              </a:spcAft>
              <a:buClr>
                <a:schemeClr val="bg1"/>
              </a:buClr>
              <a:buSzPct val="80000"/>
              <a:buFont typeface="Wingdings" pitchFamily="2" charset="2"/>
              <a:buChar char="§"/>
              <a:tabLst/>
            </a:pPr>
            <a:r>
              <a:rPr lang="en-US" sz="1400" kern="0" dirty="0">
                <a:solidFill>
                  <a:schemeClr val="bg1"/>
                </a:solidFill>
                <a:latin typeface="+mn-lt"/>
                <a:ea typeface="72 Brand" pitchFamily="34" charset="-128"/>
                <a:cs typeface="72 Brand" pitchFamily="34" charset="-128"/>
              </a:rPr>
              <a:t>Whose source system name equals </a:t>
            </a:r>
            <a:r>
              <a:rPr lang="en-US" sz="1400" b="1" kern="0" dirty="0">
                <a:solidFill>
                  <a:schemeClr val="bg1"/>
                </a:solidFill>
                <a:latin typeface="+mn-lt"/>
                <a:ea typeface="72 Brand" pitchFamily="34" charset="-128"/>
                <a:cs typeface="72 Brand" pitchFamily="34" charset="-128"/>
              </a:rPr>
              <a:t>“Finance”</a:t>
            </a:r>
          </a:p>
          <a:p>
            <a:pPr marL="285750" marR="0" indent="-285750" defTabSz="914400" eaLnBrk="1" fontAlgn="base" latinLnBrk="0" hangingPunct="1">
              <a:lnSpc>
                <a:spcPct val="150000"/>
              </a:lnSpc>
              <a:spcBef>
                <a:spcPct val="50000"/>
              </a:spcBef>
              <a:spcAft>
                <a:spcPct val="0"/>
              </a:spcAft>
              <a:buClr>
                <a:schemeClr val="bg1"/>
              </a:buClr>
              <a:buSzPct val="80000"/>
              <a:buFont typeface="Wingdings" pitchFamily="2" charset="2"/>
              <a:buChar char="§"/>
              <a:tabLst/>
            </a:pPr>
            <a:r>
              <a:rPr lang="en-US" sz="1400" kern="0" dirty="0">
                <a:solidFill>
                  <a:schemeClr val="bg1"/>
                </a:solidFill>
                <a:latin typeface="+mn-lt"/>
                <a:ea typeface="72 Brand" pitchFamily="34" charset="-128"/>
                <a:cs typeface="72 Brand" pitchFamily="34" charset="-128"/>
              </a:rPr>
              <a:t>Name contains </a:t>
            </a:r>
            <a:r>
              <a:rPr lang="en-US" sz="1400" b="1" kern="0" dirty="0">
                <a:solidFill>
                  <a:schemeClr val="bg1"/>
                </a:solidFill>
                <a:latin typeface="+mn-lt"/>
                <a:ea typeface="72 Brand" pitchFamily="34" charset="-128"/>
                <a:cs typeface="72 Brand" pitchFamily="34" charset="-128"/>
              </a:rPr>
              <a:t>“lab”</a:t>
            </a:r>
          </a:p>
        </p:txBody>
      </p:sp>
      <p:sp>
        <p:nvSpPr>
          <p:cNvPr id="8" name="Rounded Rectangle 7">
            <a:extLst>
              <a:ext uri="{FF2B5EF4-FFF2-40B4-BE49-F238E27FC236}">
                <a16:creationId xmlns:a16="http://schemas.microsoft.com/office/drawing/2014/main" id="{ED8ABF88-197F-D83F-8D3F-8ECD6F4744E4}"/>
              </a:ext>
            </a:extLst>
          </p:cNvPr>
          <p:cNvSpPr/>
          <p:nvPr/>
        </p:nvSpPr>
        <p:spPr bwMode="gray">
          <a:xfrm>
            <a:off x="4263607" y="2654129"/>
            <a:ext cx="3663962" cy="2220899"/>
          </a:xfrm>
          <a:prstGeom prst="roundRect">
            <a:avLst>
              <a:gd name="adj" fmla="val 5556"/>
            </a:avLst>
          </a:prstGeom>
          <a:solidFill>
            <a:srgbClr val="0070F2"/>
          </a:solidFill>
          <a:ln w="28575" algn="ctr">
            <a:noFill/>
            <a:miter lim="800000"/>
            <a:headEnd/>
            <a:tailEnd/>
          </a:ln>
        </p:spPr>
        <p:txBody>
          <a:bodyPr lIns="90000" tIns="72000" rIns="90000" bIns="72000" rtlCol="0" anchor="t"/>
          <a:lstStyle/>
          <a:p>
            <a:pPr marR="0" defTabSz="914400" eaLnBrk="1" fontAlgn="base" latinLnBrk="0" hangingPunct="1">
              <a:lnSpc>
                <a:spcPct val="150000"/>
              </a:lnSpc>
              <a:spcBef>
                <a:spcPct val="50000"/>
              </a:spcBef>
              <a:spcAft>
                <a:spcPct val="0"/>
              </a:spcAft>
              <a:buClr>
                <a:srgbClr val="F0AB00"/>
              </a:buClr>
              <a:buSzPct val="80000"/>
              <a:tabLst/>
            </a:pPr>
            <a:r>
              <a:rPr lang="en-US" sz="1400" kern="0" dirty="0">
                <a:solidFill>
                  <a:schemeClr val="bg1"/>
                </a:solidFill>
                <a:latin typeface="+mn-lt"/>
                <a:ea typeface="72 Brand" pitchFamily="34" charset="-128"/>
                <a:cs typeface="72 Brand" pitchFamily="34" charset="-128"/>
              </a:rPr>
              <a:t>Can you find an organization:</a:t>
            </a:r>
          </a:p>
          <a:p>
            <a:pPr marL="285750" marR="0" indent="-285750" defTabSz="914400" eaLnBrk="1" fontAlgn="base" latinLnBrk="0" hangingPunct="1">
              <a:lnSpc>
                <a:spcPct val="150000"/>
              </a:lnSpc>
              <a:spcBef>
                <a:spcPct val="50000"/>
              </a:spcBef>
              <a:spcAft>
                <a:spcPct val="0"/>
              </a:spcAft>
              <a:buClr>
                <a:schemeClr val="bg1"/>
              </a:buClr>
              <a:buSzPct val="80000"/>
              <a:buFont typeface="Wingdings" pitchFamily="2" charset="2"/>
              <a:buChar char="§"/>
              <a:tabLst/>
            </a:pPr>
            <a:r>
              <a:rPr lang="en-US" sz="1400" kern="0" dirty="0">
                <a:solidFill>
                  <a:schemeClr val="bg1"/>
                </a:solidFill>
                <a:latin typeface="+mn-lt"/>
                <a:ea typeface="72 Brand" pitchFamily="34" charset="-128"/>
                <a:cs typeface="72 Brand" pitchFamily="34" charset="-128"/>
              </a:rPr>
              <a:t>Whose address / state equals </a:t>
            </a:r>
            <a:r>
              <a:rPr lang="en-US" sz="1400" b="1" kern="0" dirty="0">
                <a:solidFill>
                  <a:schemeClr val="bg1"/>
                </a:solidFill>
                <a:latin typeface="+mn-lt"/>
                <a:ea typeface="72 Brand" pitchFamily="34" charset="-128"/>
                <a:cs typeface="72 Brand" pitchFamily="34" charset="-128"/>
              </a:rPr>
              <a:t>“Washington”</a:t>
            </a:r>
          </a:p>
          <a:p>
            <a:pPr marL="285750" marR="0" indent="-285750" defTabSz="914400" eaLnBrk="1" fontAlgn="base" latinLnBrk="0" hangingPunct="1">
              <a:lnSpc>
                <a:spcPct val="150000"/>
              </a:lnSpc>
              <a:spcBef>
                <a:spcPct val="50000"/>
              </a:spcBef>
              <a:spcAft>
                <a:spcPct val="0"/>
              </a:spcAft>
              <a:buClr>
                <a:schemeClr val="bg1"/>
              </a:buClr>
              <a:buSzPct val="80000"/>
              <a:buFont typeface="Wingdings" pitchFamily="2" charset="2"/>
              <a:buChar char="§"/>
              <a:tabLst/>
            </a:pPr>
            <a:r>
              <a:rPr lang="en-US" sz="1400" kern="0" dirty="0">
                <a:solidFill>
                  <a:schemeClr val="bg1"/>
                </a:solidFill>
                <a:latin typeface="+mn-lt"/>
                <a:ea typeface="72 Brand" pitchFamily="34" charset="-128"/>
                <a:cs typeface="72 Brand" pitchFamily="34" charset="-128"/>
              </a:rPr>
              <a:t>Phone formatted number contains </a:t>
            </a:r>
            <a:r>
              <a:rPr lang="en-US" sz="1400" b="1" kern="0" dirty="0">
                <a:solidFill>
                  <a:schemeClr val="bg1"/>
                </a:solidFill>
                <a:latin typeface="+mn-lt"/>
                <a:ea typeface="72 Brand" pitchFamily="34" charset="-128"/>
                <a:cs typeface="72 Brand" pitchFamily="34" charset="-128"/>
              </a:rPr>
              <a:t>“125”</a:t>
            </a:r>
          </a:p>
        </p:txBody>
      </p:sp>
      <p:sp>
        <p:nvSpPr>
          <p:cNvPr id="9" name="Rounded Rectangle 8">
            <a:extLst>
              <a:ext uri="{FF2B5EF4-FFF2-40B4-BE49-F238E27FC236}">
                <a16:creationId xmlns:a16="http://schemas.microsoft.com/office/drawing/2014/main" id="{1410E899-89AF-9E5A-4DA4-3CABA3097864}"/>
              </a:ext>
            </a:extLst>
          </p:cNvPr>
          <p:cNvSpPr/>
          <p:nvPr/>
        </p:nvSpPr>
        <p:spPr bwMode="gray">
          <a:xfrm>
            <a:off x="8023212" y="4133101"/>
            <a:ext cx="3663962" cy="2220899"/>
          </a:xfrm>
          <a:prstGeom prst="roundRect">
            <a:avLst>
              <a:gd name="adj" fmla="val 5556"/>
            </a:avLst>
          </a:prstGeom>
          <a:solidFill>
            <a:srgbClr val="002A86"/>
          </a:solidFill>
          <a:ln w="28575" algn="ctr">
            <a:noFill/>
            <a:miter lim="800000"/>
            <a:headEnd/>
            <a:tailEnd/>
          </a:ln>
        </p:spPr>
        <p:txBody>
          <a:bodyPr lIns="90000" tIns="72000" rIns="90000" bIns="72000" rtlCol="0" anchor="t"/>
          <a:lstStyle/>
          <a:p>
            <a:pPr marR="0" defTabSz="914400" eaLnBrk="1" fontAlgn="base" latinLnBrk="0" hangingPunct="1">
              <a:lnSpc>
                <a:spcPct val="150000"/>
              </a:lnSpc>
              <a:spcBef>
                <a:spcPct val="50000"/>
              </a:spcBef>
              <a:spcAft>
                <a:spcPct val="0"/>
              </a:spcAft>
              <a:buClr>
                <a:srgbClr val="F0AB00"/>
              </a:buClr>
              <a:buSzPct val="80000"/>
              <a:tabLst/>
            </a:pPr>
            <a:r>
              <a:rPr lang="en-US" sz="1400" kern="0" dirty="0">
                <a:solidFill>
                  <a:schemeClr val="bg1"/>
                </a:solidFill>
                <a:latin typeface="+mn-lt"/>
                <a:ea typeface="72 Brand" pitchFamily="34" charset="-128"/>
                <a:cs typeface="72 Brand" pitchFamily="34" charset="-128"/>
              </a:rPr>
              <a:t>Can you find organizations:</a:t>
            </a:r>
          </a:p>
          <a:p>
            <a:pPr marL="285750" marR="0" indent="-285750" defTabSz="914400" eaLnBrk="1" fontAlgn="base" latinLnBrk="0" hangingPunct="1">
              <a:lnSpc>
                <a:spcPct val="150000"/>
              </a:lnSpc>
              <a:spcBef>
                <a:spcPct val="50000"/>
              </a:spcBef>
              <a:spcAft>
                <a:spcPct val="0"/>
              </a:spcAft>
              <a:buClr>
                <a:schemeClr val="bg1"/>
              </a:buClr>
              <a:buSzPct val="80000"/>
              <a:buFont typeface="Wingdings" pitchFamily="2" charset="2"/>
              <a:buChar char="§"/>
              <a:tabLst/>
            </a:pPr>
            <a:r>
              <a:rPr lang="en-US" sz="1400" kern="0" dirty="0">
                <a:solidFill>
                  <a:schemeClr val="bg1"/>
                </a:solidFill>
                <a:latin typeface="+mn-lt"/>
                <a:ea typeface="72 Brand" pitchFamily="34" charset="-128"/>
                <a:cs typeface="72 Brand" pitchFamily="34" charset="-128"/>
              </a:rPr>
              <a:t>Whose verification status equals </a:t>
            </a:r>
            <a:r>
              <a:rPr lang="en-US" sz="1400" b="1" kern="0" dirty="0">
                <a:solidFill>
                  <a:schemeClr val="bg1"/>
                </a:solidFill>
                <a:latin typeface="+mn-lt"/>
                <a:ea typeface="72 Brand" pitchFamily="34" charset="-128"/>
                <a:cs typeface="72 Brand" pitchFamily="34" charset="-128"/>
              </a:rPr>
              <a:t>Unverified</a:t>
            </a:r>
          </a:p>
        </p:txBody>
      </p:sp>
    </p:spTree>
    <p:extLst>
      <p:ext uri="{BB962C8B-B14F-4D97-AF65-F5344CB8AC3E}">
        <p14:creationId xmlns:p14="http://schemas.microsoft.com/office/powerpoint/2010/main" val="3755463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AE62D-2170-C688-21CE-3335CF86DFC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B604DE8-C1B7-27BE-FDD1-DE632DEFD315}"/>
              </a:ext>
            </a:extLst>
          </p:cNvPr>
          <p:cNvSpPr>
            <a:spLocks noGrp="1"/>
          </p:cNvSpPr>
          <p:nvPr>
            <p:ph type="ctrTitle"/>
          </p:nvPr>
        </p:nvSpPr>
        <p:spPr/>
        <p:txBody>
          <a:bodyPr/>
          <a:lstStyle/>
          <a:p>
            <a:r>
              <a:rPr lang="en-US" noProof="1"/>
              <a:t>Exercise 3 : </a:t>
            </a:r>
            <a:br>
              <a:rPr lang="en-US" noProof="1"/>
            </a:br>
            <a:r>
              <a:rPr lang="en-US" noProof="1"/>
              <a:t>		Data Unification</a:t>
            </a:r>
          </a:p>
        </p:txBody>
      </p:sp>
    </p:spTree>
    <p:extLst>
      <p:ext uri="{BB962C8B-B14F-4D97-AF65-F5344CB8AC3E}">
        <p14:creationId xmlns:p14="http://schemas.microsoft.com/office/powerpoint/2010/main" val="3231124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EB51187E-64DD-2EA6-A3B3-871157F4D9DD}"/>
              </a:ext>
            </a:extLst>
          </p:cNvPr>
          <p:cNvSpPr/>
          <p:nvPr/>
        </p:nvSpPr>
        <p:spPr bwMode="gray">
          <a:xfrm>
            <a:off x="4428309" y="1188720"/>
            <a:ext cx="6701245" cy="5355771"/>
          </a:xfrm>
          <a:prstGeom prst="roundRect">
            <a:avLst>
              <a:gd name="adj" fmla="val 2765"/>
            </a:avLst>
          </a:prstGeom>
          <a:solidFill>
            <a:schemeClr val="accent6"/>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noFill/>
              </a:ln>
              <a:effectLst/>
              <a:uLnTx/>
              <a:uFillTx/>
              <a:latin typeface="+mn-lt"/>
              <a:ea typeface="72 Brand" pitchFamily="34" charset="-128"/>
              <a:cs typeface="72 Brand" pitchFamily="34" charset="-128"/>
            </a:endParaRPr>
          </a:p>
        </p:txBody>
      </p:sp>
      <p:sp>
        <p:nvSpPr>
          <p:cNvPr id="3" name="Title 2">
            <a:extLst>
              <a:ext uri="{FF2B5EF4-FFF2-40B4-BE49-F238E27FC236}">
                <a16:creationId xmlns:a16="http://schemas.microsoft.com/office/drawing/2014/main" id="{0CD868B6-46F5-2184-37F9-1095E8095C7E}"/>
              </a:ext>
            </a:extLst>
          </p:cNvPr>
          <p:cNvSpPr>
            <a:spLocks noGrp="1"/>
          </p:cNvSpPr>
          <p:nvPr>
            <p:ph type="title"/>
          </p:nvPr>
        </p:nvSpPr>
        <p:spPr/>
        <p:txBody>
          <a:bodyPr/>
          <a:lstStyle/>
          <a:p>
            <a:r>
              <a:rPr lang="en-US" dirty="0"/>
              <a:t>Understanding SAP Reltio’s Data Unification</a:t>
            </a:r>
          </a:p>
        </p:txBody>
      </p:sp>
      <p:sp>
        <p:nvSpPr>
          <p:cNvPr id="5" name="Google Shape;881;p146">
            <a:extLst>
              <a:ext uri="{FF2B5EF4-FFF2-40B4-BE49-F238E27FC236}">
                <a16:creationId xmlns:a16="http://schemas.microsoft.com/office/drawing/2014/main" id="{9B705A6F-FD75-107E-D549-5F0B3988164F}"/>
              </a:ext>
            </a:extLst>
          </p:cNvPr>
          <p:cNvSpPr txBox="1">
            <a:spLocks/>
          </p:cNvSpPr>
          <p:nvPr/>
        </p:nvSpPr>
        <p:spPr bwMode="gray">
          <a:xfrm>
            <a:off x="504001" y="1371684"/>
            <a:ext cx="3685227" cy="4851537"/>
          </a:xfrm>
          <a:prstGeom prst="rect">
            <a:avLst/>
          </a:prstGeom>
          <a:noFill/>
        </p:spPr>
        <p:txBody>
          <a:bodyPr spcFirstLastPara="1" vert="horz" wrap="square" lIns="0" tIns="0" rIns="0" bIns="0" rtlCol="0" anchor="t" anchorCtr="0">
            <a:noAutofit/>
          </a:bodyPr>
          <a:lstStyle>
            <a:lvl1pPr marL="0" indent="0" algn="ctr" defTabSz="1088558" rtl="0" eaLnBrk="1" latinLnBrk="0" hangingPunct="1">
              <a:spcBef>
                <a:spcPts val="600"/>
              </a:spcBef>
              <a:buClrTx/>
              <a:buSzPct val="100000"/>
              <a:buFont typeface="Arial" panose="020B0604020202020204" pitchFamily="34" charset="0"/>
              <a:buChar char="​"/>
              <a:defRPr sz="14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8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600" b="0" i="0" kern="1200" noProof="0" dirty="0" smtClean="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a:lstStyle>
          <a:p>
            <a:pPr marL="139700" algn="l">
              <a:lnSpc>
                <a:spcPct val="150000"/>
              </a:lnSpc>
              <a:spcBef>
                <a:spcPts val="1000"/>
              </a:spcBef>
              <a:buClr>
                <a:schemeClr val="dk1"/>
              </a:buClr>
              <a:buSzPts val="1400"/>
              <a:buNone/>
            </a:pPr>
            <a:r>
              <a:rPr lang="en-US" dirty="0">
                <a:latin typeface="Libre Franklin Medium"/>
                <a:ea typeface="Libre Franklin Medium"/>
                <a:cs typeface="Libre Franklin Medium"/>
                <a:sym typeface="Libre Franklin Medium"/>
              </a:rPr>
              <a:t>Matching:</a:t>
            </a:r>
            <a:r>
              <a:rPr lang="en-US" dirty="0"/>
              <a:t> Rule-based control, plus Reltio Flexible Entity Resolution Networks™ (FERN) for LLM-powered matching at scale</a:t>
            </a:r>
          </a:p>
          <a:p>
            <a:pPr marL="139700" algn="l">
              <a:lnSpc>
                <a:spcPct val="150000"/>
              </a:lnSpc>
              <a:spcBef>
                <a:spcPts val="1000"/>
              </a:spcBef>
              <a:buClr>
                <a:schemeClr val="dk1"/>
              </a:buClr>
              <a:buSzPts val="1400"/>
              <a:buNone/>
            </a:pPr>
            <a:endParaRPr lang="en-US" dirty="0">
              <a:latin typeface="Libre Franklin Medium"/>
              <a:ea typeface="Libre Franklin Medium"/>
              <a:cs typeface="Libre Franklin Medium"/>
              <a:sym typeface="Libre Franklin Medium"/>
            </a:endParaRPr>
          </a:p>
          <a:p>
            <a:pPr marL="139700" algn="l">
              <a:lnSpc>
                <a:spcPct val="150000"/>
              </a:lnSpc>
              <a:spcBef>
                <a:spcPts val="1000"/>
              </a:spcBef>
              <a:buClr>
                <a:schemeClr val="dk1"/>
              </a:buClr>
              <a:buSzPts val="1400"/>
              <a:buNone/>
            </a:pPr>
            <a:r>
              <a:rPr lang="en-US" dirty="0">
                <a:latin typeface="Libre Franklin Medium"/>
                <a:ea typeface="Libre Franklin Medium"/>
                <a:cs typeface="Libre Franklin Medium"/>
                <a:sym typeface="Libre Franklin Medium"/>
              </a:rPr>
              <a:t>Survivorship: </a:t>
            </a:r>
            <a:r>
              <a:rPr lang="en-US" dirty="0"/>
              <a:t>The best, most trustworthy value from every source wins the golden record</a:t>
            </a:r>
          </a:p>
          <a:p>
            <a:pPr marL="139700" algn="l">
              <a:lnSpc>
                <a:spcPct val="150000"/>
              </a:lnSpc>
              <a:spcBef>
                <a:spcPts val="1000"/>
              </a:spcBef>
              <a:spcAft>
                <a:spcPts val="1000"/>
              </a:spcAft>
              <a:buClr>
                <a:schemeClr val="dk1"/>
              </a:buClr>
              <a:buSzPts val="1400"/>
              <a:buNone/>
            </a:pPr>
            <a:endParaRPr lang="en-US" dirty="0">
              <a:latin typeface="Libre Franklin Medium"/>
              <a:ea typeface="Libre Franklin Medium"/>
              <a:cs typeface="Libre Franklin Medium"/>
              <a:sym typeface="Libre Franklin Medium"/>
            </a:endParaRPr>
          </a:p>
          <a:p>
            <a:pPr marL="139700" algn="l">
              <a:lnSpc>
                <a:spcPct val="150000"/>
              </a:lnSpc>
              <a:spcBef>
                <a:spcPts val="1000"/>
              </a:spcBef>
              <a:spcAft>
                <a:spcPts val="1000"/>
              </a:spcAft>
              <a:buClr>
                <a:schemeClr val="dk1"/>
              </a:buClr>
              <a:buSzPts val="1400"/>
              <a:buNone/>
            </a:pPr>
            <a:r>
              <a:rPr lang="en-US" dirty="0">
                <a:latin typeface="Libre Franklin Medium"/>
                <a:ea typeface="Libre Franklin Medium"/>
                <a:cs typeface="Libre Franklin Medium"/>
                <a:sym typeface="Libre Franklin Medium"/>
              </a:rPr>
              <a:t>Reltio ID: </a:t>
            </a:r>
            <a:r>
              <a:rPr lang="en-US" dirty="0"/>
              <a:t>One persistent identifier per entity, for life</a:t>
            </a:r>
          </a:p>
        </p:txBody>
      </p:sp>
      <p:sp>
        <p:nvSpPr>
          <p:cNvPr id="7" name="TextBox 6">
            <a:extLst>
              <a:ext uri="{FF2B5EF4-FFF2-40B4-BE49-F238E27FC236}">
                <a16:creationId xmlns:a16="http://schemas.microsoft.com/office/drawing/2014/main" id="{C9FA4B46-8CEF-9645-E1E7-F09BFF8707A5}"/>
              </a:ext>
            </a:extLst>
          </p:cNvPr>
          <p:cNvSpPr txBox="1"/>
          <p:nvPr/>
        </p:nvSpPr>
        <p:spPr>
          <a:xfrm>
            <a:off x="5018370" y="1456661"/>
            <a:ext cx="2154436" cy="1216615"/>
          </a:xfrm>
          <a:prstGeom prst="rect">
            <a:avLst/>
          </a:prstGeom>
          <a:noFill/>
          <a:ln w="28575">
            <a:noFill/>
          </a:ln>
        </p:spPr>
        <p:txBody>
          <a:bodyPr wrap="none" lIns="0" tIns="0" rIns="0" bIns="0" rtlCol="0" anchor="ctr">
            <a:noAutofit/>
          </a:bodyPr>
          <a:lstStyle/>
          <a:p>
            <a:pPr algn="l" fontAlgn="base">
              <a:spcBef>
                <a:spcPts val="240"/>
              </a:spcBef>
              <a:spcAft>
                <a:spcPct val="0"/>
              </a:spcAft>
              <a:buClr>
                <a:schemeClr val="tx1"/>
              </a:buClr>
              <a:buSzPct val="100000"/>
            </a:pPr>
            <a:r>
              <a:rPr lang="en-US" sz="1000" u="sng" kern="0" dirty="0">
                <a:solidFill>
                  <a:schemeClr val="bg1"/>
                </a:solidFill>
                <a:latin typeface="72 Brand" panose="020B0504030603020204" pitchFamily="34" charset="0"/>
                <a:ea typeface="72 Brand" pitchFamily="34" charset="-128"/>
                <a:cs typeface="72 Brand" pitchFamily="34" charset="-128"/>
              </a:rPr>
              <a:t>Source = Customer Service</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ID: 45GBh8K</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John Smith</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Shipping Address</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100 Main Street, Suite 100</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San Francisco, CA 94105</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Phone – (415) 555-1212</a:t>
            </a:r>
          </a:p>
        </p:txBody>
      </p:sp>
      <p:sp>
        <p:nvSpPr>
          <p:cNvPr id="8" name="TextBox 7">
            <a:extLst>
              <a:ext uri="{FF2B5EF4-FFF2-40B4-BE49-F238E27FC236}">
                <a16:creationId xmlns:a16="http://schemas.microsoft.com/office/drawing/2014/main" id="{72DE0FEC-33D8-40CC-AE8C-A4A7355CBCF6}"/>
              </a:ext>
            </a:extLst>
          </p:cNvPr>
          <p:cNvSpPr txBox="1"/>
          <p:nvPr/>
        </p:nvSpPr>
        <p:spPr>
          <a:xfrm>
            <a:off x="5018370" y="2864182"/>
            <a:ext cx="2154436" cy="1687033"/>
          </a:xfrm>
          <a:prstGeom prst="rect">
            <a:avLst/>
          </a:prstGeom>
          <a:noFill/>
          <a:ln w="28575">
            <a:noFill/>
          </a:ln>
        </p:spPr>
        <p:txBody>
          <a:bodyPr wrap="none" lIns="0" tIns="0" rIns="0" bIns="0" rtlCol="0" anchor="ctr">
            <a:noAutofit/>
          </a:bodyPr>
          <a:lstStyle/>
          <a:p>
            <a:pPr algn="l" fontAlgn="base">
              <a:spcBef>
                <a:spcPts val="240"/>
              </a:spcBef>
              <a:spcAft>
                <a:spcPct val="0"/>
              </a:spcAft>
              <a:buClr>
                <a:schemeClr val="tx1"/>
              </a:buClr>
              <a:buSzPct val="100000"/>
            </a:pPr>
            <a:r>
              <a:rPr lang="en-US" sz="1000" u="sng" kern="0" dirty="0">
                <a:solidFill>
                  <a:schemeClr val="bg1"/>
                </a:solidFill>
                <a:latin typeface="72 Brand" panose="020B0504030603020204" pitchFamily="34" charset="0"/>
                <a:ea typeface="72 Brand" pitchFamily="34" charset="-128"/>
                <a:cs typeface="72 Brand" pitchFamily="34" charset="-128"/>
              </a:rPr>
              <a:t>Source = Marketing</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ID: 880920172</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J.L. Smith</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Male</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Shipping Address</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100 Main Street, Suite 100</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San Francisco, CA 94105</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Income: USD $150K</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(415) 555-1212</a:t>
            </a:r>
          </a:p>
          <a:p>
            <a:pPr algn="l" fontAlgn="base">
              <a:spcBef>
                <a:spcPts val="240"/>
              </a:spcBef>
              <a:spcAft>
                <a:spcPct val="0"/>
              </a:spcAft>
              <a:buClr>
                <a:schemeClr val="tx1"/>
              </a:buClr>
              <a:buSzPct val="100000"/>
            </a:pPr>
            <a:r>
              <a:rPr lang="en-US" sz="1000" kern="0" dirty="0" err="1">
                <a:solidFill>
                  <a:schemeClr val="bg1"/>
                </a:solidFill>
                <a:latin typeface="72 Brand" panose="020B0504030603020204" pitchFamily="34" charset="0"/>
                <a:ea typeface="72 Brand" pitchFamily="34" charset="-128"/>
                <a:cs typeface="72 Brand" pitchFamily="34" charset="-128"/>
              </a:rPr>
              <a:t>jlsmith@email.com</a:t>
            </a:r>
            <a:endParaRPr lang="en-US" sz="1000" kern="0" dirty="0">
              <a:solidFill>
                <a:schemeClr val="bg1"/>
              </a:solidFill>
              <a:latin typeface="72 Brand" panose="020B0504030603020204" pitchFamily="34" charset="0"/>
              <a:ea typeface="72 Brand" pitchFamily="34" charset="-128"/>
              <a:cs typeface="72 Brand" pitchFamily="34" charset="-128"/>
            </a:endParaRPr>
          </a:p>
        </p:txBody>
      </p:sp>
      <p:sp>
        <p:nvSpPr>
          <p:cNvPr id="9" name="TextBox 8">
            <a:extLst>
              <a:ext uri="{FF2B5EF4-FFF2-40B4-BE49-F238E27FC236}">
                <a16:creationId xmlns:a16="http://schemas.microsoft.com/office/drawing/2014/main" id="{87BEF0B5-63B4-4DE0-8580-482DF8C06C7F}"/>
              </a:ext>
            </a:extLst>
          </p:cNvPr>
          <p:cNvSpPr txBox="1"/>
          <p:nvPr/>
        </p:nvSpPr>
        <p:spPr>
          <a:xfrm>
            <a:off x="5018370" y="4742121"/>
            <a:ext cx="2154436" cy="1481101"/>
          </a:xfrm>
          <a:prstGeom prst="rect">
            <a:avLst/>
          </a:prstGeom>
          <a:noFill/>
          <a:ln w="28575">
            <a:noFill/>
          </a:ln>
        </p:spPr>
        <p:txBody>
          <a:bodyPr wrap="none" lIns="0" tIns="0" rIns="0" bIns="0" rtlCol="0" anchor="ctr">
            <a:noAutofit/>
          </a:bodyPr>
          <a:lstStyle/>
          <a:p>
            <a:pPr algn="l" fontAlgn="base">
              <a:spcBef>
                <a:spcPts val="240"/>
              </a:spcBef>
              <a:spcAft>
                <a:spcPct val="0"/>
              </a:spcAft>
              <a:buClr>
                <a:schemeClr val="tx1"/>
              </a:buClr>
              <a:buSzPct val="100000"/>
            </a:pPr>
            <a:r>
              <a:rPr lang="en-US" sz="1000" u="sng" kern="0" dirty="0">
                <a:solidFill>
                  <a:schemeClr val="bg1"/>
                </a:solidFill>
                <a:latin typeface="72 Brand" panose="020B0504030603020204" pitchFamily="34" charset="0"/>
                <a:ea typeface="72 Brand" pitchFamily="34" charset="-128"/>
                <a:cs typeface="72 Brand" pitchFamily="34" charset="-128"/>
              </a:rPr>
              <a:t>Source = Finance</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ID: A009872</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John Smith</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Shipping Address</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100 Main Street</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San Francisco, CA 94105</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Billing Address</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P.O. Box 1234</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San Francisco, CA 94015</a:t>
            </a:r>
          </a:p>
        </p:txBody>
      </p:sp>
      <p:sp>
        <p:nvSpPr>
          <p:cNvPr id="10" name="TextBox 9">
            <a:extLst>
              <a:ext uri="{FF2B5EF4-FFF2-40B4-BE49-F238E27FC236}">
                <a16:creationId xmlns:a16="http://schemas.microsoft.com/office/drawing/2014/main" id="{559A14D2-87B6-3686-64E2-FE122C9D9198}"/>
              </a:ext>
            </a:extLst>
          </p:cNvPr>
          <p:cNvSpPr txBox="1"/>
          <p:nvPr/>
        </p:nvSpPr>
        <p:spPr>
          <a:xfrm>
            <a:off x="8852058" y="1936042"/>
            <a:ext cx="2154436" cy="3543312"/>
          </a:xfrm>
          <a:prstGeom prst="rect">
            <a:avLst/>
          </a:prstGeom>
          <a:noFill/>
          <a:ln w="28575">
            <a:noFill/>
          </a:ln>
        </p:spPr>
        <p:txBody>
          <a:bodyPr wrap="none" lIns="0" tIns="0" rIns="0" bIns="0" rtlCol="0" anchor="ctr">
            <a:noAutofit/>
          </a:bodyPr>
          <a:lstStyle/>
          <a:p>
            <a:pPr algn="l" fontAlgn="base">
              <a:spcBef>
                <a:spcPts val="240"/>
              </a:spcBef>
              <a:spcAft>
                <a:spcPct val="0"/>
              </a:spcAft>
              <a:buClr>
                <a:schemeClr val="tx1"/>
              </a:buClr>
              <a:buSzPct val="100000"/>
            </a:pPr>
            <a:r>
              <a:rPr lang="en-US" sz="1000" u="sng" kern="0" dirty="0">
                <a:solidFill>
                  <a:schemeClr val="bg1"/>
                </a:solidFill>
                <a:latin typeface="72 Brand" panose="020B0504030603020204" pitchFamily="34" charset="0"/>
                <a:ea typeface="72 Brand" pitchFamily="34" charset="-128"/>
                <a:cs typeface="72 Brand" pitchFamily="34" charset="-128"/>
              </a:rPr>
              <a:t>Merged Record</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Reltio ID: 4bii9K</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John L. Smith</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Male</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Income: USD 150K</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Shipping Address</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100 Main Street, Suite 100</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San Francisco, CA 94105</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Phone – (415) 555-1212</a:t>
            </a:r>
          </a:p>
          <a:p>
            <a:pPr algn="l" fontAlgn="base">
              <a:spcBef>
                <a:spcPts val="240"/>
              </a:spcBef>
              <a:spcAft>
                <a:spcPct val="0"/>
              </a:spcAft>
              <a:buClr>
                <a:schemeClr val="tx1"/>
              </a:buClr>
              <a:buSzPct val="100000"/>
            </a:pPr>
            <a:endParaRPr lang="en-US" sz="1000" kern="0" dirty="0">
              <a:solidFill>
                <a:schemeClr val="bg1"/>
              </a:solidFill>
              <a:latin typeface="72 Brand" panose="020B0504030603020204" pitchFamily="34" charset="0"/>
              <a:ea typeface="72 Brand" pitchFamily="34" charset="-128"/>
              <a:cs typeface="72 Brand" pitchFamily="34" charset="-128"/>
            </a:endParaRP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Billing Address</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P.O. Box 1234</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San Francisco, CA 94015</a:t>
            </a:r>
          </a:p>
          <a:p>
            <a:pPr algn="l"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hlinkClick r:id="rId2">
                  <a:extLst>
                    <a:ext uri="{A12FA001-AC4F-418D-AE19-62706E023703}">
                      <ahyp:hlinkClr xmlns:ahyp="http://schemas.microsoft.com/office/drawing/2018/hyperlinkcolor" val="tx"/>
                    </a:ext>
                  </a:extLst>
                </a:hlinkClick>
              </a:rPr>
              <a:t>jlsmith@email.com</a:t>
            </a:r>
            <a:endParaRPr lang="en-US" sz="1000" kern="0" dirty="0">
              <a:solidFill>
                <a:schemeClr val="bg1"/>
              </a:solidFill>
              <a:latin typeface="72 Brand" panose="020B0504030603020204" pitchFamily="34" charset="0"/>
              <a:ea typeface="72 Brand" pitchFamily="34" charset="-128"/>
              <a:cs typeface="72 Brand" pitchFamily="34" charset="-128"/>
            </a:endParaRPr>
          </a:p>
          <a:p>
            <a:pPr algn="l" fontAlgn="base">
              <a:spcBef>
                <a:spcPts val="240"/>
              </a:spcBef>
              <a:spcAft>
                <a:spcPct val="0"/>
              </a:spcAft>
              <a:buClr>
                <a:schemeClr val="tx1"/>
              </a:buClr>
              <a:buSzPct val="100000"/>
            </a:pPr>
            <a:endParaRPr lang="en-US" sz="1000" kern="0" dirty="0">
              <a:solidFill>
                <a:schemeClr val="bg1"/>
              </a:solidFill>
              <a:latin typeface="72 Brand" panose="020B0504030603020204" pitchFamily="34" charset="0"/>
              <a:ea typeface="72 Brand" pitchFamily="34" charset="-128"/>
              <a:cs typeface="72 Brand" pitchFamily="34" charset="-128"/>
            </a:endParaRPr>
          </a:p>
          <a:p>
            <a:pPr algn="l" fontAlgn="base">
              <a:spcBef>
                <a:spcPts val="240"/>
              </a:spcBef>
              <a:spcAft>
                <a:spcPct val="0"/>
              </a:spcAft>
              <a:buClr>
                <a:schemeClr val="tx1"/>
              </a:buClr>
              <a:buSzPct val="100000"/>
            </a:pPr>
            <a:r>
              <a:rPr lang="en-US" sz="1000" u="sng" kern="0" dirty="0" err="1">
                <a:solidFill>
                  <a:schemeClr val="bg1"/>
                </a:solidFill>
                <a:latin typeface="72 Brand" panose="020B0504030603020204" pitchFamily="34" charset="0"/>
                <a:ea typeface="72 Brand" pitchFamily="34" charset="-128"/>
                <a:cs typeface="72 Brand" pitchFamily="34" charset="-128"/>
              </a:rPr>
              <a:t>CrossWalk</a:t>
            </a:r>
            <a:r>
              <a:rPr lang="en-US" sz="1000" u="sng" kern="0" dirty="0">
                <a:solidFill>
                  <a:schemeClr val="bg1"/>
                </a:solidFill>
                <a:latin typeface="72 Brand" panose="020B0504030603020204" pitchFamily="34" charset="0"/>
                <a:ea typeface="72 Brand" pitchFamily="34" charset="-128"/>
                <a:cs typeface="72 Brand" pitchFamily="34" charset="-128"/>
              </a:rPr>
              <a:t> IDs:</a:t>
            </a:r>
          </a:p>
          <a:p>
            <a:pPr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Customer Service - 45GBh8K</a:t>
            </a:r>
          </a:p>
          <a:p>
            <a:pPr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Marketing – 880920172</a:t>
            </a:r>
          </a:p>
          <a:p>
            <a:pPr fontAlgn="base">
              <a:spcBef>
                <a:spcPts val="240"/>
              </a:spcBef>
              <a:spcAft>
                <a:spcPct val="0"/>
              </a:spcAft>
              <a:buClr>
                <a:schemeClr val="tx1"/>
              </a:buClr>
              <a:buSzPct val="100000"/>
            </a:pPr>
            <a:r>
              <a:rPr lang="en-US" sz="1000" kern="0" dirty="0">
                <a:solidFill>
                  <a:schemeClr val="bg1"/>
                </a:solidFill>
                <a:latin typeface="72 Brand" panose="020B0504030603020204" pitchFamily="34" charset="0"/>
                <a:ea typeface="72 Brand" pitchFamily="34" charset="-128"/>
                <a:cs typeface="72 Brand" pitchFamily="34" charset="-128"/>
              </a:rPr>
              <a:t>Finance - A009872</a:t>
            </a:r>
          </a:p>
        </p:txBody>
      </p:sp>
      <p:cxnSp>
        <p:nvCxnSpPr>
          <p:cNvPr id="12" name="Elbow Connector 11">
            <a:extLst>
              <a:ext uri="{FF2B5EF4-FFF2-40B4-BE49-F238E27FC236}">
                <a16:creationId xmlns:a16="http://schemas.microsoft.com/office/drawing/2014/main" id="{A0EE1219-2415-09A8-3AB7-AEEA1A475967}"/>
              </a:ext>
            </a:extLst>
          </p:cNvPr>
          <p:cNvCxnSpPr>
            <a:cxnSpLocks/>
            <a:stCxn id="7" idx="3"/>
            <a:endCxn id="10" idx="1"/>
          </p:cNvCxnSpPr>
          <p:nvPr/>
        </p:nvCxnSpPr>
        <p:spPr>
          <a:xfrm>
            <a:off x="7172806" y="2064969"/>
            <a:ext cx="1679252" cy="1642729"/>
          </a:xfrm>
          <a:prstGeom prst="bentConnector3">
            <a:avLst/>
          </a:prstGeom>
          <a:ln w="50800">
            <a:solidFill>
              <a:schemeClr val="bg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48EB4F2C-F52B-4D9D-D478-59AEAED210A6}"/>
              </a:ext>
            </a:extLst>
          </p:cNvPr>
          <p:cNvCxnSpPr>
            <a:cxnSpLocks/>
            <a:stCxn id="9" idx="3"/>
            <a:endCxn id="10" idx="1"/>
          </p:cNvCxnSpPr>
          <p:nvPr/>
        </p:nvCxnSpPr>
        <p:spPr>
          <a:xfrm flipV="1">
            <a:off x="7172806" y="3707698"/>
            <a:ext cx="1679252" cy="1774974"/>
          </a:xfrm>
          <a:prstGeom prst="bentConnector3">
            <a:avLst/>
          </a:prstGeom>
          <a:ln w="50800">
            <a:solidFill>
              <a:schemeClr val="bg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a:extLst>
              <a:ext uri="{FF2B5EF4-FFF2-40B4-BE49-F238E27FC236}">
                <a16:creationId xmlns:a16="http://schemas.microsoft.com/office/drawing/2014/main" id="{36A3A1D0-B748-5DFF-2CF5-4651AFAD8ADD}"/>
              </a:ext>
            </a:extLst>
          </p:cNvPr>
          <p:cNvCxnSpPr>
            <a:cxnSpLocks/>
            <a:stCxn id="8" idx="3"/>
            <a:endCxn id="10" idx="1"/>
          </p:cNvCxnSpPr>
          <p:nvPr/>
        </p:nvCxnSpPr>
        <p:spPr>
          <a:xfrm flipV="1">
            <a:off x="7172806" y="3707698"/>
            <a:ext cx="1679252" cy="1"/>
          </a:xfrm>
          <a:prstGeom prst="bentConnector3">
            <a:avLst/>
          </a:prstGeom>
          <a:ln w="50800">
            <a:solidFill>
              <a:schemeClr val="bg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8899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9CC726-E9ED-EC0D-3D33-78546CF8EF8D}"/>
              </a:ext>
            </a:extLst>
          </p:cNvPr>
          <p:cNvSpPr>
            <a:spLocks noGrp="1"/>
          </p:cNvSpPr>
          <p:nvPr>
            <p:ph type="title"/>
          </p:nvPr>
        </p:nvSpPr>
        <p:spPr/>
        <p:txBody>
          <a:bodyPr/>
          <a:lstStyle/>
          <a:p>
            <a:r>
              <a:rPr lang="en-US" dirty="0"/>
              <a:t>SAP Reltio Match Engine</a:t>
            </a:r>
          </a:p>
        </p:txBody>
      </p:sp>
      <p:sp>
        <p:nvSpPr>
          <p:cNvPr id="4" name="Text Placeholder 2">
            <a:extLst>
              <a:ext uri="{FF2B5EF4-FFF2-40B4-BE49-F238E27FC236}">
                <a16:creationId xmlns:a16="http://schemas.microsoft.com/office/drawing/2014/main" id="{DEFD2658-4514-E220-9645-6858467CFF4F}"/>
              </a:ext>
            </a:extLst>
          </p:cNvPr>
          <p:cNvSpPr txBox="1">
            <a:spLocks/>
          </p:cNvSpPr>
          <p:nvPr/>
        </p:nvSpPr>
        <p:spPr bwMode="black">
          <a:xfrm>
            <a:off x="6095588" y="1301917"/>
            <a:ext cx="5438631" cy="5002453"/>
          </a:xfrm>
          <a:prstGeom prst="rect">
            <a:avLst/>
          </a:prstGeom>
          <a:noFill/>
        </p:spPr>
        <p:txBody>
          <a:bodyPr vert="horz" lIns="108000" tIns="36000" rIns="108000" bIns="3600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lnSpc>
                <a:spcPct val="150000"/>
              </a:lnSpc>
              <a:buSzPct val="100000"/>
              <a:buFont typeface="Arial" panose="020B0604020202020204" pitchFamily="34" charset="0"/>
              <a:buChar char="​"/>
            </a:pPr>
            <a:r>
              <a:rPr lang="en-US" sz="1400" noProof="1"/>
              <a:t>The match engine is the intelligence behind identifying duplicates and creating a trusted combined profile. The match engine </a:t>
            </a:r>
          </a:p>
          <a:p>
            <a:pPr marL="285750" indent="-285750">
              <a:lnSpc>
                <a:spcPct val="150000"/>
              </a:lnSpc>
              <a:buSzPct val="100000"/>
              <a:buFont typeface="Wingdings" pitchFamily="2" charset="2"/>
              <a:buChar char="§"/>
            </a:pPr>
            <a:r>
              <a:rPr lang="en-US" sz="1400" noProof="1"/>
              <a:t>Identifies duplicate entities across disparate data sources</a:t>
            </a:r>
          </a:p>
          <a:p>
            <a:pPr marL="285750" indent="-285750">
              <a:lnSpc>
                <a:spcPct val="150000"/>
              </a:lnSpc>
              <a:buSzPct val="100000"/>
              <a:buFont typeface="Wingdings" pitchFamily="2" charset="2"/>
              <a:buChar char="§"/>
            </a:pPr>
            <a:r>
              <a:rPr lang="en-US" sz="1400" noProof="1"/>
              <a:t>Determines which records represent the same real-world person, organization or object</a:t>
            </a:r>
          </a:p>
          <a:p>
            <a:pPr marL="285750" indent="-285750">
              <a:lnSpc>
                <a:spcPct val="150000"/>
              </a:lnSpc>
              <a:buSzPct val="100000"/>
              <a:buFont typeface="Wingdings" pitchFamily="2" charset="2"/>
              <a:buChar char="§"/>
            </a:pPr>
            <a:r>
              <a:rPr lang="en-US" sz="1400" noProof="1"/>
              <a:t>Resolves fragmented data into a combined unified profile</a:t>
            </a:r>
          </a:p>
          <a:p>
            <a:pPr>
              <a:lnSpc>
                <a:spcPct val="150000"/>
              </a:lnSpc>
              <a:buSzPct val="100000"/>
              <a:buNone/>
            </a:pPr>
            <a:r>
              <a:rPr lang="en-US" sz="1400" noProof="1"/>
              <a:t>Human review is needed when</a:t>
            </a:r>
          </a:p>
          <a:p>
            <a:pPr marL="285750" indent="-285750">
              <a:lnSpc>
                <a:spcPct val="150000"/>
              </a:lnSpc>
              <a:buSzPct val="100000"/>
              <a:buFont typeface="Wingdings" pitchFamily="2" charset="2"/>
              <a:buChar char="§"/>
            </a:pPr>
            <a:r>
              <a:rPr lang="en-US" sz="1400" noProof="1"/>
              <a:t>Records are flagged as potential matches by engine</a:t>
            </a:r>
          </a:p>
          <a:p>
            <a:pPr marL="285750" indent="-285750">
              <a:lnSpc>
                <a:spcPct val="150000"/>
              </a:lnSpc>
              <a:buSzPct val="100000"/>
              <a:buFont typeface="Wingdings" pitchFamily="2" charset="2"/>
              <a:buChar char="§"/>
            </a:pPr>
            <a:r>
              <a:rPr lang="en-US" sz="1400" noProof="1"/>
              <a:t>Profiles are involved in manual merge or unmerge actions</a:t>
            </a:r>
          </a:p>
          <a:p>
            <a:pPr marL="285750" indent="-285750">
              <a:lnSpc>
                <a:spcPct val="150000"/>
              </a:lnSpc>
              <a:buSzPct val="100000"/>
              <a:buFont typeface="Wingdings" pitchFamily="2" charset="2"/>
              <a:buChar char="§"/>
            </a:pPr>
            <a:r>
              <a:rPr lang="en-US" sz="1400" noProof="1"/>
              <a:t>Exception where automated rules require human judgement</a:t>
            </a:r>
          </a:p>
        </p:txBody>
      </p:sp>
      <p:graphicFrame>
        <p:nvGraphicFramePr>
          <p:cNvPr id="5" name="Table 4">
            <a:extLst>
              <a:ext uri="{FF2B5EF4-FFF2-40B4-BE49-F238E27FC236}">
                <a16:creationId xmlns:a16="http://schemas.microsoft.com/office/drawing/2014/main" id="{40415938-D343-5C18-026E-89AE279C8D6C}"/>
              </a:ext>
            </a:extLst>
          </p:cNvPr>
          <p:cNvGraphicFramePr>
            <a:graphicFrameLocks noGrp="1"/>
          </p:cNvGraphicFramePr>
          <p:nvPr>
            <p:extLst>
              <p:ext uri="{D42A27DB-BD31-4B8C-83A1-F6EECF244321}">
                <p14:modId xmlns:p14="http://schemas.microsoft.com/office/powerpoint/2010/main" val="1250298394"/>
              </p:ext>
            </p:extLst>
          </p:nvPr>
        </p:nvGraphicFramePr>
        <p:xfrm>
          <a:off x="504001" y="1301918"/>
          <a:ext cx="4574562" cy="5002453"/>
        </p:xfrm>
        <a:graphic>
          <a:graphicData uri="http://schemas.openxmlformats.org/drawingml/2006/table">
            <a:tbl>
              <a:tblPr firstRow="1" bandRow="1">
                <a:tableStyleId>{2D5ABB26-0587-4C30-8999-92F81FD0307C}</a:tableStyleId>
              </a:tblPr>
              <a:tblGrid>
                <a:gridCol w="567517">
                  <a:extLst>
                    <a:ext uri="{9D8B030D-6E8A-4147-A177-3AD203B41FA5}">
                      <a16:colId xmlns:a16="http://schemas.microsoft.com/office/drawing/2014/main" val="3385583913"/>
                    </a:ext>
                  </a:extLst>
                </a:gridCol>
                <a:gridCol w="567517">
                  <a:extLst>
                    <a:ext uri="{9D8B030D-6E8A-4147-A177-3AD203B41FA5}">
                      <a16:colId xmlns:a16="http://schemas.microsoft.com/office/drawing/2014/main" val="3891222838"/>
                    </a:ext>
                  </a:extLst>
                </a:gridCol>
                <a:gridCol w="1719764">
                  <a:extLst>
                    <a:ext uri="{9D8B030D-6E8A-4147-A177-3AD203B41FA5}">
                      <a16:colId xmlns:a16="http://schemas.microsoft.com/office/drawing/2014/main" val="897112892"/>
                    </a:ext>
                  </a:extLst>
                </a:gridCol>
                <a:gridCol w="1719764">
                  <a:extLst>
                    <a:ext uri="{9D8B030D-6E8A-4147-A177-3AD203B41FA5}">
                      <a16:colId xmlns:a16="http://schemas.microsoft.com/office/drawing/2014/main" val="622719310"/>
                    </a:ext>
                  </a:extLst>
                </a:gridCol>
              </a:tblGrid>
              <a:tr h="400325">
                <a:tc>
                  <a:txBody>
                    <a:bodyPr/>
                    <a:lstStyle/>
                    <a:p>
                      <a:endParaRPr lang="en-US" sz="1200" dirty="0"/>
                    </a:p>
                  </a:txBody>
                  <a:tcPr/>
                </a:tc>
                <a:tc>
                  <a:txBody>
                    <a:bodyPr/>
                    <a:lstStyle/>
                    <a:p>
                      <a:endParaRPr lang="en-US" sz="1200" dirty="0"/>
                    </a:p>
                  </a:txBody>
                  <a:tcPr>
                    <a:lnR w="12700" cap="flat" cmpd="sng" algn="ctr">
                      <a:solidFill>
                        <a:schemeClr val="tx1"/>
                      </a:solidFill>
                      <a:prstDash val="solid"/>
                      <a:round/>
                      <a:headEnd type="none" w="med" len="med"/>
                      <a:tailEnd type="none" w="med" len="med"/>
                    </a:lnR>
                  </a:tcPr>
                </a:tc>
                <a:tc gridSpan="2">
                  <a:txBody>
                    <a:bodyPr/>
                    <a:lstStyle/>
                    <a:p>
                      <a:pPr algn="ctr"/>
                      <a:r>
                        <a:rPr lang="en-US" sz="1200" b="1" dirty="0"/>
                        <a:t>Reality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1827056"/>
                  </a:ext>
                </a:extLst>
              </a:tr>
              <a:tr h="400325">
                <a:tc>
                  <a:txBody>
                    <a:bodyPr/>
                    <a:lstStyle/>
                    <a:p>
                      <a:endParaRPr lang="en-US" sz="1200" dirty="0"/>
                    </a:p>
                  </a:txBody>
                  <a:tcPr>
                    <a:lnB w="12700" cap="flat" cmpd="sng" algn="ctr">
                      <a:solidFill>
                        <a:schemeClr val="tx1"/>
                      </a:solidFill>
                      <a:prstDash val="solid"/>
                      <a:round/>
                      <a:headEnd type="none" w="med" len="med"/>
                      <a:tailEnd type="none" w="med" len="med"/>
                    </a:lnB>
                  </a:tcPr>
                </a:tc>
                <a:tc>
                  <a:txBody>
                    <a:bodyPr/>
                    <a:lstStyle/>
                    <a:p>
                      <a:endParaRPr lang="en-US" sz="12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200" dirty="0"/>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Not a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166490"/>
                  </a:ext>
                </a:extLst>
              </a:tr>
              <a:tr h="1400601">
                <a:tc rowSpan="3">
                  <a:txBody>
                    <a:bodyPr/>
                    <a:lstStyle/>
                    <a:p>
                      <a:pPr algn="ctr"/>
                      <a:r>
                        <a:rPr lang="en-US" sz="1200" b="1" dirty="0"/>
                        <a:t>Match Engine</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Match</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solidFill>
                            <a:schemeClr val="tx1"/>
                          </a:solidFill>
                        </a:rPr>
                        <a:t>True Positive: </a:t>
                      </a:r>
                    </a:p>
                    <a:p>
                      <a:pPr algn="ctr"/>
                      <a:r>
                        <a:rPr lang="en-US" sz="1200" dirty="0">
                          <a:solidFill>
                            <a:schemeClr val="tx1"/>
                          </a:solidFill>
                        </a:rPr>
                        <a:t>Engine = Reality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7DD40"/>
                    </a:solidFill>
                  </a:tcPr>
                </a:tc>
                <a:tc>
                  <a:txBody>
                    <a:bodyPr/>
                    <a:lstStyle/>
                    <a:p>
                      <a:pPr algn="ctr"/>
                      <a:r>
                        <a:rPr lang="en-US" sz="1200" dirty="0">
                          <a:solidFill>
                            <a:schemeClr val="tx1"/>
                          </a:solidFill>
                        </a:rPr>
                        <a:t>False Positive:</a:t>
                      </a:r>
                    </a:p>
                    <a:p>
                      <a:pPr algn="ctr"/>
                      <a:r>
                        <a:rPr lang="en-US" sz="1200" dirty="0">
                          <a:solidFill>
                            <a:schemeClr val="tx1"/>
                          </a:solidFill>
                        </a:rPr>
                        <a:t>Engine incorrectly matched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933"/>
                    </a:solidFill>
                  </a:tcPr>
                </a:tc>
                <a:extLst>
                  <a:ext uri="{0D108BD9-81ED-4DB2-BD59-A6C34878D82A}">
                    <a16:rowId xmlns:a16="http://schemas.microsoft.com/office/drawing/2014/main" val="1537713389"/>
                  </a:ext>
                </a:extLst>
              </a:tr>
              <a:tr h="1400601">
                <a:tc vMerge="1">
                  <a:txBody>
                    <a:bodyPr/>
                    <a:lstStyle/>
                    <a:p>
                      <a:endParaRPr lang="en-US"/>
                    </a:p>
                  </a:txBody>
                  <a:tcPr/>
                </a:tc>
                <a:tc>
                  <a:txBody>
                    <a:bodyPr/>
                    <a:lstStyle/>
                    <a:p>
                      <a:pPr algn="ctr"/>
                      <a:r>
                        <a:rPr lang="en-US" sz="1200" dirty="0"/>
                        <a:t>Potential Match</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200" dirty="0">
                          <a:solidFill>
                            <a:schemeClr val="tx1"/>
                          </a:solidFill>
                        </a:rPr>
                        <a:t>Data Steward 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pPr algn="ctr"/>
                      <a:endParaRPr 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7DD40"/>
                    </a:solidFill>
                  </a:tcPr>
                </a:tc>
                <a:extLst>
                  <a:ext uri="{0D108BD9-81ED-4DB2-BD59-A6C34878D82A}">
                    <a16:rowId xmlns:a16="http://schemas.microsoft.com/office/drawing/2014/main" val="2847121979"/>
                  </a:ext>
                </a:extLst>
              </a:tr>
              <a:tr h="1400601">
                <a:tc vMerge="1">
                  <a:txBody>
                    <a:bodyPr/>
                    <a:lstStyle/>
                    <a:p>
                      <a:endParaRPr lang="en-US" sz="1200" dirty="0"/>
                    </a:p>
                  </a:txBody>
                  <a:tcPr/>
                </a:tc>
                <a:tc>
                  <a:txBody>
                    <a:bodyPr/>
                    <a:lstStyle/>
                    <a:p>
                      <a:pPr algn="ctr"/>
                      <a:r>
                        <a:rPr lang="en-US" sz="1200" dirty="0"/>
                        <a:t>Not a Match</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solidFill>
                            <a:schemeClr val="tx1"/>
                          </a:solidFill>
                        </a:rPr>
                        <a:t>False Negative:</a:t>
                      </a:r>
                    </a:p>
                    <a:p>
                      <a:pPr algn="ctr"/>
                      <a:r>
                        <a:rPr lang="en-US" sz="1200" dirty="0">
                          <a:solidFill>
                            <a:schemeClr val="tx1"/>
                          </a:solidFill>
                        </a:rPr>
                        <a:t>Engine incorrectly missed a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933"/>
                    </a:solidFill>
                  </a:tcPr>
                </a:tc>
                <a:tc>
                  <a:txBody>
                    <a:bodyPr/>
                    <a:lstStyle/>
                    <a:p>
                      <a:pPr algn="ctr"/>
                      <a:r>
                        <a:rPr lang="en-US" sz="1200" dirty="0">
                          <a:solidFill>
                            <a:schemeClr val="tx1"/>
                          </a:solidFill>
                        </a:rPr>
                        <a:t>True Negative:</a:t>
                      </a:r>
                    </a:p>
                    <a:p>
                      <a:pPr algn="ctr"/>
                      <a:r>
                        <a:rPr lang="en-US" sz="1200" dirty="0">
                          <a:solidFill>
                            <a:schemeClr val="tx1"/>
                          </a:solidFill>
                        </a:rPr>
                        <a:t>Engine = Reality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7DD40"/>
                    </a:solidFill>
                  </a:tcPr>
                </a:tc>
                <a:extLst>
                  <a:ext uri="{0D108BD9-81ED-4DB2-BD59-A6C34878D82A}">
                    <a16:rowId xmlns:a16="http://schemas.microsoft.com/office/drawing/2014/main" val="2816987069"/>
                  </a:ext>
                </a:extLst>
              </a:tr>
            </a:tbl>
          </a:graphicData>
        </a:graphic>
      </p:graphicFrame>
    </p:spTree>
    <p:extLst>
      <p:ext uri="{BB962C8B-B14F-4D97-AF65-F5344CB8AC3E}">
        <p14:creationId xmlns:p14="http://schemas.microsoft.com/office/powerpoint/2010/main" val="2750148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73BB0-EC80-4AEE-16C9-93358E1D04D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2209E4-0771-1125-90CD-3EB26B5CB801}"/>
              </a:ext>
            </a:extLst>
          </p:cNvPr>
          <p:cNvSpPr>
            <a:spLocks noGrp="1"/>
          </p:cNvSpPr>
          <p:nvPr>
            <p:ph type="title"/>
          </p:nvPr>
        </p:nvSpPr>
        <p:spPr/>
        <p:txBody>
          <a:bodyPr/>
          <a:lstStyle/>
          <a:p>
            <a:r>
              <a:rPr lang="en-US" dirty="0"/>
              <a:t>SAP Reltio Match Engine – Decision Matrix</a:t>
            </a:r>
          </a:p>
        </p:txBody>
      </p:sp>
      <p:graphicFrame>
        <p:nvGraphicFramePr>
          <p:cNvPr id="5" name="Table 4">
            <a:extLst>
              <a:ext uri="{FF2B5EF4-FFF2-40B4-BE49-F238E27FC236}">
                <a16:creationId xmlns:a16="http://schemas.microsoft.com/office/drawing/2014/main" id="{7CA4F4AD-C9D4-98FC-FCE8-4BE38DCA8B04}"/>
              </a:ext>
            </a:extLst>
          </p:cNvPr>
          <p:cNvGraphicFramePr>
            <a:graphicFrameLocks noGrp="1"/>
          </p:cNvGraphicFramePr>
          <p:nvPr/>
        </p:nvGraphicFramePr>
        <p:xfrm>
          <a:off x="504001" y="1301918"/>
          <a:ext cx="4574562" cy="5002453"/>
        </p:xfrm>
        <a:graphic>
          <a:graphicData uri="http://schemas.openxmlformats.org/drawingml/2006/table">
            <a:tbl>
              <a:tblPr firstRow="1" bandRow="1">
                <a:tableStyleId>{2D5ABB26-0587-4C30-8999-92F81FD0307C}</a:tableStyleId>
              </a:tblPr>
              <a:tblGrid>
                <a:gridCol w="567517">
                  <a:extLst>
                    <a:ext uri="{9D8B030D-6E8A-4147-A177-3AD203B41FA5}">
                      <a16:colId xmlns:a16="http://schemas.microsoft.com/office/drawing/2014/main" val="3385583913"/>
                    </a:ext>
                  </a:extLst>
                </a:gridCol>
                <a:gridCol w="567517">
                  <a:extLst>
                    <a:ext uri="{9D8B030D-6E8A-4147-A177-3AD203B41FA5}">
                      <a16:colId xmlns:a16="http://schemas.microsoft.com/office/drawing/2014/main" val="3891222838"/>
                    </a:ext>
                  </a:extLst>
                </a:gridCol>
                <a:gridCol w="1719764">
                  <a:extLst>
                    <a:ext uri="{9D8B030D-6E8A-4147-A177-3AD203B41FA5}">
                      <a16:colId xmlns:a16="http://schemas.microsoft.com/office/drawing/2014/main" val="897112892"/>
                    </a:ext>
                  </a:extLst>
                </a:gridCol>
                <a:gridCol w="1719764">
                  <a:extLst>
                    <a:ext uri="{9D8B030D-6E8A-4147-A177-3AD203B41FA5}">
                      <a16:colId xmlns:a16="http://schemas.microsoft.com/office/drawing/2014/main" val="622719310"/>
                    </a:ext>
                  </a:extLst>
                </a:gridCol>
              </a:tblGrid>
              <a:tr h="400325">
                <a:tc>
                  <a:txBody>
                    <a:bodyPr/>
                    <a:lstStyle/>
                    <a:p>
                      <a:endParaRPr lang="en-US" sz="1200" dirty="0"/>
                    </a:p>
                  </a:txBody>
                  <a:tcPr/>
                </a:tc>
                <a:tc>
                  <a:txBody>
                    <a:bodyPr/>
                    <a:lstStyle/>
                    <a:p>
                      <a:endParaRPr lang="en-US" sz="1200" dirty="0"/>
                    </a:p>
                  </a:txBody>
                  <a:tcPr>
                    <a:lnR w="12700" cap="flat" cmpd="sng" algn="ctr">
                      <a:solidFill>
                        <a:schemeClr val="tx1"/>
                      </a:solidFill>
                      <a:prstDash val="solid"/>
                      <a:round/>
                      <a:headEnd type="none" w="med" len="med"/>
                      <a:tailEnd type="none" w="med" len="med"/>
                    </a:lnR>
                  </a:tcPr>
                </a:tc>
                <a:tc gridSpan="2">
                  <a:txBody>
                    <a:bodyPr/>
                    <a:lstStyle/>
                    <a:p>
                      <a:pPr algn="ctr"/>
                      <a:r>
                        <a:rPr lang="en-US" sz="1200" b="1" dirty="0"/>
                        <a:t>Reality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1827056"/>
                  </a:ext>
                </a:extLst>
              </a:tr>
              <a:tr h="400325">
                <a:tc>
                  <a:txBody>
                    <a:bodyPr/>
                    <a:lstStyle/>
                    <a:p>
                      <a:endParaRPr lang="en-US" sz="1200" dirty="0"/>
                    </a:p>
                  </a:txBody>
                  <a:tcPr>
                    <a:lnB w="12700" cap="flat" cmpd="sng" algn="ctr">
                      <a:solidFill>
                        <a:schemeClr val="tx1"/>
                      </a:solidFill>
                      <a:prstDash val="solid"/>
                      <a:round/>
                      <a:headEnd type="none" w="med" len="med"/>
                      <a:tailEnd type="none" w="med" len="med"/>
                    </a:lnB>
                  </a:tcPr>
                </a:tc>
                <a:tc>
                  <a:txBody>
                    <a:bodyPr/>
                    <a:lstStyle/>
                    <a:p>
                      <a:endParaRPr lang="en-US" sz="12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200" dirty="0"/>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Not a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166490"/>
                  </a:ext>
                </a:extLst>
              </a:tr>
              <a:tr h="1400601">
                <a:tc rowSpan="3">
                  <a:txBody>
                    <a:bodyPr/>
                    <a:lstStyle/>
                    <a:p>
                      <a:pPr algn="ctr"/>
                      <a:r>
                        <a:rPr lang="en-US" sz="1200" b="1" dirty="0"/>
                        <a:t>Match Engine</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Match</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solidFill>
                            <a:schemeClr val="tx1"/>
                          </a:solidFill>
                        </a:rPr>
                        <a:t>True Positive: </a:t>
                      </a:r>
                    </a:p>
                    <a:p>
                      <a:pPr algn="ctr"/>
                      <a:r>
                        <a:rPr lang="en-US" sz="1200" dirty="0">
                          <a:solidFill>
                            <a:schemeClr val="tx1"/>
                          </a:solidFill>
                        </a:rPr>
                        <a:t>Engine = Reality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7DD40"/>
                    </a:solidFill>
                  </a:tcPr>
                </a:tc>
                <a:tc>
                  <a:txBody>
                    <a:bodyPr/>
                    <a:lstStyle/>
                    <a:p>
                      <a:pPr algn="ctr"/>
                      <a:r>
                        <a:rPr lang="en-US" sz="1200" dirty="0">
                          <a:solidFill>
                            <a:schemeClr val="tx1"/>
                          </a:solidFill>
                        </a:rPr>
                        <a:t>False Positive:</a:t>
                      </a:r>
                    </a:p>
                    <a:p>
                      <a:pPr algn="ctr"/>
                      <a:r>
                        <a:rPr lang="en-US" sz="1200" dirty="0">
                          <a:solidFill>
                            <a:schemeClr val="tx1"/>
                          </a:solidFill>
                        </a:rPr>
                        <a:t>Engine incorrectly matched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933"/>
                    </a:solidFill>
                  </a:tcPr>
                </a:tc>
                <a:extLst>
                  <a:ext uri="{0D108BD9-81ED-4DB2-BD59-A6C34878D82A}">
                    <a16:rowId xmlns:a16="http://schemas.microsoft.com/office/drawing/2014/main" val="1537713389"/>
                  </a:ext>
                </a:extLst>
              </a:tr>
              <a:tr h="1400601">
                <a:tc vMerge="1">
                  <a:txBody>
                    <a:bodyPr/>
                    <a:lstStyle/>
                    <a:p>
                      <a:endParaRPr lang="en-US"/>
                    </a:p>
                  </a:txBody>
                  <a:tcPr/>
                </a:tc>
                <a:tc>
                  <a:txBody>
                    <a:bodyPr/>
                    <a:lstStyle/>
                    <a:p>
                      <a:pPr algn="ctr"/>
                      <a:r>
                        <a:rPr lang="en-US" sz="1200" dirty="0"/>
                        <a:t>Potential Match</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200" dirty="0">
                          <a:solidFill>
                            <a:schemeClr val="tx1"/>
                          </a:solidFill>
                        </a:rPr>
                        <a:t>Data Steward 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pPr algn="ctr"/>
                      <a:endParaRPr 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7DD40"/>
                    </a:solidFill>
                  </a:tcPr>
                </a:tc>
                <a:extLst>
                  <a:ext uri="{0D108BD9-81ED-4DB2-BD59-A6C34878D82A}">
                    <a16:rowId xmlns:a16="http://schemas.microsoft.com/office/drawing/2014/main" val="2847121979"/>
                  </a:ext>
                </a:extLst>
              </a:tr>
              <a:tr h="1400601">
                <a:tc vMerge="1">
                  <a:txBody>
                    <a:bodyPr/>
                    <a:lstStyle/>
                    <a:p>
                      <a:endParaRPr lang="en-US" sz="1200" dirty="0"/>
                    </a:p>
                  </a:txBody>
                  <a:tcPr/>
                </a:tc>
                <a:tc>
                  <a:txBody>
                    <a:bodyPr/>
                    <a:lstStyle/>
                    <a:p>
                      <a:pPr algn="ctr"/>
                      <a:r>
                        <a:rPr lang="en-US" sz="1200" dirty="0"/>
                        <a:t>Not a Match</a:t>
                      </a: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solidFill>
                            <a:schemeClr val="tx1"/>
                          </a:solidFill>
                        </a:rPr>
                        <a:t>False Negative:</a:t>
                      </a:r>
                    </a:p>
                    <a:p>
                      <a:pPr algn="ctr"/>
                      <a:r>
                        <a:rPr lang="en-US" sz="1200" dirty="0">
                          <a:solidFill>
                            <a:schemeClr val="tx1"/>
                          </a:solidFill>
                        </a:rPr>
                        <a:t>Engine incorrectly missed a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933"/>
                    </a:solidFill>
                  </a:tcPr>
                </a:tc>
                <a:tc>
                  <a:txBody>
                    <a:bodyPr/>
                    <a:lstStyle/>
                    <a:p>
                      <a:pPr algn="ctr"/>
                      <a:r>
                        <a:rPr lang="en-US" sz="1200" dirty="0">
                          <a:solidFill>
                            <a:schemeClr val="tx1"/>
                          </a:solidFill>
                        </a:rPr>
                        <a:t>True Negative:</a:t>
                      </a:r>
                    </a:p>
                    <a:p>
                      <a:pPr algn="ctr"/>
                      <a:r>
                        <a:rPr lang="en-US" sz="1200" dirty="0">
                          <a:solidFill>
                            <a:schemeClr val="tx1"/>
                          </a:solidFill>
                        </a:rPr>
                        <a:t>Engine = Reality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7DD40"/>
                    </a:solidFill>
                  </a:tcPr>
                </a:tc>
                <a:extLst>
                  <a:ext uri="{0D108BD9-81ED-4DB2-BD59-A6C34878D82A}">
                    <a16:rowId xmlns:a16="http://schemas.microsoft.com/office/drawing/2014/main" val="2816987069"/>
                  </a:ext>
                </a:extLst>
              </a:tr>
            </a:tbl>
          </a:graphicData>
        </a:graphic>
      </p:graphicFrame>
      <p:graphicFrame>
        <p:nvGraphicFramePr>
          <p:cNvPr id="2" name="Table 1">
            <a:extLst>
              <a:ext uri="{FF2B5EF4-FFF2-40B4-BE49-F238E27FC236}">
                <a16:creationId xmlns:a16="http://schemas.microsoft.com/office/drawing/2014/main" id="{7108B47D-065D-0CC5-4ABC-F888D2BD9CE6}"/>
              </a:ext>
            </a:extLst>
          </p:cNvPr>
          <p:cNvGraphicFramePr>
            <a:graphicFrameLocks noGrp="1"/>
          </p:cNvGraphicFramePr>
          <p:nvPr>
            <p:extLst>
              <p:ext uri="{D42A27DB-BD31-4B8C-83A1-F6EECF244321}">
                <p14:modId xmlns:p14="http://schemas.microsoft.com/office/powerpoint/2010/main" val="2300696487"/>
              </p:ext>
            </p:extLst>
          </p:nvPr>
        </p:nvGraphicFramePr>
        <p:xfrm>
          <a:off x="5949592" y="1301917"/>
          <a:ext cx="2960492" cy="5002448"/>
        </p:xfrm>
        <a:graphic>
          <a:graphicData uri="http://schemas.openxmlformats.org/drawingml/2006/table">
            <a:tbl>
              <a:tblPr firstRow="1" bandRow="1">
                <a:tableStyleId>{2D5ABB26-0587-4C30-8999-92F81FD0307C}</a:tableStyleId>
              </a:tblPr>
              <a:tblGrid>
                <a:gridCol w="2354436">
                  <a:extLst>
                    <a:ext uri="{9D8B030D-6E8A-4147-A177-3AD203B41FA5}">
                      <a16:colId xmlns:a16="http://schemas.microsoft.com/office/drawing/2014/main" val="2340426839"/>
                    </a:ext>
                  </a:extLst>
                </a:gridCol>
                <a:gridCol w="606056">
                  <a:extLst>
                    <a:ext uri="{9D8B030D-6E8A-4147-A177-3AD203B41FA5}">
                      <a16:colId xmlns:a16="http://schemas.microsoft.com/office/drawing/2014/main" val="526892139"/>
                    </a:ext>
                  </a:extLst>
                </a:gridCol>
              </a:tblGrid>
              <a:tr h="454768">
                <a:tc>
                  <a:txBody>
                    <a:bodyPr/>
                    <a:lstStyle/>
                    <a:p>
                      <a:endParaRPr lang="en-US" sz="1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3495351"/>
                  </a:ext>
                </a:extLst>
              </a:tr>
              <a:tr h="454768">
                <a:tc rowSpan="2">
                  <a:txBody>
                    <a:bodyPr/>
                    <a:lstStyle/>
                    <a:p>
                      <a:pPr algn="ctr"/>
                      <a:r>
                        <a:rPr lang="en-US" sz="1200" dirty="0">
                          <a:solidFill>
                            <a:schemeClr val="bg1"/>
                          </a:solidFill>
                        </a:rPr>
                        <a:t>Automatic Merge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D36FF"/>
                    </a:solidFill>
                  </a:tcPr>
                </a:tc>
                <a:tc>
                  <a:txBody>
                    <a:bodyPr/>
                    <a:lstStyle/>
                    <a:p>
                      <a:pPr algn="ctr"/>
                      <a:r>
                        <a:rPr lang="en-US" sz="1200" dirty="0"/>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4302839"/>
                  </a:ext>
                </a:extLst>
              </a:tr>
              <a:tr h="454768">
                <a:tc v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4496452"/>
                  </a:ext>
                </a:extLst>
              </a:tr>
              <a:tr h="454768">
                <a:tc rowSpan="3">
                  <a:txBody>
                    <a:bodyPr/>
                    <a:lstStyle/>
                    <a:p>
                      <a:pPr algn="ctr"/>
                      <a:r>
                        <a:rPr lang="en-US" sz="1200" dirty="0"/>
                        <a:t>Potential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894FF"/>
                    </a:solidFill>
                  </a:tcPr>
                </a:tc>
                <a:tc>
                  <a:txBody>
                    <a:bodyPr/>
                    <a:lstStyle/>
                    <a:p>
                      <a:pPr algn="ctr"/>
                      <a:r>
                        <a:rPr lang="en-US" sz="1200" dirty="0"/>
                        <a:t>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517921"/>
                  </a:ext>
                </a:extLst>
              </a:tr>
              <a:tr h="454768">
                <a:tc v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8440900"/>
                  </a:ext>
                </a:extLst>
              </a:tr>
              <a:tr h="454768">
                <a:tc v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8492994"/>
                  </a:ext>
                </a:extLst>
              </a:tr>
              <a:tr h="454768">
                <a:tc rowSpan="5">
                  <a:txBody>
                    <a:bodyPr/>
                    <a:lstStyle/>
                    <a:p>
                      <a:pPr algn="ctr"/>
                      <a:r>
                        <a:rPr lang="en-US" sz="1200" dirty="0">
                          <a:solidFill>
                            <a:schemeClr val="bg1"/>
                          </a:solidFill>
                        </a:rPr>
                        <a:t>Not a 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00DC"/>
                    </a:solidFill>
                  </a:tcPr>
                </a:tc>
                <a:tc>
                  <a:txBody>
                    <a:bodyPr/>
                    <a:lstStyle/>
                    <a:p>
                      <a:pPr algn="ctr"/>
                      <a:r>
                        <a:rPr lang="en-US" sz="1200" dirty="0"/>
                        <a:t>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2670569"/>
                  </a:ext>
                </a:extLst>
              </a:tr>
              <a:tr h="454768">
                <a:tc v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1464026"/>
                  </a:ext>
                </a:extLst>
              </a:tr>
              <a:tr h="454768">
                <a:tc v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9018296"/>
                  </a:ext>
                </a:extLst>
              </a:tr>
              <a:tr h="454768">
                <a:tc v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74751"/>
                  </a:ext>
                </a:extLst>
              </a:tr>
              <a:tr h="454768">
                <a:tc v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0650634"/>
                  </a:ext>
                </a:extLst>
              </a:tr>
            </a:tbl>
          </a:graphicData>
        </a:graphic>
      </p:graphicFrame>
      <p:cxnSp>
        <p:nvCxnSpPr>
          <p:cNvPr id="7" name="Straight Connector 6">
            <a:extLst>
              <a:ext uri="{FF2B5EF4-FFF2-40B4-BE49-F238E27FC236}">
                <a16:creationId xmlns:a16="http://schemas.microsoft.com/office/drawing/2014/main" id="{6E2AD6E8-1D30-C246-B5DD-906DD73A4E47}"/>
              </a:ext>
            </a:extLst>
          </p:cNvPr>
          <p:cNvCxnSpPr/>
          <p:nvPr/>
        </p:nvCxnSpPr>
        <p:spPr>
          <a:xfrm flipV="1">
            <a:off x="5078563" y="1754372"/>
            <a:ext cx="871029" cy="340242"/>
          </a:xfrm>
          <a:prstGeom prst="line">
            <a:avLst/>
          </a:prstGeom>
          <a:ln w="6350">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D06ABE7-A07E-911E-28FE-D66C63594940}"/>
              </a:ext>
            </a:extLst>
          </p:cNvPr>
          <p:cNvCxnSpPr>
            <a:cxnSpLocks/>
          </p:cNvCxnSpPr>
          <p:nvPr/>
        </p:nvCxnSpPr>
        <p:spPr>
          <a:xfrm flipV="1">
            <a:off x="5078563" y="2679405"/>
            <a:ext cx="871029" cy="749595"/>
          </a:xfrm>
          <a:prstGeom prst="line">
            <a:avLst/>
          </a:prstGeom>
          <a:ln w="6350">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7660D24-FAD6-3E46-929E-133B260C0A59}"/>
              </a:ext>
            </a:extLst>
          </p:cNvPr>
          <p:cNvCxnSpPr>
            <a:cxnSpLocks/>
          </p:cNvCxnSpPr>
          <p:nvPr/>
        </p:nvCxnSpPr>
        <p:spPr>
          <a:xfrm flipV="1">
            <a:off x="5078563" y="4029740"/>
            <a:ext cx="871029" cy="871869"/>
          </a:xfrm>
          <a:prstGeom prst="line">
            <a:avLst/>
          </a:prstGeom>
          <a:ln w="6350">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9A7384A-5DE1-B0D2-E369-7824E87AF81C}"/>
              </a:ext>
            </a:extLst>
          </p:cNvPr>
          <p:cNvCxnSpPr>
            <a:cxnSpLocks/>
          </p:cNvCxnSpPr>
          <p:nvPr/>
        </p:nvCxnSpPr>
        <p:spPr>
          <a:xfrm>
            <a:off x="5078563" y="6304365"/>
            <a:ext cx="871029" cy="0"/>
          </a:xfrm>
          <a:prstGeom prst="line">
            <a:avLst/>
          </a:prstGeom>
          <a:ln w="6350">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774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8869322-321C-DDD5-2D1D-042AE1F6F281}"/>
              </a:ext>
            </a:extLst>
          </p:cNvPr>
          <p:cNvSpPr>
            <a:spLocks noGrp="1"/>
          </p:cNvSpPr>
          <p:nvPr>
            <p:ph type="title"/>
          </p:nvPr>
        </p:nvSpPr>
        <p:spPr>
          <a:xfrm>
            <a:off x="504000" y="504000"/>
            <a:ext cx="11186476" cy="369332"/>
          </a:xfrm>
        </p:spPr>
        <p:txBody>
          <a:bodyPr/>
          <a:lstStyle/>
          <a:p>
            <a:r>
              <a:rPr lang="en-US" dirty="0"/>
              <a:t>Review of the Workshop</a:t>
            </a:r>
          </a:p>
        </p:txBody>
      </p:sp>
      <p:pic>
        <p:nvPicPr>
          <p:cNvPr id="4" name="Picture 3">
            <a:extLst>
              <a:ext uri="{FF2B5EF4-FFF2-40B4-BE49-F238E27FC236}">
                <a16:creationId xmlns:a16="http://schemas.microsoft.com/office/drawing/2014/main" id="{6769E508-DE78-3B92-17D2-269CB7B17593}"/>
              </a:ext>
            </a:extLst>
          </p:cNvPr>
          <p:cNvPicPr>
            <a:picLocks noChangeAspect="1"/>
          </p:cNvPicPr>
          <p:nvPr/>
        </p:nvPicPr>
        <p:blipFill>
          <a:blip r:embed="rId2"/>
          <a:stretch>
            <a:fillRect/>
          </a:stretch>
        </p:blipFill>
        <p:spPr>
          <a:xfrm>
            <a:off x="503238" y="1683516"/>
            <a:ext cx="11187112" cy="4530780"/>
          </a:xfrm>
          <a:prstGeom prst="rect">
            <a:avLst/>
          </a:prstGeom>
          <a:noFill/>
        </p:spPr>
      </p:pic>
    </p:spTree>
    <p:extLst>
      <p:ext uri="{BB962C8B-B14F-4D97-AF65-F5344CB8AC3E}">
        <p14:creationId xmlns:p14="http://schemas.microsoft.com/office/powerpoint/2010/main" val="873135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94CC2-0AF6-9408-A681-61626AB56F91}"/>
              </a:ext>
            </a:extLst>
          </p:cNvPr>
          <p:cNvSpPr>
            <a:spLocks noGrp="1"/>
          </p:cNvSpPr>
          <p:nvPr>
            <p:ph type="title"/>
          </p:nvPr>
        </p:nvSpPr>
        <p:spPr>
          <a:xfrm>
            <a:off x="503238" y="2781300"/>
            <a:ext cx="4765675" cy="646112"/>
          </a:xfrm>
        </p:spPr>
        <p:txBody>
          <a:bodyPr wrap="square" anchor="ctr">
            <a:noAutofit/>
          </a:bodyPr>
          <a:lstStyle/>
          <a:p>
            <a:r>
              <a:rPr lang="en-US" noProof="1"/>
              <a:t>Join the conversation</a:t>
            </a:r>
          </a:p>
        </p:txBody>
      </p:sp>
      <p:sp>
        <p:nvSpPr>
          <p:cNvPr id="16" name="Text Placeholder 15">
            <a:extLst>
              <a:ext uri="{FF2B5EF4-FFF2-40B4-BE49-F238E27FC236}">
                <a16:creationId xmlns:a16="http://schemas.microsoft.com/office/drawing/2014/main" id="{43B6FE8B-5C71-799C-6309-CAFCD817D4FF}"/>
              </a:ext>
            </a:extLst>
          </p:cNvPr>
          <p:cNvSpPr>
            <a:spLocks noGrp="1"/>
          </p:cNvSpPr>
          <p:nvPr>
            <p:ph type="body" sz="quarter" idx="14"/>
          </p:nvPr>
        </p:nvSpPr>
        <p:spPr>
          <a:xfrm>
            <a:off x="503238" y="3725638"/>
            <a:ext cx="4765675" cy="393925"/>
          </a:xfrm>
        </p:spPr>
        <p:txBody>
          <a:bodyPr/>
          <a:lstStyle/>
          <a:p>
            <a:r>
              <a:rPr lang="en-US" noProof="1"/>
              <a:t>You ask. We answer.</a:t>
            </a:r>
          </a:p>
        </p:txBody>
      </p:sp>
    </p:spTree>
    <p:custDataLst>
      <p:custData r:id="rId1"/>
      <p:custData r:id="rId2"/>
    </p:custDataLst>
    <p:extLst>
      <p:ext uri="{BB962C8B-B14F-4D97-AF65-F5344CB8AC3E}">
        <p14:creationId xmlns:p14="http://schemas.microsoft.com/office/powerpoint/2010/main" val="2607979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8064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962AA-F2BE-ADCF-2676-115FBFE8025F}"/>
              </a:ext>
            </a:extLst>
          </p:cNvPr>
          <p:cNvSpPr>
            <a:spLocks noGrp="1"/>
          </p:cNvSpPr>
          <p:nvPr>
            <p:ph type="title"/>
          </p:nvPr>
        </p:nvSpPr>
        <p:spPr/>
        <p:txBody>
          <a:bodyPr/>
          <a:lstStyle/>
          <a:p>
            <a:r>
              <a:rPr lang="en-US" noProof="1"/>
              <a:t>Text with icons</a:t>
            </a:r>
          </a:p>
        </p:txBody>
      </p:sp>
      <p:pic>
        <p:nvPicPr>
          <p:cNvPr id="9" name="Graphic 8" descr="ID 299247 - monitor with book in top right">
            <a:extLst>
              <a:ext uri="{FF2B5EF4-FFF2-40B4-BE49-F238E27FC236}">
                <a16:creationId xmlns:a16="http://schemas.microsoft.com/office/drawing/2014/main" id="{4D5BBA7D-F40D-47FB-D813-753351F551F1}"/>
              </a:ext>
            </a:extLst>
          </p:cNvPr>
          <p:cNvPicPr>
            <a:picLocks noChangeAspect="1"/>
          </p:cNvPicPr>
          <p:nvPr>
            <p:custDataLst>
              <p:tags r:id="rId3"/>
            </p:custDataLst>
          </p:nvPr>
        </p:nvPicPr>
        <p:blipFill>
          <a:blip>
            <a:extLst>
              <a:ext uri="{96DAC541-7B7A-43D3-8B79-37D633B846F1}">
                <asvg:svgBlip xmlns:asvg="http://schemas.microsoft.com/office/drawing/2016/SVG/main" r:embed="rId11"/>
              </a:ext>
            </a:extLst>
          </a:blip>
          <a:srcRect/>
          <a:stretch>
            <a:fillRect/>
          </a:stretch>
        </p:blipFill>
        <p:spPr>
          <a:xfrm>
            <a:off x="504001" y="1514809"/>
            <a:ext cx="329184" cy="329184"/>
          </a:xfrm>
          <a:prstGeom prst="rect">
            <a:avLst/>
          </a:prstGeom>
        </p:spPr>
      </p:pic>
      <p:sp>
        <p:nvSpPr>
          <p:cNvPr id="7" name="Text Placeholder 2">
            <a:extLst>
              <a:ext uri="{FF2B5EF4-FFF2-40B4-BE49-F238E27FC236}">
                <a16:creationId xmlns:a16="http://schemas.microsoft.com/office/drawing/2014/main" id="{F4D22782-09B9-3FB7-F823-ED1D6AD97EEA}"/>
              </a:ext>
            </a:extLst>
          </p:cNvPr>
          <p:cNvSpPr txBox="1">
            <a:spLocks/>
          </p:cNvSpPr>
          <p:nvPr/>
        </p:nvSpPr>
        <p:spPr bwMode="black">
          <a:xfrm>
            <a:off x="504001" y="1942474"/>
            <a:ext cx="3559999" cy="329344"/>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600" noProof="1">
                <a:latin typeface="72 Brand Medium" panose="020B0604030603020204" pitchFamily="34" charset="0"/>
              </a:rPr>
              <a:t>Learning</a:t>
            </a:r>
          </a:p>
        </p:txBody>
      </p:sp>
      <p:sp>
        <p:nvSpPr>
          <p:cNvPr id="6" name="Text Placeholder 2">
            <a:extLst>
              <a:ext uri="{FF2B5EF4-FFF2-40B4-BE49-F238E27FC236}">
                <a16:creationId xmlns:a16="http://schemas.microsoft.com/office/drawing/2014/main" id="{785B6467-5AEA-471E-21C1-92B661485985}"/>
              </a:ext>
            </a:extLst>
          </p:cNvPr>
          <p:cNvSpPr txBox="1">
            <a:spLocks/>
          </p:cNvSpPr>
          <p:nvPr/>
        </p:nvSpPr>
        <p:spPr bwMode="black">
          <a:xfrm>
            <a:off x="504001" y="2279046"/>
            <a:ext cx="3559999" cy="1186776"/>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Elitr, sed diam nonumy eirmod tempor invidunt ut labore et dolore magna aliquyam erat, sed diam voluptua. At vero eos et accusam et justo duo dolores et ea rebum. </a:t>
            </a:r>
            <a:endParaRPr lang="en-US" noProof="1"/>
          </a:p>
        </p:txBody>
      </p:sp>
      <p:pic>
        <p:nvPicPr>
          <p:cNvPr id="53" name="Graphic 34" descr="ID 299063 - lightbulb">
            <a:extLst>
              <a:ext uri="{FF2B5EF4-FFF2-40B4-BE49-F238E27FC236}">
                <a16:creationId xmlns:a16="http://schemas.microsoft.com/office/drawing/2014/main" id="{2B8448C5-D04F-DC2A-C6CD-0BAEF6C1687E}"/>
              </a:ext>
            </a:extLst>
          </p:cNvPr>
          <p:cNvPicPr>
            <a:picLocks noChangeAspect="1"/>
          </p:cNvPicPr>
          <p:nvPr>
            <p:custDataLst>
              <p:tags r:id="rId4"/>
            </p:custDataLst>
          </p:nvPr>
        </p:nvPicPr>
        <p:blipFill>
          <a:blip>
            <a:extLst>
              <a:ext uri="{96DAC541-7B7A-43D3-8B79-37D633B846F1}">
                <asvg:svgBlip xmlns:asvg="http://schemas.microsoft.com/office/drawing/2016/SVG/main" r:embed="rId12"/>
              </a:ext>
            </a:extLst>
          </a:blip>
          <a:srcRect/>
          <a:stretch>
            <a:fillRect/>
          </a:stretch>
        </p:blipFill>
        <p:spPr>
          <a:xfrm>
            <a:off x="4316413" y="1514809"/>
            <a:ext cx="329184" cy="329184"/>
          </a:xfrm>
          <a:prstGeom prst="rect">
            <a:avLst/>
          </a:prstGeom>
        </p:spPr>
      </p:pic>
      <p:sp>
        <p:nvSpPr>
          <p:cNvPr id="34" name="Text Placeholder 2">
            <a:extLst>
              <a:ext uri="{FF2B5EF4-FFF2-40B4-BE49-F238E27FC236}">
                <a16:creationId xmlns:a16="http://schemas.microsoft.com/office/drawing/2014/main" id="{93476E9F-AC75-88F0-2D0F-ED5ED88D5E7D}"/>
              </a:ext>
            </a:extLst>
          </p:cNvPr>
          <p:cNvSpPr txBox="1">
            <a:spLocks/>
          </p:cNvSpPr>
          <p:nvPr/>
        </p:nvSpPr>
        <p:spPr bwMode="black">
          <a:xfrm>
            <a:off x="4316413" y="1942474"/>
            <a:ext cx="3560762" cy="329344"/>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600" noProof="1">
                <a:latin typeface="72 Brand Medium" panose="020B0604030603020204" pitchFamily="34" charset="0"/>
              </a:rPr>
              <a:t>Innovation</a:t>
            </a:r>
          </a:p>
        </p:txBody>
      </p:sp>
      <p:sp>
        <p:nvSpPr>
          <p:cNvPr id="33" name="Text Placeholder 2">
            <a:extLst>
              <a:ext uri="{FF2B5EF4-FFF2-40B4-BE49-F238E27FC236}">
                <a16:creationId xmlns:a16="http://schemas.microsoft.com/office/drawing/2014/main" id="{41A1A10B-3B92-E20C-7EBE-F1804A4D6A00}"/>
              </a:ext>
            </a:extLst>
          </p:cNvPr>
          <p:cNvSpPr txBox="1">
            <a:spLocks/>
          </p:cNvSpPr>
          <p:nvPr/>
        </p:nvSpPr>
        <p:spPr bwMode="black">
          <a:xfrm>
            <a:off x="4316412" y="2279046"/>
            <a:ext cx="3558513" cy="1186776"/>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Elitr, sed diam nonumy eirmod tempor invidunt ut labore et dolore magna aliquyam erat, sed diam voluptua. At vero eos et accusam et justo duo dolores et ea rebum. </a:t>
            </a:r>
            <a:endParaRPr lang="en-US" noProof="1"/>
          </a:p>
        </p:txBody>
      </p:sp>
      <p:pic>
        <p:nvPicPr>
          <p:cNvPr id="56" name="Graphic 44" descr="ID 298800 - three people figures in a huddle">
            <a:extLst>
              <a:ext uri="{FF2B5EF4-FFF2-40B4-BE49-F238E27FC236}">
                <a16:creationId xmlns:a16="http://schemas.microsoft.com/office/drawing/2014/main" id="{2DF7DB54-CDEA-1BDE-7AA0-F5FD144FF914}"/>
              </a:ext>
            </a:extLst>
          </p:cNvPr>
          <p:cNvPicPr>
            <a:picLocks noChangeAspect="1"/>
          </p:cNvPicPr>
          <p:nvPr>
            <p:custDataLst>
              <p:tags r:id="rId5"/>
            </p:custDataLst>
          </p:nvPr>
        </p:nvPicPr>
        <p:blipFill>
          <a:blip>
            <a:extLst>
              <a:ext uri="{96DAC541-7B7A-43D3-8B79-37D633B846F1}">
                <asvg:svgBlip xmlns:asvg="http://schemas.microsoft.com/office/drawing/2016/SVG/main" r:embed="rId13"/>
              </a:ext>
            </a:extLst>
          </a:blip>
          <a:srcRect/>
          <a:stretch>
            <a:fillRect/>
          </a:stretch>
        </p:blipFill>
        <p:spPr>
          <a:xfrm>
            <a:off x="8121607" y="1514809"/>
            <a:ext cx="329184" cy="329184"/>
          </a:xfrm>
          <a:prstGeom prst="rect">
            <a:avLst/>
          </a:prstGeom>
        </p:spPr>
      </p:pic>
      <p:sp>
        <p:nvSpPr>
          <p:cNvPr id="44" name="Text Placeholder 2">
            <a:extLst>
              <a:ext uri="{FF2B5EF4-FFF2-40B4-BE49-F238E27FC236}">
                <a16:creationId xmlns:a16="http://schemas.microsoft.com/office/drawing/2014/main" id="{5D4249FE-873C-B51C-3FFA-38AE1C34A06A}"/>
              </a:ext>
            </a:extLst>
          </p:cNvPr>
          <p:cNvSpPr txBox="1">
            <a:spLocks/>
          </p:cNvSpPr>
          <p:nvPr/>
        </p:nvSpPr>
        <p:spPr bwMode="black">
          <a:xfrm>
            <a:off x="8127133" y="1942474"/>
            <a:ext cx="3558512" cy="329344"/>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600" noProof="1">
                <a:latin typeface="72 Brand Medium" panose="020B0604030603020204" pitchFamily="34" charset="0"/>
              </a:rPr>
              <a:t>Culture</a:t>
            </a:r>
          </a:p>
        </p:txBody>
      </p:sp>
      <p:sp>
        <p:nvSpPr>
          <p:cNvPr id="43" name="Text Placeholder 2">
            <a:extLst>
              <a:ext uri="{FF2B5EF4-FFF2-40B4-BE49-F238E27FC236}">
                <a16:creationId xmlns:a16="http://schemas.microsoft.com/office/drawing/2014/main" id="{B0EC4917-7E24-1771-86DB-4225D7DFD914}"/>
              </a:ext>
            </a:extLst>
          </p:cNvPr>
          <p:cNvSpPr txBox="1">
            <a:spLocks/>
          </p:cNvSpPr>
          <p:nvPr/>
        </p:nvSpPr>
        <p:spPr bwMode="black">
          <a:xfrm>
            <a:off x="8127132" y="2279046"/>
            <a:ext cx="3558513" cy="1186776"/>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Elitr, sed diam nonumy eirmod tempor invidunt ut labore et dolore magna aliquyam erat, sed diam voluptua. At vero eos et accusam et justo duo dolores et ea rebum. </a:t>
            </a:r>
            <a:endParaRPr lang="en-US" noProof="1"/>
          </a:p>
        </p:txBody>
      </p:sp>
      <p:pic>
        <p:nvPicPr>
          <p:cNvPr id="59" name="Graphic 29" descr="ID 299192 - person in the middle of a circle">
            <a:extLst>
              <a:ext uri="{FF2B5EF4-FFF2-40B4-BE49-F238E27FC236}">
                <a16:creationId xmlns:a16="http://schemas.microsoft.com/office/drawing/2014/main" id="{9DB40B84-35F0-F879-C6C1-9440318E7A9A}"/>
              </a:ext>
            </a:extLst>
          </p:cNvPr>
          <p:cNvPicPr>
            <a:picLocks noChangeAspect="1"/>
          </p:cNvPicPr>
          <p:nvPr>
            <p:custDataLst>
              <p:tags r:id="rId6"/>
            </p:custDataLst>
          </p:nvPr>
        </p:nvPicPr>
        <p:blipFill>
          <a:blip>
            <a:extLst>
              <a:ext uri="{96DAC541-7B7A-43D3-8B79-37D633B846F1}">
                <asvg:svgBlip xmlns:asvg="http://schemas.microsoft.com/office/drawing/2016/SVG/main" r:embed="rId14"/>
              </a:ext>
            </a:extLst>
          </a:blip>
          <a:srcRect/>
          <a:stretch>
            <a:fillRect/>
          </a:stretch>
        </p:blipFill>
        <p:spPr>
          <a:xfrm>
            <a:off x="504001" y="3971466"/>
            <a:ext cx="329184" cy="329184"/>
          </a:xfrm>
          <a:prstGeom prst="rect">
            <a:avLst/>
          </a:prstGeom>
        </p:spPr>
      </p:pic>
      <p:sp>
        <p:nvSpPr>
          <p:cNvPr id="29" name="Text Placeholder 2">
            <a:extLst>
              <a:ext uri="{FF2B5EF4-FFF2-40B4-BE49-F238E27FC236}">
                <a16:creationId xmlns:a16="http://schemas.microsoft.com/office/drawing/2014/main" id="{D56A8F4A-F013-2541-5053-41DA2E165414}"/>
              </a:ext>
            </a:extLst>
          </p:cNvPr>
          <p:cNvSpPr txBox="1">
            <a:spLocks/>
          </p:cNvSpPr>
          <p:nvPr/>
        </p:nvSpPr>
        <p:spPr bwMode="black">
          <a:xfrm>
            <a:off x="504001" y="4399131"/>
            <a:ext cx="3559999" cy="329344"/>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600" noProof="1">
                <a:latin typeface="72 Brand Medium" panose="020B0604030603020204" pitchFamily="34" charset="0"/>
              </a:rPr>
              <a:t>Benefits</a:t>
            </a:r>
          </a:p>
        </p:txBody>
      </p:sp>
      <p:sp>
        <p:nvSpPr>
          <p:cNvPr id="28" name="Text Placeholder 2">
            <a:extLst>
              <a:ext uri="{FF2B5EF4-FFF2-40B4-BE49-F238E27FC236}">
                <a16:creationId xmlns:a16="http://schemas.microsoft.com/office/drawing/2014/main" id="{EEE5457B-EEAC-8677-229C-84E6199C21AF}"/>
              </a:ext>
            </a:extLst>
          </p:cNvPr>
          <p:cNvSpPr txBox="1">
            <a:spLocks/>
          </p:cNvSpPr>
          <p:nvPr/>
        </p:nvSpPr>
        <p:spPr bwMode="black">
          <a:xfrm>
            <a:off x="504001" y="4735703"/>
            <a:ext cx="3558512" cy="1186776"/>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Elitr, sed diam nonumy eirmod tempor invidunt ut labore et dolore magna aliquyam erat, sed diam voluptua. At vero eos et accusam et justo duo dolores et ea rebum. </a:t>
            </a:r>
            <a:endParaRPr lang="en-US" noProof="1"/>
          </a:p>
        </p:txBody>
      </p:sp>
      <p:pic>
        <p:nvPicPr>
          <p:cNvPr id="62" name="Graphic 39" descr="ID 298970 - target with arrow shot through the middle">
            <a:extLst>
              <a:ext uri="{FF2B5EF4-FFF2-40B4-BE49-F238E27FC236}">
                <a16:creationId xmlns:a16="http://schemas.microsoft.com/office/drawing/2014/main" id="{EB13E20E-5EA4-B512-9EB1-A9FF6FECA5C6}"/>
              </a:ext>
            </a:extLst>
          </p:cNvPr>
          <p:cNvPicPr>
            <a:picLocks noChangeAspect="1"/>
          </p:cNvPicPr>
          <p:nvPr>
            <p:custDataLst>
              <p:tags r:id="rId7"/>
            </p:custDataLst>
          </p:nvPr>
        </p:nvPicPr>
        <p:blipFill>
          <a:blip>
            <a:extLst>
              <a:ext uri="{96DAC541-7B7A-43D3-8B79-37D633B846F1}">
                <asvg:svgBlip xmlns:asvg="http://schemas.microsoft.com/office/drawing/2016/SVG/main" r:embed="rId15"/>
              </a:ext>
            </a:extLst>
          </a:blip>
          <a:srcRect/>
          <a:stretch>
            <a:fillRect/>
          </a:stretch>
        </p:blipFill>
        <p:spPr>
          <a:xfrm>
            <a:off x="4316413" y="3971466"/>
            <a:ext cx="329184" cy="329184"/>
          </a:xfrm>
          <a:prstGeom prst="rect">
            <a:avLst/>
          </a:prstGeom>
        </p:spPr>
      </p:pic>
      <p:sp>
        <p:nvSpPr>
          <p:cNvPr id="39" name="Text Placeholder 2">
            <a:extLst>
              <a:ext uri="{FF2B5EF4-FFF2-40B4-BE49-F238E27FC236}">
                <a16:creationId xmlns:a16="http://schemas.microsoft.com/office/drawing/2014/main" id="{5837CACF-9224-70AE-8963-E47489CFF4A7}"/>
              </a:ext>
            </a:extLst>
          </p:cNvPr>
          <p:cNvSpPr txBox="1">
            <a:spLocks/>
          </p:cNvSpPr>
          <p:nvPr/>
        </p:nvSpPr>
        <p:spPr bwMode="black">
          <a:xfrm>
            <a:off x="4316413" y="4399131"/>
            <a:ext cx="3558512" cy="329344"/>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600" noProof="1">
                <a:latin typeface="72 Brand Medium" panose="020B0604030603020204" pitchFamily="34" charset="0"/>
              </a:rPr>
              <a:t>Goals</a:t>
            </a:r>
          </a:p>
        </p:txBody>
      </p:sp>
      <p:sp>
        <p:nvSpPr>
          <p:cNvPr id="38" name="Text Placeholder 2">
            <a:extLst>
              <a:ext uri="{FF2B5EF4-FFF2-40B4-BE49-F238E27FC236}">
                <a16:creationId xmlns:a16="http://schemas.microsoft.com/office/drawing/2014/main" id="{D9BE9B1F-8CE3-DCFB-404E-EEB4B5590378}"/>
              </a:ext>
            </a:extLst>
          </p:cNvPr>
          <p:cNvSpPr txBox="1">
            <a:spLocks/>
          </p:cNvSpPr>
          <p:nvPr/>
        </p:nvSpPr>
        <p:spPr bwMode="black">
          <a:xfrm>
            <a:off x="4316413" y="4735703"/>
            <a:ext cx="3558512" cy="1186776"/>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Elitr, sed diam nonumy eirmod tempor invidunt ut labore et dolore magna aliquyam erat, sed diam voluptua. At vero eos et accusam et justo duo dolores et ea rebum. </a:t>
            </a:r>
            <a:endParaRPr lang="en-US" noProof="1"/>
          </a:p>
        </p:txBody>
      </p:sp>
      <p:pic>
        <p:nvPicPr>
          <p:cNvPr id="65" name="Graphic 49" descr="ID 299422 - book with plus symbol at lower right">
            <a:extLst>
              <a:ext uri="{FF2B5EF4-FFF2-40B4-BE49-F238E27FC236}">
                <a16:creationId xmlns:a16="http://schemas.microsoft.com/office/drawing/2014/main" id="{D34189E3-1015-54FC-FBE4-8E16F73E0CAE}"/>
              </a:ext>
            </a:extLst>
          </p:cNvPr>
          <p:cNvPicPr>
            <a:picLocks noChangeAspect="1"/>
          </p:cNvPicPr>
          <p:nvPr>
            <p:custDataLst>
              <p:tags r:id="rId8"/>
            </p:custDataLst>
          </p:nvPr>
        </p:nvPicPr>
        <p:blipFill>
          <a:blip>
            <a:extLst>
              <a:ext uri="{96DAC541-7B7A-43D3-8B79-37D633B846F1}">
                <asvg:svgBlip xmlns:asvg="http://schemas.microsoft.com/office/drawing/2016/SVG/main" r:embed="rId16"/>
              </a:ext>
            </a:extLst>
          </a:blip>
          <a:srcRect/>
          <a:stretch>
            <a:fillRect/>
          </a:stretch>
        </p:blipFill>
        <p:spPr>
          <a:xfrm>
            <a:off x="8121607" y="3971466"/>
            <a:ext cx="329184" cy="329184"/>
          </a:xfrm>
          <a:prstGeom prst="rect">
            <a:avLst/>
          </a:prstGeom>
        </p:spPr>
      </p:pic>
      <p:sp>
        <p:nvSpPr>
          <p:cNvPr id="49" name="Text Placeholder 2">
            <a:extLst>
              <a:ext uri="{FF2B5EF4-FFF2-40B4-BE49-F238E27FC236}">
                <a16:creationId xmlns:a16="http://schemas.microsoft.com/office/drawing/2014/main" id="{86315225-7042-6FC7-0D2F-1280E34441CA}"/>
              </a:ext>
            </a:extLst>
          </p:cNvPr>
          <p:cNvSpPr txBox="1">
            <a:spLocks/>
          </p:cNvSpPr>
          <p:nvPr/>
        </p:nvSpPr>
        <p:spPr bwMode="black">
          <a:xfrm>
            <a:off x="8127133" y="4399131"/>
            <a:ext cx="3558515" cy="329344"/>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600" noProof="1">
                <a:latin typeface="72 Brand Medium" panose="020B0604030603020204" pitchFamily="34" charset="0"/>
              </a:rPr>
              <a:t>Lesson learned</a:t>
            </a:r>
          </a:p>
        </p:txBody>
      </p:sp>
      <p:sp>
        <p:nvSpPr>
          <p:cNvPr id="48" name="Text Placeholder 2">
            <a:extLst>
              <a:ext uri="{FF2B5EF4-FFF2-40B4-BE49-F238E27FC236}">
                <a16:creationId xmlns:a16="http://schemas.microsoft.com/office/drawing/2014/main" id="{EBFDD1A2-64BB-9DF2-7A88-001D45FDEDAE}"/>
              </a:ext>
            </a:extLst>
          </p:cNvPr>
          <p:cNvSpPr txBox="1">
            <a:spLocks/>
          </p:cNvSpPr>
          <p:nvPr/>
        </p:nvSpPr>
        <p:spPr bwMode="black">
          <a:xfrm>
            <a:off x="8127133" y="4735703"/>
            <a:ext cx="3558513" cy="1186776"/>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SzPct val="100000"/>
              <a:buFont typeface="Arial" panose="020B0604020202020204" pitchFamily="34" charset="0"/>
            </a:pPr>
            <a:r>
              <a:rPr lang="en-US" sz="1400" noProof="1"/>
              <a:t>Elitr, sed diam nonumy eirmod tempor invidunt ut labore et dolore magna aliquyam erat, sed diam voluptua. At vero eos et accusam et justo duo dolores et ea rebum. </a:t>
            </a:r>
            <a:endParaRPr lang="en-US" noProof="1"/>
          </a:p>
        </p:txBody>
      </p:sp>
      <p:sp>
        <p:nvSpPr>
          <p:cNvPr id="4" name="Rectangle 2">
            <a:extLst>
              <a:ext uri="{FF2B5EF4-FFF2-40B4-BE49-F238E27FC236}">
                <a16:creationId xmlns:a16="http://schemas.microsoft.com/office/drawing/2014/main" id="{0F69CFF3-EAC9-3093-7718-085C5BAF7644}"/>
              </a:ext>
              <a:ext uri="{C183D7F6-B498-43B3-948B-1728B52AA6E4}">
                <adec:decorative xmlns:adec="http://schemas.microsoft.com/office/drawing/2017/decorative" val="1"/>
              </a:ext>
            </a:extLst>
          </p:cNvPr>
          <p:cNvSpPr/>
          <p:nvPr/>
        </p:nvSpPr>
        <p:spPr bwMode="gray">
          <a:xfrm>
            <a:off x="7877176" y="6952560"/>
            <a:ext cx="4317999" cy="730799"/>
          </a:xfrm>
          <a:prstGeom prst="rect">
            <a:avLst/>
          </a:prstGeom>
          <a:solidFill>
            <a:schemeClr val="accent5"/>
          </a:solidFill>
          <a:ln w="25400" algn="ctr">
            <a:no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US" sz="1800" kern="0" noProof="1">
                <a:solidFill>
                  <a:schemeClr val="bg1"/>
                </a:solidFill>
                <a:latin typeface="+mn-lt"/>
                <a:ea typeface="72 Brand" pitchFamily="34" charset="-128"/>
                <a:cs typeface="72 Brand" pitchFamily="34" charset="-128"/>
              </a:rPr>
              <a:t>Use icons in Indigo for content that’s related to AI/Joule</a:t>
            </a:r>
            <a:endParaRPr kumimoji="0" lang="en-US" sz="1800" b="0" i="0" u="none" strike="noStrike" kern="0" cap="none" spc="0" normalizeH="0" baseline="0" noProof="1">
              <a:ln>
                <a:noFill/>
              </a:ln>
              <a:solidFill>
                <a:schemeClr val="bg1"/>
              </a:solidFill>
              <a:effectLst/>
              <a:uLnTx/>
              <a:uFillTx/>
              <a:latin typeface="+mn-lt"/>
              <a:ea typeface="72 Brand" pitchFamily="34" charset="-128"/>
              <a:cs typeface="72 Brand" pitchFamily="34" charset="-128"/>
            </a:endParaRPr>
          </a:p>
        </p:txBody>
      </p:sp>
    </p:spTree>
    <p:custDataLst>
      <p:custData r:id="rId1"/>
      <p:custData r:id="rId2"/>
    </p:custDataLst>
    <p:extLst>
      <p:ext uri="{BB962C8B-B14F-4D97-AF65-F5344CB8AC3E}">
        <p14:creationId xmlns:p14="http://schemas.microsoft.com/office/powerpoint/2010/main" val="2740256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92804-9016-858F-AB61-0EBB4FCE0AB9}"/>
              </a:ext>
            </a:extLst>
          </p:cNvPr>
          <p:cNvSpPr>
            <a:spLocks noGrp="1"/>
          </p:cNvSpPr>
          <p:nvPr>
            <p:ph type="title"/>
          </p:nvPr>
        </p:nvSpPr>
        <p:spPr/>
        <p:txBody>
          <a:bodyPr/>
          <a:lstStyle/>
          <a:p>
            <a:r>
              <a:rPr lang="en-US" noProof="1"/>
              <a:t>Roadmap</a:t>
            </a:r>
          </a:p>
        </p:txBody>
      </p:sp>
      <p:sp>
        <p:nvSpPr>
          <p:cNvPr id="37" name="Rectangle 4">
            <a:extLst>
              <a:ext uri="{FF2B5EF4-FFF2-40B4-BE49-F238E27FC236}">
                <a16:creationId xmlns:a16="http://schemas.microsoft.com/office/drawing/2014/main" id="{6DE1C57E-31D3-9784-BC5C-A5157E8944BC}"/>
              </a:ext>
            </a:extLst>
          </p:cNvPr>
          <p:cNvSpPr txBox="1">
            <a:spLocks noChangeArrowheads="1"/>
          </p:cNvSpPr>
          <p:nvPr/>
        </p:nvSpPr>
        <p:spPr bwMode="gray">
          <a:xfrm>
            <a:off x="505626" y="1566001"/>
            <a:ext cx="5604004" cy="321278"/>
          </a:xfrm>
          <a:prstGeom prst="rect">
            <a:avLst/>
          </a:prstGeom>
          <a:noFill/>
        </p:spPr>
        <p:txBody>
          <a:bodyPr vert="horz" lIns="0" tIns="0" rIns="0" bIns="0" rtlCol="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lnSpc>
                <a:spcPct val="90000"/>
              </a:lnSpc>
              <a:buSzPct val="100000"/>
              <a:buFont typeface="Arial" panose="020B0604020202020204" pitchFamily="34" charset="0"/>
            </a:pPr>
            <a:r>
              <a:rPr lang="en-US" sz="1600" noProof="1"/>
              <a:t>&lt;Project or program name&gt; – program road map</a:t>
            </a:r>
          </a:p>
        </p:txBody>
      </p:sp>
      <p:sp>
        <p:nvSpPr>
          <p:cNvPr id="3" name="Text Placeholder 2">
            <a:extLst>
              <a:ext uri="{FF2B5EF4-FFF2-40B4-BE49-F238E27FC236}">
                <a16:creationId xmlns:a16="http://schemas.microsoft.com/office/drawing/2014/main" id="{1830E8D7-38AE-31FB-F541-2BD457EA8D4A}"/>
              </a:ext>
            </a:extLst>
          </p:cNvPr>
          <p:cNvSpPr txBox="1">
            <a:spLocks/>
          </p:cNvSpPr>
          <p:nvPr/>
        </p:nvSpPr>
        <p:spPr bwMode="black">
          <a:xfrm>
            <a:off x="504000" y="1980670"/>
            <a:ext cx="2678400" cy="360000"/>
          </a:xfrm>
          <a:prstGeom prst="roundRect">
            <a:avLst>
              <a:gd name="adj" fmla="val 50000"/>
            </a:avLst>
          </a:prstGeom>
          <a:solidFill>
            <a:srgbClr val="B894FF"/>
          </a:solidFill>
        </p:spPr>
        <p:txBody>
          <a:bodyPr vert="horz" lIns="0" tIns="0" rIns="0" bIns="0" rtlCol="0" anchor="ctr" anchorCtr="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lgn="ctr">
              <a:buSzPct val="100000"/>
              <a:buFont typeface="Arial" panose="020B0604020202020204" pitchFamily="34" charset="0"/>
            </a:pPr>
            <a:r>
              <a:rPr lang="en-US" sz="1800" noProof="1">
                <a:solidFill>
                  <a:schemeClr val="bg1"/>
                </a:solidFill>
                <a:latin typeface="72 Brand Medium" panose="020B0604030603020204" pitchFamily="34" charset="0"/>
              </a:rPr>
              <a:t>Q1/2026</a:t>
            </a:r>
            <a:endParaRPr lang="en-US" noProof="1">
              <a:solidFill>
                <a:schemeClr val="bg1"/>
              </a:solidFill>
            </a:endParaRPr>
          </a:p>
        </p:txBody>
      </p:sp>
      <p:sp>
        <p:nvSpPr>
          <p:cNvPr id="4" name="Rectangle 3">
            <a:extLst>
              <a:ext uri="{FF2B5EF4-FFF2-40B4-BE49-F238E27FC236}">
                <a16:creationId xmlns:a16="http://schemas.microsoft.com/office/drawing/2014/main" id="{6D9FA2B0-7AC0-766C-5801-5D798F389121}"/>
              </a:ext>
              <a:ext uri="{C183D7F6-B498-43B3-948B-1728B52AA6E4}">
                <adec:decorative xmlns:adec="http://schemas.microsoft.com/office/drawing/2017/decorative" val="1"/>
              </a:ext>
            </a:extLst>
          </p:cNvPr>
          <p:cNvSpPr/>
          <p:nvPr/>
        </p:nvSpPr>
        <p:spPr bwMode="gray">
          <a:xfrm>
            <a:off x="498474" y="2405771"/>
            <a:ext cx="792000" cy="108000"/>
          </a:xfrm>
          <a:prstGeom prst="roundRect">
            <a:avLst>
              <a:gd name="adj" fmla="val 50000"/>
            </a:avLst>
          </a:prstGeom>
          <a:solidFill>
            <a:srgbClr val="B894FF"/>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9" name="Rectangle 8">
            <a:extLst>
              <a:ext uri="{FF2B5EF4-FFF2-40B4-BE49-F238E27FC236}">
                <a16:creationId xmlns:a16="http://schemas.microsoft.com/office/drawing/2014/main" id="{9B28B09A-D195-716F-6B7F-FFFF066DF6E9}"/>
              </a:ext>
              <a:ext uri="{C183D7F6-B498-43B3-948B-1728B52AA6E4}">
                <adec:decorative xmlns:adec="http://schemas.microsoft.com/office/drawing/2017/decorative" val="1"/>
              </a:ext>
            </a:extLst>
          </p:cNvPr>
          <p:cNvSpPr/>
          <p:nvPr/>
        </p:nvSpPr>
        <p:spPr bwMode="gray">
          <a:xfrm>
            <a:off x="1443034" y="2405771"/>
            <a:ext cx="792000" cy="108000"/>
          </a:xfrm>
          <a:prstGeom prst="roundRect">
            <a:avLst>
              <a:gd name="adj" fmla="val 50000"/>
            </a:avLst>
          </a:prstGeom>
          <a:solidFill>
            <a:srgbClr val="B894FF"/>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10" name="Rectangle 9">
            <a:extLst>
              <a:ext uri="{FF2B5EF4-FFF2-40B4-BE49-F238E27FC236}">
                <a16:creationId xmlns:a16="http://schemas.microsoft.com/office/drawing/2014/main" id="{45D97016-468A-E2A5-6775-45413B7F0439}"/>
              </a:ext>
              <a:ext uri="{C183D7F6-B498-43B3-948B-1728B52AA6E4}">
                <adec:decorative xmlns:adec="http://schemas.microsoft.com/office/drawing/2017/decorative" val="1"/>
              </a:ext>
            </a:extLst>
          </p:cNvPr>
          <p:cNvSpPr/>
          <p:nvPr/>
        </p:nvSpPr>
        <p:spPr bwMode="gray">
          <a:xfrm>
            <a:off x="2387594" y="2405771"/>
            <a:ext cx="792000" cy="108000"/>
          </a:xfrm>
          <a:prstGeom prst="roundRect">
            <a:avLst>
              <a:gd name="adj" fmla="val 50000"/>
            </a:avLst>
          </a:prstGeom>
          <a:solidFill>
            <a:srgbClr val="B894FF"/>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39" name="Oval 28">
            <a:extLst>
              <a:ext uri="{FF2B5EF4-FFF2-40B4-BE49-F238E27FC236}">
                <a16:creationId xmlns:a16="http://schemas.microsoft.com/office/drawing/2014/main" id="{34A0B0A1-2946-D8ED-E9FF-1EA9C63D563F}"/>
              </a:ext>
            </a:extLst>
          </p:cNvPr>
          <p:cNvSpPr>
            <a:spLocks noChangeArrowheads="1"/>
          </p:cNvSpPr>
          <p:nvPr>
            <p:custDataLst>
              <p:tags r:id="rId3"/>
            </p:custDataLst>
          </p:nvPr>
        </p:nvSpPr>
        <p:spPr bwMode="gray">
          <a:xfrm>
            <a:off x="505625" y="2712403"/>
            <a:ext cx="209416" cy="209417"/>
          </a:xfrm>
          <a:prstGeom prst="ellipse">
            <a:avLst/>
          </a:prstGeom>
          <a:solidFill>
            <a:schemeClr val="tx1"/>
          </a:solidFill>
          <a:ln w="12700" algn="ctr">
            <a:noFill/>
            <a:round/>
            <a:headEnd/>
            <a:tailEnd/>
          </a:ln>
        </p:spPr>
        <p:txBody>
          <a:bodyPr wrap="none" lIns="0" tIns="0" rIns="0" bIns="0" anchor="ctr"/>
          <a:lstStyle/>
          <a:p>
            <a:pPr algn="ctr">
              <a:buClrTx/>
              <a:buSzTx/>
              <a:buFontTx/>
              <a:buNone/>
            </a:pPr>
            <a:r>
              <a:rPr lang="en-US" sz="1067" noProof="1">
                <a:solidFill>
                  <a:schemeClr val="bg1"/>
                </a:solidFill>
                <a:latin typeface="72 Brand" panose="020B0504030603020204" pitchFamily="34" charset="0"/>
              </a:rPr>
              <a:t>0</a:t>
            </a:r>
          </a:p>
        </p:txBody>
      </p:sp>
      <p:sp>
        <p:nvSpPr>
          <p:cNvPr id="40" name="Text Placeholder 6">
            <a:extLst>
              <a:ext uri="{FF2B5EF4-FFF2-40B4-BE49-F238E27FC236}">
                <a16:creationId xmlns:a16="http://schemas.microsoft.com/office/drawing/2014/main" id="{CA414FED-CEB7-474F-5DBD-DA03A2F30A76}"/>
              </a:ext>
            </a:extLst>
          </p:cNvPr>
          <p:cNvSpPr txBox="1">
            <a:spLocks/>
          </p:cNvSpPr>
          <p:nvPr/>
        </p:nvSpPr>
        <p:spPr bwMode="gray">
          <a:xfrm>
            <a:off x="505626" y="3024647"/>
            <a:ext cx="1527755" cy="260871"/>
          </a:xfrm>
          <a:prstGeom prst="rect">
            <a:avLst/>
          </a:prstGeom>
        </p:spPr>
        <p:txBody>
          <a:bodyPr lIns="0" tIns="0" rIns="0" bIns="0" anchor="ctr"/>
          <a:lstStyle/>
          <a:p>
            <a:pPr>
              <a:spcBef>
                <a:spcPts val="1620"/>
              </a:spcBef>
              <a:buClr>
                <a:schemeClr val="accent1"/>
              </a:buClr>
              <a:buSzPct val="80000"/>
              <a:tabLst>
                <a:tab pos="2172201" algn="l"/>
              </a:tabLst>
              <a:defRPr/>
            </a:pPr>
            <a:r>
              <a:rPr lang="en-US" sz="1200" noProof="1">
                <a:latin typeface="72 Brand" panose="020B0504030603020204" pitchFamily="34" charset="0"/>
              </a:rPr>
              <a:t>Program initiation and ramp-up</a:t>
            </a:r>
          </a:p>
        </p:txBody>
      </p:sp>
      <p:sp>
        <p:nvSpPr>
          <p:cNvPr id="42" name="Chevron 32">
            <a:extLst>
              <a:ext uri="{FF2B5EF4-FFF2-40B4-BE49-F238E27FC236}">
                <a16:creationId xmlns:a16="http://schemas.microsoft.com/office/drawing/2014/main" id="{ACE1F305-D64C-5E2A-1896-BE42206309D1}"/>
              </a:ext>
              <a:ext uri="{C183D7F6-B498-43B3-948B-1728B52AA6E4}">
                <adec:decorative xmlns:adec="http://schemas.microsoft.com/office/drawing/2017/decorative" val="1"/>
              </a:ext>
            </a:extLst>
          </p:cNvPr>
          <p:cNvSpPr/>
          <p:nvPr/>
        </p:nvSpPr>
        <p:spPr bwMode="gray">
          <a:xfrm>
            <a:off x="2252932" y="3054472"/>
            <a:ext cx="180000" cy="288000"/>
          </a:xfrm>
          <a:prstGeom prst="chevron">
            <a:avLst>
              <a:gd name="adj" fmla="val 67604"/>
            </a:avLst>
          </a:prstGeom>
          <a:solidFill>
            <a:srgbClr val="B894FF"/>
          </a:solidFill>
          <a:ln w="6350" algn="ctr">
            <a:noFill/>
            <a:miter lim="800000"/>
            <a:headEnd/>
            <a:tailEnd/>
          </a:ln>
        </p:spPr>
        <p:txBody>
          <a:bodyPr lIns="89956" tIns="71964" rIns="89956" bIns="71964" rtlCol="0" anchor="ctr"/>
          <a:lstStyle/>
          <a:p>
            <a:pPr algn="ctr" fontAlgn="base">
              <a:spcBef>
                <a:spcPct val="50000"/>
              </a:spcBef>
              <a:spcAft>
                <a:spcPct val="0"/>
              </a:spcAft>
              <a:buClr>
                <a:srgbClr val="F0AB00"/>
              </a:buClr>
              <a:buSzPct val="80000"/>
            </a:pPr>
            <a:endParaRPr lang="en-US" sz="1899" kern="0" noProof="1">
              <a:latin typeface="72 Brand" panose="020B0504030603020204" pitchFamily="34" charset="0"/>
              <a:ea typeface="Arial Unicode MS" pitchFamily="34" charset="-128"/>
              <a:cs typeface="Arial Unicode MS" pitchFamily="34" charset="-128"/>
            </a:endParaRPr>
          </a:p>
        </p:txBody>
      </p:sp>
      <p:sp>
        <p:nvSpPr>
          <p:cNvPr id="58" name="Text Placeholder 6">
            <a:extLst>
              <a:ext uri="{FF2B5EF4-FFF2-40B4-BE49-F238E27FC236}">
                <a16:creationId xmlns:a16="http://schemas.microsoft.com/office/drawing/2014/main" id="{C4E3FBC7-690A-3D19-DEC5-0B42F88B7A16}"/>
              </a:ext>
            </a:extLst>
          </p:cNvPr>
          <p:cNvSpPr txBox="1">
            <a:spLocks/>
          </p:cNvSpPr>
          <p:nvPr/>
        </p:nvSpPr>
        <p:spPr bwMode="gray">
          <a:xfrm>
            <a:off x="1921830" y="3981801"/>
            <a:ext cx="884611" cy="184617"/>
          </a:xfrm>
          <a:prstGeom prst="rect">
            <a:avLst/>
          </a:prstGeom>
        </p:spPr>
        <p:txBody>
          <a:bodyPr lIns="0" tIns="0" rIns="0" bIns="0" anchor="ctr">
            <a:spAutoFit/>
          </a:bodyPr>
          <a:lstStyle/>
          <a:p>
            <a:pPr>
              <a:spcBef>
                <a:spcPts val="1928"/>
              </a:spcBef>
              <a:buClr>
                <a:schemeClr val="accent1"/>
              </a:buClr>
              <a:buSzPct val="80000"/>
              <a:tabLst>
                <a:tab pos="2586440" algn="l"/>
              </a:tabLst>
              <a:defRPr/>
            </a:pPr>
            <a:r>
              <a:rPr lang="en-US" sz="1200" noProof="1">
                <a:latin typeface="72 Brand" panose="020B0504030603020204" pitchFamily="34" charset="0"/>
              </a:rPr>
              <a:t>Analysis</a:t>
            </a:r>
          </a:p>
        </p:txBody>
      </p:sp>
      <p:sp>
        <p:nvSpPr>
          <p:cNvPr id="60" name="Chevron 72">
            <a:extLst>
              <a:ext uri="{FF2B5EF4-FFF2-40B4-BE49-F238E27FC236}">
                <a16:creationId xmlns:a16="http://schemas.microsoft.com/office/drawing/2014/main" id="{DB40BB6F-4543-99F4-4460-B12A84FD5FC8}"/>
              </a:ext>
              <a:ext uri="{C183D7F6-B498-43B3-948B-1728B52AA6E4}">
                <adec:decorative xmlns:adec="http://schemas.microsoft.com/office/drawing/2017/decorative" val="1"/>
              </a:ext>
            </a:extLst>
          </p:cNvPr>
          <p:cNvSpPr/>
          <p:nvPr/>
        </p:nvSpPr>
        <p:spPr bwMode="gray">
          <a:xfrm>
            <a:off x="2953441" y="3920161"/>
            <a:ext cx="180000" cy="288000"/>
          </a:xfrm>
          <a:prstGeom prst="chevron">
            <a:avLst>
              <a:gd name="adj" fmla="val 67604"/>
            </a:avLst>
          </a:prstGeom>
          <a:solidFill>
            <a:srgbClr val="B894FF"/>
          </a:solidFill>
          <a:ln w="6350" algn="ctr">
            <a:noFill/>
            <a:miter lim="800000"/>
            <a:headEnd/>
            <a:tailEnd/>
          </a:ln>
        </p:spPr>
        <p:txBody>
          <a:bodyPr lIns="89956" tIns="71964" rIns="89956" bIns="71964" rtlCol="0" anchor="ctr"/>
          <a:lstStyle/>
          <a:p>
            <a:pPr algn="ctr" fontAlgn="base">
              <a:spcBef>
                <a:spcPct val="50000"/>
              </a:spcBef>
              <a:spcAft>
                <a:spcPct val="0"/>
              </a:spcAft>
              <a:buClr>
                <a:srgbClr val="F0AB00"/>
              </a:buClr>
              <a:buSzPct val="80000"/>
            </a:pPr>
            <a:endParaRPr lang="en-US" sz="1899" kern="0" noProof="1">
              <a:latin typeface="72 Brand" panose="020B0504030603020204" pitchFamily="34" charset="0"/>
              <a:ea typeface="Arial Unicode MS" pitchFamily="34" charset="-128"/>
              <a:cs typeface="Arial Unicode MS" pitchFamily="34" charset="-128"/>
            </a:endParaRPr>
          </a:p>
        </p:txBody>
      </p:sp>
      <p:sp>
        <p:nvSpPr>
          <p:cNvPr id="52" name="Oval 28">
            <a:extLst>
              <a:ext uri="{FF2B5EF4-FFF2-40B4-BE49-F238E27FC236}">
                <a16:creationId xmlns:a16="http://schemas.microsoft.com/office/drawing/2014/main" id="{9C1312FE-F96D-BD65-D761-47D4BF6F2AB5}"/>
              </a:ext>
            </a:extLst>
          </p:cNvPr>
          <p:cNvSpPr>
            <a:spLocks noChangeArrowheads="1"/>
          </p:cNvSpPr>
          <p:nvPr>
            <p:custDataLst>
              <p:tags r:id="rId4"/>
            </p:custDataLst>
          </p:nvPr>
        </p:nvSpPr>
        <p:spPr bwMode="gray">
          <a:xfrm>
            <a:off x="2703642" y="2712403"/>
            <a:ext cx="209416" cy="209417"/>
          </a:xfrm>
          <a:prstGeom prst="ellipse">
            <a:avLst/>
          </a:prstGeom>
          <a:solidFill>
            <a:schemeClr val="tx1"/>
          </a:solidFill>
          <a:ln w="12700" algn="ctr">
            <a:noFill/>
            <a:round/>
            <a:headEnd/>
            <a:tailEnd/>
          </a:ln>
        </p:spPr>
        <p:txBody>
          <a:bodyPr wrap="none" lIns="0" tIns="0" rIns="0" bIns="0" anchor="ctr"/>
          <a:lstStyle/>
          <a:p>
            <a:pPr algn="ctr">
              <a:buClrTx/>
              <a:buSzTx/>
              <a:buFontTx/>
              <a:buNone/>
            </a:pPr>
            <a:r>
              <a:rPr lang="en-US" sz="1067" noProof="1">
                <a:solidFill>
                  <a:schemeClr val="bg1"/>
                </a:solidFill>
                <a:latin typeface="72 Brand" panose="020B0504030603020204" pitchFamily="34" charset="0"/>
              </a:rPr>
              <a:t>1</a:t>
            </a:r>
          </a:p>
        </p:txBody>
      </p:sp>
      <p:sp>
        <p:nvSpPr>
          <p:cNvPr id="43" name="Text Placeholder 6">
            <a:extLst>
              <a:ext uri="{FF2B5EF4-FFF2-40B4-BE49-F238E27FC236}">
                <a16:creationId xmlns:a16="http://schemas.microsoft.com/office/drawing/2014/main" id="{90AC7FF5-49BF-F70E-C815-384D30130695}"/>
              </a:ext>
            </a:extLst>
          </p:cNvPr>
          <p:cNvSpPr txBox="1">
            <a:spLocks/>
          </p:cNvSpPr>
          <p:nvPr/>
        </p:nvSpPr>
        <p:spPr bwMode="gray">
          <a:xfrm>
            <a:off x="2726671" y="3024647"/>
            <a:ext cx="2554848" cy="260870"/>
          </a:xfrm>
          <a:prstGeom prst="rect">
            <a:avLst/>
          </a:prstGeom>
        </p:spPr>
        <p:txBody>
          <a:bodyPr lIns="0" tIns="0" rIns="0" bIns="0" anchor="ctr"/>
          <a:lstStyle/>
          <a:p>
            <a:pPr>
              <a:spcBef>
                <a:spcPts val="1928"/>
              </a:spcBef>
              <a:buClr>
                <a:schemeClr val="accent1"/>
              </a:buClr>
              <a:buSzPct val="80000"/>
              <a:tabLst>
                <a:tab pos="2586440" algn="l"/>
              </a:tabLst>
              <a:defRPr/>
            </a:pPr>
            <a:r>
              <a:rPr lang="en-US" sz="1200" noProof="1">
                <a:latin typeface="72 Brand" panose="020B0504030603020204" pitchFamily="34" charset="0"/>
              </a:rPr>
              <a:t>Solution design phase</a:t>
            </a:r>
          </a:p>
        </p:txBody>
      </p:sp>
      <p:sp>
        <p:nvSpPr>
          <p:cNvPr id="45" name="Chevron 38">
            <a:extLst>
              <a:ext uri="{FF2B5EF4-FFF2-40B4-BE49-F238E27FC236}">
                <a16:creationId xmlns:a16="http://schemas.microsoft.com/office/drawing/2014/main" id="{0962F248-6BE9-5D36-7608-103AFDFE7D38}"/>
              </a:ext>
              <a:ext uri="{C183D7F6-B498-43B3-948B-1728B52AA6E4}">
                <adec:decorative xmlns:adec="http://schemas.microsoft.com/office/drawing/2017/decorative" val="1"/>
              </a:ext>
            </a:extLst>
          </p:cNvPr>
          <p:cNvSpPr/>
          <p:nvPr/>
        </p:nvSpPr>
        <p:spPr bwMode="gray">
          <a:xfrm>
            <a:off x="5091227" y="3054466"/>
            <a:ext cx="180000" cy="288000"/>
          </a:xfrm>
          <a:prstGeom prst="chevron">
            <a:avLst>
              <a:gd name="adj" fmla="val 67604"/>
            </a:avLst>
          </a:prstGeom>
          <a:solidFill>
            <a:srgbClr val="9B76FF"/>
          </a:solidFill>
          <a:ln w="6350" algn="ctr">
            <a:noFill/>
            <a:miter lim="800000"/>
            <a:headEnd/>
            <a:tailEnd/>
          </a:ln>
        </p:spPr>
        <p:txBody>
          <a:bodyPr lIns="89956" tIns="71964" rIns="89956" bIns="71964" rtlCol="0" anchor="ctr"/>
          <a:lstStyle/>
          <a:p>
            <a:pPr algn="ctr" fontAlgn="base">
              <a:spcBef>
                <a:spcPct val="50000"/>
              </a:spcBef>
              <a:spcAft>
                <a:spcPct val="0"/>
              </a:spcAft>
              <a:buClr>
                <a:srgbClr val="F0AB00"/>
              </a:buClr>
              <a:buSzPct val="80000"/>
            </a:pPr>
            <a:endParaRPr lang="en-US" sz="1899" kern="0" noProof="1">
              <a:latin typeface="72 Brand" panose="020B0504030603020204" pitchFamily="34" charset="0"/>
              <a:ea typeface="Arial Unicode MS" pitchFamily="34" charset="-128"/>
              <a:cs typeface="Arial Unicode MS" pitchFamily="34" charset="-128"/>
            </a:endParaRPr>
          </a:p>
        </p:txBody>
      </p:sp>
      <p:sp>
        <p:nvSpPr>
          <p:cNvPr id="5" name="Text Placeholder 2">
            <a:extLst>
              <a:ext uri="{FF2B5EF4-FFF2-40B4-BE49-F238E27FC236}">
                <a16:creationId xmlns:a16="http://schemas.microsoft.com/office/drawing/2014/main" id="{62FDA73D-B413-898B-C7B8-BD62722605FF}"/>
              </a:ext>
            </a:extLst>
          </p:cNvPr>
          <p:cNvSpPr txBox="1">
            <a:spLocks/>
          </p:cNvSpPr>
          <p:nvPr/>
        </p:nvSpPr>
        <p:spPr bwMode="black">
          <a:xfrm>
            <a:off x="3336743" y="1980670"/>
            <a:ext cx="2678400" cy="360000"/>
          </a:xfrm>
          <a:prstGeom prst="roundRect">
            <a:avLst>
              <a:gd name="adj" fmla="val 50000"/>
            </a:avLst>
          </a:prstGeom>
          <a:solidFill>
            <a:srgbClr val="9B76FF"/>
          </a:solidFill>
        </p:spPr>
        <p:txBody>
          <a:bodyPr vert="horz" lIns="0" tIns="0" rIns="0" bIns="0" rtlCol="0" anchor="ctr" anchorCtr="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lgn="ctr">
              <a:buSzPct val="100000"/>
              <a:buFont typeface="Arial" panose="020B0604020202020204" pitchFamily="34" charset="0"/>
            </a:pPr>
            <a:r>
              <a:rPr lang="en-US" sz="1800" noProof="1">
                <a:solidFill>
                  <a:schemeClr val="bg1"/>
                </a:solidFill>
                <a:latin typeface="72 Brand Medium" panose="020B0604030603020204" pitchFamily="34" charset="0"/>
              </a:rPr>
              <a:t>Q2/2026</a:t>
            </a:r>
            <a:endParaRPr lang="en-US" noProof="1">
              <a:solidFill>
                <a:schemeClr val="bg1"/>
              </a:solidFill>
            </a:endParaRPr>
          </a:p>
        </p:txBody>
      </p:sp>
      <p:sp>
        <p:nvSpPr>
          <p:cNvPr id="11" name="Rectangle 10">
            <a:extLst>
              <a:ext uri="{FF2B5EF4-FFF2-40B4-BE49-F238E27FC236}">
                <a16:creationId xmlns:a16="http://schemas.microsoft.com/office/drawing/2014/main" id="{243C9A98-0520-C630-BEEC-0450A8CEEA4B}"/>
              </a:ext>
              <a:ext uri="{C183D7F6-B498-43B3-948B-1728B52AA6E4}">
                <adec:decorative xmlns:adec="http://schemas.microsoft.com/office/drawing/2017/decorative" val="1"/>
              </a:ext>
            </a:extLst>
          </p:cNvPr>
          <p:cNvSpPr/>
          <p:nvPr/>
        </p:nvSpPr>
        <p:spPr bwMode="gray">
          <a:xfrm>
            <a:off x="3332154" y="2405771"/>
            <a:ext cx="792000" cy="108000"/>
          </a:xfrm>
          <a:prstGeom prst="roundRect">
            <a:avLst>
              <a:gd name="adj" fmla="val 50000"/>
            </a:avLst>
          </a:prstGeom>
          <a:solidFill>
            <a:srgbClr val="9B76FF"/>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12" name="Rectangle 11">
            <a:extLst>
              <a:ext uri="{FF2B5EF4-FFF2-40B4-BE49-F238E27FC236}">
                <a16:creationId xmlns:a16="http://schemas.microsoft.com/office/drawing/2014/main" id="{3C4A951D-3252-B05E-4E50-5640797F9CC7}"/>
              </a:ext>
              <a:ext uri="{C183D7F6-B498-43B3-948B-1728B52AA6E4}">
                <adec:decorative xmlns:adec="http://schemas.microsoft.com/office/drawing/2017/decorative" val="1"/>
              </a:ext>
            </a:extLst>
          </p:cNvPr>
          <p:cNvSpPr/>
          <p:nvPr/>
        </p:nvSpPr>
        <p:spPr bwMode="gray">
          <a:xfrm>
            <a:off x="4276714" y="2405771"/>
            <a:ext cx="792000" cy="108000"/>
          </a:xfrm>
          <a:prstGeom prst="roundRect">
            <a:avLst>
              <a:gd name="adj" fmla="val 50000"/>
            </a:avLst>
          </a:prstGeom>
          <a:solidFill>
            <a:srgbClr val="9B76FF"/>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18" name="Rectangle 17">
            <a:extLst>
              <a:ext uri="{FF2B5EF4-FFF2-40B4-BE49-F238E27FC236}">
                <a16:creationId xmlns:a16="http://schemas.microsoft.com/office/drawing/2014/main" id="{B95114A6-EE44-E1B6-3AD2-C5D0F593E76B}"/>
              </a:ext>
              <a:ext uri="{C183D7F6-B498-43B3-948B-1728B52AA6E4}">
                <adec:decorative xmlns:adec="http://schemas.microsoft.com/office/drawing/2017/decorative" val="1"/>
              </a:ext>
            </a:extLst>
          </p:cNvPr>
          <p:cNvSpPr/>
          <p:nvPr/>
        </p:nvSpPr>
        <p:spPr bwMode="gray">
          <a:xfrm>
            <a:off x="5221274" y="2405771"/>
            <a:ext cx="792000" cy="108000"/>
          </a:xfrm>
          <a:prstGeom prst="roundRect">
            <a:avLst>
              <a:gd name="adj" fmla="val 50000"/>
            </a:avLst>
          </a:prstGeom>
          <a:solidFill>
            <a:srgbClr val="9B76FF"/>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62" name="Text Placeholder 6">
            <a:extLst>
              <a:ext uri="{FF2B5EF4-FFF2-40B4-BE49-F238E27FC236}">
                <a16:creationId xmlns:a16="http://schemas.microsoft.com/office/drawing/2014/main" id="{AEBCB1DB-49DE-727A-A99F-4929548B11D7}"/>
              </a:ext>
            </a:extLst>
          </p:cNvPr>
          <p:cNvSpPr txBox="1">
            <a:spLocks/>
          </p:cNvSpPr>
          <p:nvPr/>
        </p:nvSpPr>
        <p:spPr bwMode="gray">
          <a:xfrm>
            <a:off x="2936979" y="4323516"/>
            <a:ext cx="1158463" cy="184617"/>
          </a:xfrm>
          <a:prstGeom prst="rect">
            <a:avLst/>
          </a:prstGeom>
        </p:spPr>
        <p:txBody>
          <a:bodyPr wrap="square" lIns="0" tIns="0" rIns="0" bIns="0" anchor="ctr">
            <a:spAutoFit/>
          </a:bodyPr>
          <a:lstStyle/>
          <a:p>
            <a:pPr>
              <a:spcBef>
                <a:spcPts val="1928"/>
              </a:spcBef>
              <a:buClr>
                <a:schemeClr val="accent1"/>
              </a:buClr>
              <a:buSzPct val="80000"/>
              <a:tabLst>
                <a:tab pos="2586440" algn="l"/>
              </a:tabLst>
              <a:defRPr/>
            </a:pPr>
            <a:r>
              <a:rPr lang="en-US" sz="1200" noProof="1">
                <a:latin typeface="72 Brand" panose="020B0504030603020204" pitchFamily="34" charset="0"/>
              </a:rPr>
              <a:t>Blueprinting</a:t>
            </a:r>
          </a:p>
        </p:txBody>
      </p:sp>
      <p:sp>
        <p:nvSpPr>
          <p:cNvPr id="64" name="Chevron 80">
            <a:extLst>
              <a:ext uri="{FF2B5EF4-FFF2-40B4-BE49-F238E27FC236}">
                <a16:creationId xmlns:a16="http://schemas.microsoft.com/office/drawing/2014/main" id="{A97FC525-037D-3C42-E1C1-1C9BFCB1BC22}"/>
              </a:ext>
              <a:ext uri="{C183D7F6-B498-43B3-948B-1728B52AA6E4}">
                <adec:decorative xmlns:adec="http://schemas.microsoft.com/office/drawing/2017/decorative" val="1"/>
              </a:ext>
            </a:extLst>
          </p:cNvPr>
          <p:cNvSpPr/>
          <p:nvPr/>
        </p:nvSpPr>
        <p:spPr bwMode="gray">
          <a:xfrm>
            <a:off x="5091227" y="4261875"/>
            <a:ext cx="180000" cy="288000"/>
          </a:xfrm>
          <a:prstGeom prst="chevron">
            <a:avLst>
              <a:gd name="adj" fmla="val 67604"/>
            </a:avLst>
          </a:prstGeom>
          <a:solidFill>
            <a:srgbClr val="9B76FF"/>
          </a:solidFill>
          <a:ln w="6350" algn="ctr">
            <a:noFill/>
            <a:miter lim="800000"/>
            <a:headEnd/>
            <a:tailEnd/>
          </a:ln>
        </p:spPr>
        <p:txBody>
          <a:bodyPr lIns="89956" tIns="71964" rIns="89956" bIns="71964" rtlCol="0" anchor="ctr"/>
          <a:lstStyle/>
          <a:p>
            <a:pPr algn="ctr" fontAlgn="base">
              <a:spcBef>
                <a:spcPct val="50000"/>
              </a:spcBef>
              <a:spcAft>
                <a:spcPct val="0"/>
              </a:spcAft>
              <a:buClr>
                <a:srgbClr val="F0AB00"/>
              </a:buClr>
              <a:buSzPct val="80000"/>
            </a:pPr>
            <a:endParaRPr lang="en-US" sz="1899" kern="0" noProof="1">
              <a:latin typeface="72 Brand" panose="020B0504030603020204" pitchFamily="34" charset="0"/>
              <a:ea typeface="Arial Unicode MS" pitchFamily="34" charset="-128"/>
              <a:cs typeface="Arial Unicode MS" pitchFamily="34" charset="-128"/>
            </a:endParaRPr>
          </a:p>
        </p:txBody>
      </p:sp>
      <p:sp>
        <p:nvSpPr>
          <p:cNvPr id="66" name="Text Placeholder 6">
            <a:extLst>
              <a:ext uri="{FF2B5EF4-FFF2-40B4-BE49-F238E27FC236}">
                <a16:creationId xmlns:a16="http://schemas.microsoft.com/office/drawing/2014/main" id="{553F99DC-EDEB-A066-15E0-600806EDEFC6}"/>
              </a:ext>
            </a:extLst>
          </p:cNvPr>
          <p:cNvSpPr txBox="1">
            <a:spLocks/>
          </p:cNvSpPr>
          <p:nvPr/>
        </p:nvSpPr>
        <p:spPr bwMode="gray">
          <a:xfrm>
            <a:off x="3581899" y="4592378"/>
            <a:ext cx="1480923" cy="369236"/>
          </a:xfrm>
          <a:prstGeom prst="rect">
            <a:avLst/>
          </a:prstGeom>
        </p:spPr>
        <p:txBody>
          <a:bodyPr wrap="square" lIns="0" tIns="0" rIns="0" bIns="0" anchor="ctr">
            <a:spAutoFit/>
          </a:bodyPr>
          <a:lstStyle/>
          <a:p>
            <a:pPr>
              <a:spcBef>
                <a:spcPts val="1620"/>
              </a:spcBef>
              <a:buClr>
                <a:schemeClr val="accent1"/>
              </a:buClr>
              <a:buSzPct val="80000"/>
              <a:tabLst>
                <a:tab pos="2172201" algn="l"/>
              </a:tabLst>
              <a:defRPr/>
            </a:pPr>
            <a:r>
              <a:rPr lang="en-US" sz="1200" noProof="1">
                <a:latin typeface="72 Brand" panose="020B0504030603020204" pitchFamily="34" charset="0"/>
              </a:rPr>
              <a:t>Design and technical feasibility</a:t>
            </a:r>
          </a:p>
        </p:txBody>
      </p:sp>
      <p:sp>
        <p:nvSpPr>
          <p:cNvPr id="53" name="Oval 28">
            <a:extLst>
              <a:ext uri="{FF2B5EF4-FFF2-40B4-BE49-F238E27FC236}">
                <a16:creationId xmlns:a16="http://schemas.microsoft.com/office/drawing/2014/main" id="{219974AB-6A77-B42F-E1B1-924E53753E7C}"/>
              </a:ext>
            </a:extLst>
          </p:cNvPr>
          <p:cNvSpPr>
            <a:spLocks noChangeArrowheads="1"/>
          </p:cNvSpPr>
          <p:nvPr>
            <p:custDataLst>
              <p:tags r:id="rId5"/>
            </p:custDataLst>
          </p:nvPr>
        </p:nvSpPr>
        <p:spPr bwMode="gray">
          <a:xfrm>
            <a:off x="5563540" y="2712403"/>
            <a:ext cx="209416" cy="209417"/>
          </a:xfrm>
          <a:prstGeom prst="ellipse">
            <a:avLst/>
          </a:prstGeom>
          <a:solidFill>
            <a:schemeClr val="tx1"/>
          </a:solidFill>
          <a:ln w="12700" algn="ctr">
            <a:noFill/>
            <a:round/>
            <a:headEnd/>
            <a:tailEnd/>
          </a:ln>
        </p:spPr>
        <p:txBody>
          <a:bodyPr wrap="none" lIns="0" tIns="0" rIns="0" bIns="0" anchor="ctr"/>
          <a:lstStyle/>
          <a:p>
            <a:pPr algn="ctr">
              <a:buClrTx/>
              <a:buSzTx/>
              <a:buFontTx/>
              <a:buNone/>
            </a:pPr>
            <a:r>
              <a:rPr lang="en-US" sz="1067" noProof="1">
                <a:solidFill>
                  <a:schemeClr val="bg1"/>
                </a:solidFill>
                <a:latin typeface="72 Brand" panose="020B0504030603020204" pitchFamily="34" charset="0"/>
              </a:rPr>
              <a:t>2</a:t>
            </a:r>
          </a:p>
        </p:txBody>
      </p:sp>
      <p:sp>
        <p:nvSpPr>
          <p:cNvPr id="70" name="Text Placeholder 6">
            <a:extLst>
              <a:ext uri="{FF2B5EF4-FFF2-40B4-BE49-F238E27FC236}">
                <a16:creationId xmlns:a16="http://schemas.microsoft.com/office/drawing/2014/main" id="{BC594C6B-2232-F293-877D-8B1A9E420C07}"/>
              </a:ext>
            </a:extLst>
          </p:cNvPr>
          <p:cNvSpPr txBox="1">
            <a:spLocks/>
          </p:cNvSpPr>
          <p:nvPr/>
        </p:nvSpPr>
        <p:spPr bwMode="gray">
          <a:xfrm>
            <a:off x="5263602" y="5150628"/>
            <a:ext cx="1158464" cy="184617"/>
          </a:xfrm>
          <a:prstGeom prst="rect">
            <a:avLst/>
          </a:prstGeom>
        </p:spPr>
        <p:txBody>
          <a:bodyPr wrap="square" lIns="0" tIns="0" rIns="0" bIns="0" anchor="ctr">
            <a:spAutoFit/>
          </a:bodyPr>
          <a:lstStyle/>
          <a:p>
            <a:pPr>
              <a:spcBef>
                <a:spcPts val="1928"/>
              </a:spcBef>
              <a:buClr>
                <a:schemeClr val="accent1"/>
              </a:buClr>
              <a:buSzPct val="80000"/>
              <a:tabLst>
                <a:tab pos="2586440" algn="l"/>
              </a:tabLst>
              <a:defRPr/>
            </a:pPr>
            <a:r>
              <a:rPr lang="en-US" sz="1200" noProof="1">
                <a:latin typeface="72 Brand" panose="020B0504030603020204" pitchFamily="34" charset="0"/>
              </a:rPr>
              <a:t>Implementation</a:t>
            </a:r>
          </a:p>
        </p:txBody>
      </p:sp>
      <p:sp>
        <p:nvSpPr>
          <p:cNvPr id="72" name="Chevron 92">
            <a:extLst>
              <a:ext uri="{FF2B5EF4-FFF2-40B4-BE49-F238E27FC236}">
                <a16:creationId xmlns:a16="http://schemas.microsoft.com/office/drawing/2014/main" id="{FDA84488-CCA7-ABBF-5BB8-3F06E1A25FF4}"/>
              </a:ext>
              <a:ext uri="{C183D7F6-B498-43B3-948B-1728B52AA6E4}">
                <adec:decorative xmlns:adec="http://schemas.microsoft.com/office/drawing/2017/decorative" val="1"/>
              </a:ext>
            </a:extLst>
          </p:cNvPr>
          <p:cNvSpPr/>
          <p:nvPr/>
        </p:nvSpPr>
        <p:spPr bwMode="gray">
          <a:xfrm>
            <a:off x="8335032" y="5088986"/>
            <a:ext cx="180000" cy="288000"/>
          </a:xfrm>
          <a:prstGeom prst="chevron">
            <a:avLst>
              <a:gd name="adj" fmla="val 67604"/>
            </a:avLst>
          </a:prstGeom>
          <a:solidFill>
            <a:srgbClr val="7858FF"/>
          </a:solidFill>
          <a:ln w="6350" algn="ctr">
            <a:noFill/>
            <a:miter lim="800000"/>
            <a:headEnd/>
            <a:tailEnd/>
          </a:ln>
        </p:spPr>
        <p:txBody>
          <a:bodyPr lIns="89956" tIns="71964" rIns="89956" bIns="71964" rtlCol="0" anchor="ctr"/>
          <a:lstStyle/>
          <a:p>
            <a:pPr algn="ctr" fontAlgn="base">
              <a:spcBef>
                <a:spcPct val="50000"/>
              </a:spcBef>
              <a:spcAft>
                <a:spcPct val="0"/>
              </a:spcAft>
              <a:buClr>
                <a:srgbClr val="F0AB00"/>
              </a:buClr>
              <a:buSzPct val="80000"/>
            </a:pPr>
            <a:endParaRPr lang="en-US" sz="1899" kern="0" noProof="1">
              <a:latin typeface="72 Brand" panose="020B0504030603020204" pitchFamily="34" charset="0"/>
              <a:ea typeface="Arial Unicode MS" pitchFamily="34" charset="-128"/>
              <a:cs typeface="Arial Unicode MS" pitchFamily="34" charset="-128"/>
            </a:endParaRPr>
          </a:p>
        </p:txBody>
      </p:sp>
      <p:sp>
        <p:nvSpPr>
          <p:cNvPr id="19" name="Text Placeholder 2">
            <a:extLst>
              <a:ext uri="{FF2B5EF4-FFF2-40B4-BE49-F238E27FC236}">
                <a16:creationId xmlns:a16="http://schemas.microsoft.com/office/drawing/2014/main" id="{2E3E5108-BF13-2E66-970E-31309B78CF2B}"/>
              </a:ext>
            </a:extLst>
          </p:cNvPr>
          <p:cNvSpPr txBox="1">
            <a:spLocks/>
          </p:cNvSpPr>
          <p:nvPr/>
        </p:nvSpPr>
        <p:spPr bwMode="black">
          <a:xfrm>
            <a:off x="6169486" y="1980670"/>
            <a:ext cx="2678400" cy="360000"/>
          </a:xfrm>
          <a:prstGeom prst="roundRect">
            <a:avLst>
              <a:gd name="adj" fmla="val 50000"/>
            </a:avLst>
          </a:prstGeom>
          <a:solidFill>
            <a:srgbClr val="7858FF"/>
          </a:solidFill>
        </p:spPr>
        <p:txBody>
          <a:bodyPr vert="horz" lIns="0" tIns="0" rIns="0" bIns="0" rtlCol="0" anchor="ctr" anchorCtr="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lgn="ctr">
              <a:buSzPct val="100000"/>
              <a:buFont typeface="Arial" panose="020B0604020202020204" pitchFamily="34" charset="0"/>
            </a:pPr>
            <a:r>
              <a:rPr lang="en-US" sz="1800" noProof="1">
                <a:solidFill>
                  <a:schemeClr val="bg1"/>
                </a:solidFill>
                <a:latin typeface="72 Brand Medium" panose="020B0604030603020204" pitchFamily="34" charset="0"/>
              </a:rPr>
              <a:t>Q3/2026</a:t>
            </a:r>
            <a:endParaRPr lang="en-US" noProof="1">
              <a:solidFill>
                <a:schemeClr val="bg1"/>
              </a:solidFill>
            </a:endParaRPr>
          </a:p>
        </p:txBody>
      </p:sp>
      <p:sp>
        <p:nvSpPr>
          <p:cNvPr id="68" name="Chevron 86">
            <a:extLst>
              <a:ext uri="{FF2B5EF4-FFF2-40B4-BE49-F238E27FC236}">
                <a16:creationId xmlns:a16="http://schemas.microsoft.com/office/drawing/2014/main" id="{39C68151-7431-BDD0-0CA9-79F5C40A9E54}"/>
              </a:ext>
              <a:ext uri="{C183D7F6-B498-43B3-948B-1728B52AA6E4}">
                <adec:decorative xmlns:adec="http://schemas.microsoft.com/office/drawing/2017/decorative" val="1"/>
              </a:ext>
            </a:extLst>
          </p:cNvPr>
          <p:cNvSpPr/>
          <p:nvPr/>
        </p:nvSpPr>
        <p:spPr bwMode="gray">
          <a:xfrm>
            <a:off x="5091227" y="4712747"/>
            <a:ext cx="180000" cy="288000"/>
          </a:xfrm>
          <a:prstGeom prst="chevron">
            <a:avLst>
              <a:gd name="adj" fmla="val 67604"/>
            </a:avLst>
          </a:prstGeom>
          <a:solidFill>
            <a:srgbClr val="9B76FF"/>
          </a:solidFill>
          <a:ln w="6350" algn="ctr">
            <a:noFill/>
            <a:miter lim="800000"/>
            <a:headEnd/>
            <a:tailEnd/>
          </a:ln>
        </p:spPr>
        <p:txBody>
          <a:bodyPr lIns="89956" tIns="71964" rIns="89956" bIns="71964" rtlCol="0" anchor="ctr"/>
          <a:lstStyle/>
          <a:p>
            <a:pPr algn="ctr" fontAlgn="base">
              <a:spcBef>
                <a:spcPct val="50000"/>
              </a:spcBef>
              <a:spcAft>
                <a:spcPct val="0"/>
              </a:spcAft>
              <a:buClr>
                <a:srgbClr val="F0AB00"/>
              </a:buClr>
              <a:buSzPct val="80000"/>
            </a:pPr>
            <a:endParaRPr lang="en-US" sz="1999" kern="0" noProof="1">
              <a:latin typeface="72 Brand" panose="020B0504030603020204" pitchFamily="34" charset="0"/>
              <a:ea typeface="Arial Unicode MS" pitchFamily="34" charset="-128"/>
              <a:cs typeface="Arial Unicode MS" pitchFamily="34" charset="-128"/>
            </a:endParaRPr>
          </a:p>
        </p:txBody>
      </p:sp>
      <p:sp>
        <p:nvSpPr>
          <p:cNvPr id="20" name="Rectangle 19">
            <a:extLst>
              <a:ext uri="{FF2B5EF4-FFF2-40B4-BE49-F238E27FC236}">
                <a16:creationId xmlns:a16="http://schemas.microsoft.com/office/drawing/2014/main" id="{6FA76C83-4075-BC77-7BDD-D8B00924E98E}"/>
              </a:ext>
              <a:ext uri="{C183D7F6-B498-43B3-948B-1728B52AA6E4}">
                <adec:decorative xmlns:adec="http://schemas.microsoft.com/office/drawing/2017/decorative" val="1"/>
              </a:ext>
            </a:extLst>
          </p:cNvPr>
          <p:cNvSpPr/>
          <p:nvPr/>
        </p:nvSpPr>
        <p:spPr bwMode="gray">
          <a:xfrm>
            <a:off x="6165834" y="2405771"/>
            <a:ext cx="792000" cy="108000"/>
          </a:xfrm>
          <a:prstGeom prst="roundRect">
            <a:avLst>
              <a:gd name="adj" fmla="val 50000"/>
            </a:avLst>
          </a:prstGeom>
          <a:solidFill>
            <a:srgbClr val="7858FF"/>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21" name="Rectangle 20">
            <a:extLst>
              <a:ext uri="{FF2B5EF4-FFF2-40B4-BE49-F238E27FC236}">
                <a16:creationId xmlns:a16="http://schemas.microsoft.com/office/drawing/2014/main" id="{FFD338A9-836B-9496-D81A-F46CF7E1154F}"/>
              </a:ext>
              <a:ext uri="{C183D7F6-B498-43B3-948B-1728B52AA6E4}">
                <adec:decorative xmlns:adec="http://schemas.microsoft.com/office/drawing/2017/decorative" val="1"/>
              </a:ext>
            </a:extLst>
          </p:cNvPr>
          <p:cNvSpPr/>
          <p:nvPr/>
        </p:nvSpPr>
        <p:spPr bwMode="gray">
          <a:xfrm>
            <a:off x="7110394" y="2405771"/>
            <a:ext cx="792000" cy="108000"/>
          </a:xfrm>
          <a:prstGeom prst="roundRect">
            <a:avLst>
              <a:gd name="adj" fmla="val 50000"/>
            </a:avLst>
          </a:prstGeom>
          <a:solidFill>
            <a:srgbClr val="7858FF"/>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22" name="Rectangle 21">
            <a:extLst>
              <a:ext uri="{FF2B5EF4-FFF2-40B4-BE49-F238E27FC236}">
                <a16:creationId xmlns:a16="http://schemas.microsoft.com/office/drawing/2014/main" id="{246EF933-EBA9-492E-4B27-E904822EFDF1}"/>
              </a:ext>
              <a:ext uri="{C183D7F6-B498-43B3-948B-1728B52AA6E4}">
                <adec:decorative xmlns:adec="http://schemas.microsoft.com/office/drawing/2017/decorative" val="1"/>
              </a:ext>
            </a:extLst>
          </p:cNvPr>
          <p:cNvSpPr/>
          <p:nvPr/>
        </p:nvSpPr>
        <p:spPr bwMode="gray">
          <a:xfrm>
            <a:off x="8054954" y="2405771"/>
            <a:ext cx="792000" cy="108000"/>
          </a:xfrm>
          <a:prstGeom prst="roundRect">
            <a:avLst>
              <a:gd name="adj" fmla="val 50000"/>
            </a:avLst>
          </a:prstGeom>
          <a:solidFill>
            <a:srgbClr val="7858FF"/>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46" name="Text Placeholder 6">
            <a:extLst>
              <a:ext uri="{FF2B5EF4-FFF2-40B4-BE49-F238E27FC236}">
                <a16:creationId xmlns:a16="http://schemas.microsoft.com/office/drawing/2014/main" id="{F016538D-60C8-F755-9270-D4D5F576B730}"/>
              </a:ext>
            </a:extLst>
          </p:cNvPr>
          <p:cNvSpPr txBox="1">
            <a:spLocks/>
          </p:cNvSpPr>
          <p:nvPr/>
        </p:nvSpPr>
        <p:spPr bwMode="gray">
          <a:xfrm>
            <a:off x="5586565" y="3024647"/>
            <a:ext cx="2602620" cy="260870"/>
          </a:xfrm>
          <a:prstGeom prst="rect">
            <a:avLst/>
          </a:prstGeom>
        </p:spPr>
        <p:txBody>
          <a:bodyPr lIns="0" tIns="0" rIns="0" bIns="0" anchor="ctr"/>
          <a:lstStyle/>
          <a:p>
            <a:pPr>
              <a:spcBef>
                <a:spcPts val="1928"/>
              </a:spcBef>
              <a:buClr>
                <a:schemeClr val="accent1"/>
              </a:buClr>
              <a:buSzPct val="80000"/>
              <a:tabLst>
                <a:tab pos="2586440" algn="l"/>
              </a:tabLst>
              <a:defRPr/>
            </a:pPr>
            <a:r>
              <a:rPr lang="en-US" sz="1200" noProof="1">
                <a:latin typeface="72 Brand" panose="020B0504030603020204" pitchFamily="34" charset="0"/>
              </a:rPr>
              <a:t>Implementation phase</a:t>
            </a:r>
          </a:p>
        </p:txBody>
      </p:sp>
      <p:sp>
        <p:nvSpPr>
          <p:cNvPr id="48" name="Chevron 43">
            <a:extLst>
              <a:ext uri="{FF2B5EF4-FFF2-40B4-BE49-F238E27FC236}">
                <a16:creationId xmlns:a16="http://schemas.microsoft.com/office/drawing/2014/main" id="{6209A8FB-9769-CAAD-27E1-A54B16204985}"/>
              </a:ext>
              <a:ext uri="{C183D7F6-B498-43B3-948B-1728B52AA6E4}">
                <adec:decorative xmlns:adec="http://schemas.microsoft.com/office/drawing/2017/decorative" val="1"/>
              </a:ext>
            </a:extLst>
          </p:cNvPr>
          <p:cNvSpPr/>
          <p:nvPr/>
        </p:nvSpPr>
        <p:spPr bwMode="gray">
          <a:xfrm>
            <a:off x="8335032" y="3054466"/>
            <a:ext cx="180000" cy="288000"/>
          </a:xfrm>
          <a:prstGeom prst="chevron">
            <a:avLst>
              <a:gd name="adj" fmla="val 67604"/>
            </a:avLst>
          </a:prstGeom>
          <a:solidFill>
            <a:srgbClr val="7858FF"/>
          </a:solidFill>
          <a:ln w="6350" algn="ctr">
            <a:noFill/>
            <a:miter lim="800000"/>
            <a:headEnd/>
            <a:tailEnd/>
          </a:ln>
        </p:spPr>
        <p:txBody>
          <a:bodyPr lIns="89956" tIns="71964" rIns="89956" bIns="71964" rtlCol="0" anchor="ctr"/>
          <a:lstStyle/>
          <a:p>
            <a:pPr algn="ctr" fontAlgn="base">
              <a:spcBef>
                <a:spcPct val="50000"/>
              </a:spcBef>
              <a:spcAft>
                <a:spcPct val="0"/>
              </a:spcAft>
              <a:buClr>
                <a:srgbClr val="F0AB00"/>
              </a:buClr>
              <a:buSzPct val="80000"/>
            </a:pPr>
            <a:endParaRPr lang="en-US" sz="1899" kern="0" noProof="1">
              <a:latin typeface="72 Brand" panose="020B0504030603020204" pitchFamily="34" charset="0"/>
              <a:ea typeface="Arial Unicode MS" pitchFamily="34" charset="-128"/>
              <a:cs typeface="Arial Unicode MS" pitchFamily="34" charset="-128"/>
            </a:endParaRPr>
          </a:p>
        </p:txBody>
      </p:sp>
      <p:sp>
        <p:nvSpPr>
          <p:cNvPr id="74" name="Text Placeholder 6">
            <a:extLst>
              <a:ext uri="{FF2B5EF4-FFF2-40B4-BE49-F238E27FC236}">
                <a16:creationId xmlns:a16="http://schemas.microsoft.com/office/drawing/2014/main" id="{BC26A3AB-BD1F-C167-1D0D-5708B0FFBB12}"/>
              </a:ext>
            </a:extLst>
          </p:cNvPr>
          <p:cNvSpPr txBox="1">
            <a:spLocks/>
          </p:cNvSpPr>
          <p:nvPr/>
        </p:nvSpPr>
        <p:spPr bwMode="gray">
          <a:xfrm>
            <a:off x="7305846" y="5561417"/>
            <a:ext cx="884611" cy="184617"/>
          </a:xfrm>
          <a:prstGeom prst="rect">
            <a:avLst/>
          </a:prstGeom>
        </p:spPr>
        <p:txBody>
          <a:bodyPr lIns="0" tIns="0" rIns="0" bIns="0" anchor="ctr">
            <a:spAutoFit/>
          </a:bodyPr>
          <a:lstStyle/>
          <a:p>
            <a:pPr>
              <a:spcBef>
                <a:spcPts val="1928"/>
              </a:spcBef>
              <a:buClr>
                <a:schemeClr val="accent1"/>
              </a:buClr>
              <a:buSzPct val="80000"/>
              <a:tabLst>
                <a:tab pos="2586440" algn="l"/>
              </a:tabLst>
              <a:defRPr/>
            </a:pPr>
            <a:r>
              <a:rPr lang="en-US" sz="1200" noProof="1">
                <a:latin typeface="72 Brand" panose="020B0504030603020204" pitchFamily="34" charset="0"/>
              </a:rPr>
              <a:t>Testing</a:t>
            </a:r>
          </a:p>
        </p:txBody>
      </p:sp>
      <p:sp>
        <p:nvSpPr>
          <p:cNvPr id="76" name="Chevron 97">
            <a:extLst>
              <a:ext uri="{FF2B5EF4-FFF2-40B4-BE49-F238E27FC236}">
                <a16:creationId xmlns:a16="http://schemas.microsoft.com/office/drawing/2014/main" id="{E36E6389-1AD5-FE71-C259-3620112E786D}"/>
              </a:ext>
              <a:ext uri="{C183D7F6-B498-43B3-948B-1728B52AA6E4}">
                <adec:decorative xmlns:adec="http://schemas.microsoft.com/office/drawing/2017/decorative" val="1"/>
              </a:ext>
            </a:extLst>
          </p:cNvPr>
          <p:cNvSpPr/>
          <p:nvPr/>
        </p:nvSpPr>
        <p:spPr bwMode="gray">
          <a:xfrm>
            <a:off x="8335032" y="5499777"/>
            <a:ext cx="180000" cy="288000"/>
          </a:xfrm>
          <a:prstGeom prst="chevron">
            <a:avLst>
              <a:gd name="adj" fmla="val 67604"/>
            </a:avLst>
          </a:prstGeom>
          <a:solidFill>
            <a:srgbClr val="7858FF"/>
          </a:solidFill>
          <a:ln w="6350" algn="ctr">
            <a:noFill/>
            <a:miter lim="800000"/>
            <a:headEnd/>
            <a:tailEnd/>
          </a:ln>
        </p:spPr>
        <p:txBody>
          <a:bodyPr lIns="89956" tIns="71964" rIns="89956" bIns="71964" rtlCol="0" anchor="ctr"/>
          <a:lstStyle/>
          <a:p>
            <a:pPr algn="ctr" fontAlgn="base">
              <a:spcBef>
                <a:spcPct val="50000"/>
              </a:spcBef>
              <a:spcAft>
                <a:spcPct val="0"/>
              </a:spcAft>
              <a:buClr>
                <a:srgbClr val="F0AB00"/>
              </a:buClr>
              <a:buSzPct val="80000"/>
            </a:pPr>
            <a:endParaRPr lang="en-US" sz="1899" kern="0" noProof="1">
              <a:latin typeface="72 Brand" panose="020B0504030603020204" pitchFamily="34" charset="0"/>
              <a:ea typeface="Arial Unicode MS" pitchFamily="34" charset="-128"/>
              <a:cs typeface="Arial Unicode MS" pitchFamily="34" charset="-128"/>
            </a:endParaRPr>
          </a:p>
        </p:txBody>
      </p:sp>
      <p:sp>
        <p:nvSpPr>
          <p:cNvPr id="77" name="AutoShape 39" descr="Q-Gates, Steering Committee Decisions">
            <a:extLst>
              <a:ext uri="{FF2B5EF4-FFF2-40B4-BE49-F238E27FC236}">
                <a16:creationId xmlns:a16="http://schemas.microsoft.com/office/drawing/2014/main" id="{5BFEBCAA-5360-C7C0-2954-1E6F0FD4FDDA}"/>
              </a:ext>
              <a:ext uri="{C183D7F6-B498-43B3-948B-1728B52AA6E4}">
                <adec:decorative xmlns:adec="http://schemas.microsoft.com/office/drawing/2017/decorative" val="0"/>
              </a:ext>
            </a:extLst>
          </p:cNvPr>
          <p:cNvSpPr>
            <a:spLocks noChangeArrowheads="1"/>
          </p:cNvSpPr>
          <p:nvPr>
            <p:custDataLst>
              <p:tags r:id="rId6"/>
            </p:custDataLst>
          </p:nvPr>
        </p:nvSpPr>
        <p:spPr bwMode="gray">
          <a:xfrm>
            <a:off x="8530525" y="5551718"/>
            <a:ext cx="180000" cy="180000"/>
          </a:xfrm>
          <a:prstGeom prst="diamond">
            <a:avLst/>
          </a:prstGeom>
          <a:solidFill>
            <a:schemeClr val="tx1"/>
          </a:solidFill>
          <a:ln w="9525">
            <a:noFill/>
            <a:miter lim="800000"/>
            <a:headEnd/>
            <a:tailEnd/>
          </a:ln>
        </p:spPr>
        <p:txBody>
          <a:bodyPr wrap="none" lIns="108825" tIns="54412" rIns="108825" bIns="54412" anchor="ctr"/>
          <a:lstStyle/>
          <a:p>
            <a:pPr marL="290951" indent="-290951"/>
            <a:endParaRPr lang="en-US" sz="1799" noProof="1">
              <a:latin typeface="72 Brand" panose="020B0504030603020204" pitchFamily="34" charset="0"/>
            </a:endParaRPr>
          </a:p>
        </p:txBody>
      </p:sp>
      <p:sp>
        <p:nvSpPr>
          <p:cNvPr id="26" name="Text Placeholder 2">
            <a:extLst>
              <a:ext uri="{FF2B5EF4-FFF2-40B4-BE49-F238E27FC236}">
                <a16:creationId xmlns:a16="http://schemas.microsoft.com/office/drawing/2014/main" id="{5F575571-803F-5D48-AD97-D87557FD9C27}"/>
              </a:ext>
            </a:extLst>
          </p:cNvPr>
          <p:cNvSpPr txBox="1">
            <a:spLocks/>
          </p:cNvSpPr>
          <p:nvPr/>
        </p:nvSpPr>
        <p:spPr bwMode="black">
          <a:xfrm>
            <a:off x="9002229" y="1980670"/>
            <a:ext cx="2678400" cy="360000"/>
          </a:xfrm>
          <a:prstGeom prst="roundRect">
            <a:avLst>
              <a:gd name="adj" fmla="val 50000"/>
            </a:avLst>
          </a:prstGeom>
          <a:solidFill>
            <a:srgbClr val="470CED"/>
          </a:solidFill>
        </p:spPr>
        <p:txBody>
          <a:bodyPr vert="horz" lIns="0" tIns="0" rIns="0" bIns="0" rtlCol="0" anchor="ctr" anchorCtr="0">
            <a:no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lgn="ctr">
              <a:buSzPct val="100000"/>
              <a:buFont typeface="Arial" panose="020B0604020202020204" pitchFamily="34" charset="0"/>
            </a:pPr>
            <a:r>
              <a:rPr lang="en-US" sz="1800" noProof="1">
                <a:solidFill>
                  <a:schemeClr val="bg1"/>
                </a:solidFill>
                <a:latin typeface="72 Brand Medium" panose="020B0604030603020204" pitchFamily="34" charset="0"/>
              </a:rPr>
              <a:t>Q4/2026</a:t>
            </a:r>
            <a:endParaRPr lang="en-US" noProof="1">
              <a:solidFill>
                <a:schemeClr val="bg1"/>
              </a:solidFill>
            </a:endParaRPr>
          </a:p>
        </p:txBody>
      </p:sp>
      <p:sp>
        <p:nvSpPr>
          <p:cNvPr id="23" name="Rectangle 22">
            <a:extLst>
              <a:ext uri="{FF2B5EF4-FFF2-40B4-BE49-F238E27FC236}">
                <a16:creationId xmlns:a16="http://schemas.microsoft.com/office/drawing/2014/main" id="{8C62039C-311F-D813-582B-A51788C4AF43}"/>
              </a:ext>
              <a:ext uri="{C183D7F6-B498-43B3-948B-1728B52AA6E4}">
                <adec:decorative xmlns:adec="http://schemas.microsoft.com/office/drawing/2017/decorative" val="1"/>
              </a:ext>
            </a:extLst>
          </p:cNvPr>
          <p:cNvSpPr/>
          <p:nvPr/>
        </p:nvSpPr>
        <p:spPr bwMode="gray">
          <a:xfrm>
            <a:off x="8999514" y="2405771"/>
            <a:ext cx="792000" cy="108000"/>
          </a:xfrm>
          <a:prstGeom prst="roundRect">
            <a:avLst>
              <a:gd name="adj" fmla="val 50000"/>
            </a:avLst>
          </a:prstGeom>
          <a:solidFill>
            <a:srgbClr val="470CED"/>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24" name="Rectangle 23">
            <a:extLst>
              <a:ext uri="{FF2B5EF4-FFF2-40B4-BE49-F238E27FC236}">
                <a16:creationId xmlns:a16="http://schemas.microsoft.com/office/drawing/2014/main" id="{8EDDCCAD-61BD-2DB7-B396-EF2641EB0C78}"/>
              </a:ext>
              <a:ext uri="{C183D7F6-B498-43B3-948B-1728B52AA6E4}">
                <adec:decorative xmlns:adec="http://schemas.microsoft.com/office/drawing/2017/decorative" val="1"/>
              </a:ext>
            </a:extLst>
          </p:cNvPr>
          <p:cNvSpPr/>
          <p:nvPr/>
        </p:nvSpPr>
        <p:spPr bwMode="gray">
          <a:xfrm>
            <a:off x="9944074" y="2405771"/>
            <a:ext cx="792000" cy="108000"/>
          </a:xfrm>
          <a:prstGeom prst="roundRect">
            <a:avLst>
              <a:gd name="adj" fmla="val 50000"/>
            </a:avLst>
          </a:prstGeom>
          <a:solidFill>
            <a:srgbClr val="470CED"/>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25" name="Rectangle 24">
            <a:extLst>
              <a:ext uri="{FF2B5EF4-FFF2-40B4-BE49-F238E27FC236}">
                <a16:creationId xmlns:a16="http://schemas.microsoft.com/office/drawing/2014/main" id="{68C19989-A205-97A0-C55C-1159DAD4488E}"/>
              </a:ext>
              <a:ext uri="{C183D7F6-B498-43B3-948B-1728B52AA6E4}">
                <adec:decorative xmlns:adec="http://schemas.microsoft.com/office/drawing/2017/decorative" val="1"/>
              </a:ext>
            </a:extLst>
          </p:cNvPr>
          <p:cNvSpPr/>
          <p:nvPr/>
        </p:nvSpPr>
        <p:spPr bwMode="gray">
          <a:xfrm>
            <a:off x="10888629" y="2405771"/>
            <a:ext cx="792000" cy="108000"/>
          </a:xfrm>
          <a:prstGeom prst="roundRect">
            <a:avLst>
              <a:gd name="adj" fmla="val 50000"/>
            </a:avLst>
          </a:prstGeom>
          <a:solidFill>
            <a:srgbClr val="470CED"/>
          </a:solidFill>
          <a:ln w="2540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noProof="1">
              <a:latin typeface="+mn-lt"/>
            </a:endParaRPr>
          </a:p>
        </p:txBody>
      </p:sp>
      <p:sp>
        <p:nvSpPr>
          <p:cNvPr id="54" name="Oval 28">
            <a:extLst>
              <a:ext uri="{FF2B5EF4-FFF2-40B4-BE49-F238E27FC236}">
                <a16:creationId xmlns:a16="http://schemas.microsoft.com/office/drawing/2014/main" id="{F70F984C-E1A3-CF65-0007-947DD072EEC9}"/>
              </a:ext>
            </a:extLst>
          </p:cNvPr>
          <p:cNvSpPr>
            <a:spLocks noChangeArrowheads="1"/>
          </p:cNvSpPr>
          <p:nvPr>
            <p:custDataLst>
              <p:tags r:id="rId7"/>
            </p:custDataLst>
          </p:nvPr>
        </p:nvSpPr>
        <p:spPr bwMode="gray">
          <a:xfrm>
            <a:off x="8642188" y="2712403"/>
            <a:ext cx="209416" cy="209417"/>
          </a:xfrm>
          <a:prstGeom prst="ellipse">
            <a:avLst/>
          </a:prstGeom>
          <a:solidFill>
            <a:schemeClr val="tx1"/>
          </a:solidFill>
          <a:ln w="12700" algn="ctr">
            <a:noFill/>
            <a:round/>
            <a:headEnd/>
            <a:tailEnd/>
          </a:ln>
        </p:spPr>
        <p:txBody>
          <a:bodyPr wrap="none" lIns="0" tIns="0" rIns="0" bIns="0" anchor="ctr"/>
          <a:lstStyle/>
          <a:p>
            <a:pPr algn="ctr">
              <a:buClrTx/>
              <a:buSzTx/>
              <a:buFontTx/>
              <a:buNone/>
            </a:pPr>
            <a:r>
              <a:rPr lang="en-US" sz="1067" noProof="1">
                <a:solidFill>
                  <a:schemeClr val="bg1"/>
                </a:solidFill>
                <a:latin typeface="72 Brand" panose="020B0504030603020204" pitchFamily="34" charset="0"/>
              </a:rPr>
              <a:t>3</a:t>
            </a:r>
          </a:p>
        </p:txBody>
      </p:sp>
      <p:sp>
        <p:nvSpPr>
          <p:cNvPr id="49" name="Text Placeholder 6">
            <a:extLst>
              <a:ext uri="{FF2B5EF4-FFF2-40B4-BE49-F238E27FC236}">
                <a16:creationId xmlns:a16="http://schemas.microsoft.com/office/drawing/2014/main" id="{1D486CED-DB8D-5525-F230-249DA1B346EA}"/>
              </a:ext>
            </a:extLst>
          </p:cNvPr>
          <p:cNvSpPr txBox="1">
            <a:spLocks/>
          </p:cNvSpPr>
          <p:nvPr/>
        </p:nvSpPr>
        <p:spPr bwMode="gray">
          <a:xfrm>
            <a:off x="8665215" y="3024647"/>
            <a:ext cx="2619877" cy="260870"/>
          </a:xfrm>
          <a:prstGeom prst="rect">
            <a:avLst/>
          </a:prstGeom>
        </p:spPr>
        <p:txBody>
          <a:bodyPr lIns="0" tIns="0" rIns="0" bIns="0" anchor="ctr"/>
          <a:lstStyle/>
          <a:p>
            <a:pPr>
              <a:spcBef>
                <a:spcPts val="1928"/>
              </a:spcBef>
              <a:buClr>
                <a:schemeClr val="accent1"/>
              </a:buClr>
              <a:buSzPct val="80000"/>
              <a:tabLst>
                <a:tab pos="2586440" algn="l"/>
              </a:tabLst>
              <a:defRPr/>
            </a:pPr>
            <a:r>
              <a:rPr lang="en-US" sz="1200" noProof="1">
                <a:latin typeface="72 Brand" panose="020B0504030603020204" pitchFamily="34" charset="0"/>
              </a:rPr>
              <a:t>Rollout phase</a:t>
            </a:r>
          </a:p>
        </p:txBody>
      </p:sp>
      <p:sp>
        <p:nvSpPr>
          <p:cNvPr id="51" name="Chevron 47">
            <a:extLst>
              <a:ext uri="{FF2B5EF4-FFF2-40B4-BE49-F238E27FC236}">
                <a16:creationId xmlns:a16="http://schemas.microsoft.com/office/drawing/2014/main" id="{3D563F2A-7232-B437-F731-0E6C805A8EAB}"/>
              </a:ext>
              <a:ext uri="{C183D7F6-B498-43B3-948B-1728B52AA6E4}">
                <adec:decorative xmlns:adec="http://schemas.microsoft.com/office/drawing/2017/decorative" val="1"/>
              </a:ext>
            </a:extLst>
          </p:cNvPr>
          <p:cNvSpPr/>
          <p:nvPr/>
        </p:nvSpPr>
        <p:spPr bwMode="gray">
          <a:xfrm>
            <a:off x="11508226" y="3054466"/>
            <a:ext cx="180000" cy="288000"/>
          </a:xfrm>
          <a:prstGeom prst="chevron">
            <a:avLst>
              <a:gd name="adj" fmla="val 67604"/>
            </a:avLst>
          </a:prstGeom>
          <a:solidFill>
            <a:srgbClr val="470CED"/>
          </a:solidFill>
          <a:ln w="6350" algn="ctr">
            <a:noFill/>
            <a:miter lim="800000"/>
            <a:headEnd/>
            <a:tailEnd/>
          </a:ln>
        </p:spPr>
        <p:txBody>
          <a:bodyPr lIns="89956" tIns="71964" rIns="89956" bIns="71964" rtlCol="0" anchor="ctr"/>
          <a:lstStyle/>
          <a:p>
            <a:pPr algn="ctr" fontAlgn="base">
              <a:spcBef>
                <a:spcPct val="50000"/>
              </a:spcBef>
              <a:spcAft>
                <a:spcPct val="0"/>
              </a:spcAft>
              <a:buClr>
                <a:srgbClr val="F0AB00"/>
              </a:buClr>
              <a:buSzPct val="80000"/>
            </a:pPr>
            <a:endParaRPr lang="en-US" sz="1899" kern="0" noProof="1">
              <a:latin typeface="72 Brand" panose="020B0504030603020204" pitchFamily="34" charset="0"/>
              <a:ea typeface="Arial Unicode MS" pitchFamily="34" charset="-128"/>
              <a:cs typeface="Arial Unicode MS" pitchFamily="34" charset="-128"/>
            </a:endParaRPr>
          </a:p>
        </p:txBody>
      </p:sp>
      <p:sp>
        <p:nvSpPr>
          <p:cNvPr id="79" name="Text Placeholder 6">
            <a:extLst>
              <a:ext uri="{FF2B5EF4-FFF2-40B4-BE49-F238E27FC236}">
                <a16:creationId xmlns:a16="http://schemas.microsoft.com/office/drawing/2014/main" id="{1BDF8C65-7CED-A590-5888-E3B8669BA357}"/>
              </a:ext>
            </a:extLst>
          </p:cNvPr>
          <p:cNvSpPr txBox="1">
            <a:spLocks/>
          </p:cNvSpPr>
          <p:nvPr/>
        </p:nvSpPr>
        <p:spPr bwMode="gray">
          <a:xfrm>
            <a:off x="8604557" y="5935409"/>
            <a:ext cx="1158464" cy="184617"/>
          </a:xfrm>
          <a:prstGeom prst="rect">
            <a:avLst/>
          </a:prstGeom>
        </p:spPr>
        <p:txBody>
          <a:bodyPr wrap="square" lIns="0" tIns="0" rIns="0" bIns="0" anchor="ctr">
            <a:spAutoFit/>
          </a:bodyPr>
          <a:lstStyle/>
          <a:p>
            <a:pPr>
              <a:spcBef>
                <a:spcPts val="1928"/>
              </a:spcBef>
              <a:buClr>
                <a:schemeClr val="accent1"/>
              </a:buClr>
              <a:buSzPct val="80000"/>
              <a:tabLst>
                <a:tab pos="2586440" algn="l"/>
              </a:tabLst>
              <a:defRPr/>
            </a:pPr>
            <a:r>
              <a:rPr lang="en-US" sz="1200" noProof="1">
                <a:latin typeface="72 Brand" panose="020B0504030603020204" pitchFamily="34" charset="0"/>
              </a:rPr>
              <a:t>Rollout</a:t>
            </a:r>
          </a:p>
        </p:txBody>
      </p:sp>
      <p:sp>
        <p:nvSpPr>
          <p:cNvPr id="81" name="Chevron 104">
            <a:extLst>
              <a:ext uri="{FF2B5EF4-FFF2-40B4-BE49-F238E27FC236}">
                <a16:creationId xmlns:a16="http://schemas.microsoft.com/office/drawing/2014/main" id="{23B76C24-5725-DD86-435F-05E2D8784A3B}"/>
              </a:ext>
              <a:ext uri="{C183D7F6-B498-43B3-948B-1728B52AA6E4}">
                <adec:decorative xmlns:adec="http://schemas.microsoft.com/office/drawing/2017/decorative" val="1"/>
              </a:ext>
            </a:extLst>
          </p:cNvPr>
          <p:cNvSpPr/>
          <p:nvPr/>
        </p:nvSpPr>
        <p:spPr bwMode="gray">
          <a:xfrm>
            <a:off x="11176816" y="5873766"/>
            <a:ext cx="180000" cy="288000"/>
          </a:xfrm>
          <a:prstGeom prst="chevron">
            <a:avLst>
              <a:gd name="adj" fmla="val 67604"/>
            </a:avLst>
          </a:prstGeom>
          <a:solidFill>
            <a:srgbClr val="470CED"/>
          </a:solidFill>
          <a:ln w="6350" algn="ctr">
            <a:noFill/>
            <a:miter lim="800000"/>
            <a:headEnd/>
            <a:tailEnd/>
          </a:ln>
        </p:spPr>
        <p:txBody>
          <a:bodyPr lIns="89956" tIns="71964" rIns="89956" bIns="71964" rtlCol="0" anchor="ctr"/>
          <a:lstStyle/>
          <a:p>
            <a:pPr algn="ctr" fontAlgn="base">
              <a:spcBef>
                <a:spcPct val="50000"/>
              </a:spcBef>
              <a:spcAft>
                <a:spcPct val="0"/>
              </a:spcAft>
              <a:buClr>
                <a:srgbClr val="F0AB00"/>
              </a:buClr>
              <a:buSzPct val="80000"/>
            </a:pPr>
            <a:endParaRPr lang="en-US" sz="1899" kern="0" noProof="1">
              <a:latin typeface="72 Brand" panose="020B0504030603020204" pitchFamily="34" charset="0"/>
              <a:ea typeface="Arial Unicode MS" pitchFamily="34" charset="-128"/>
              <a:cs typeface="Arial Unicode MS" pitchFamily="34" charset="-128"/>
            </a:endParaRPr>
          </a:p>
        </p:txBody>
      </p:sp>
      <p:sp>
        <p:nvSpPr>
          <p:cNvPr id="82" name="AutoShape 39" descr="Q-Gates, Steering Committee Decisions">
            <a:extLst>
              <a:ext uri="{FF2B5EF4-FFF2-40B4-BE49-F238E27FC236}">
                <a16:creationId xmlns:a16="http://schemas.microsoft.com/office/drawing/2014/main" id="{B546D41A-1A8D-0FDA-1DA2-E84E81713180}"/>
              </a:ext>
              <a:ext uri="{C183D7F6-B498-43B3-948B-1728B52AA6E4}">
                <adec:decorative xmlns:adec="http://schemas.microsoft.com/office/drawing/2017/decorative" val="0"/>
              </a:ext>
            </a:extLst>
          </p:cNvPr>
          <p:cNvSpPr>
            <a:spLocks noChangeArrowheads="1"/>
          </p:cNvSpPr>
          <p:nvPr>
            <p:custDataLst>
              <p:tags r:id="rId8"/>
            </p:custDataLst>
          </p:nvPr>
        </p:nvSpPr>
        <p:spPr bwMode="gray">
          <a:xfrm>
            <a:off x="11374746" y="5927766"/>
            <a:ext cx="180000" cy="180000"/>
          </a:xfrm>
          <a:prstGeom prst="diamond">
            <a:avLst/>
          </a:prstGeom>
          <a:solidFill>
            <a:schemeClr val="tx1"/>
          </a:solidFill>
          <a:ln w="9525">
            <a:noFill/>
            <a:miter lim="800000"/>
            <a:headEnd/>
            <a:tailEnd/>
          </a:ln>
        </p:spPr>
        <p:txBody>
          <a:bodyPr wrap="none" lIns="108825" tIns="54412" rIns="108825" bIns="54412" anchor="ctr"/>
          <a:lstStyle/>
          <a:p>
            <a:pPr marL="290951" indent="-290951"/>
            <a:endParaRPr lang="en-US" sz="1799" noProof="1">
              <a:latin typeface="72 Brand" panose="020B0504030603020204" pitchFamily="34" charset="0"/>
            </a:endParaRPr>
          </a:p>
        </p:txBody>
      </p:sp>
      <p:sp>
        <p:nvSpPr>
          <p:cNvPr id="83" name="Rectangle 41">
            <a:extLst>
              <a:ext uri="{FF2B5EF4-FFF2-40B4-BE49-F238E27FC236}">
                <a16:creationId xmlns:a16="http://schemas.microsoft.com/office/drawing/2014/main" id="{86430C08-0A51-8DDC-7860-C72AF9EA4675}"/>
              </a:ext>
            </a:extLst>
          </p:cNvPr>
          <p:cNvSpPr>
            <a:spLocks noChangeArrowheads="1"/>
          </p:cNvSpPr>
          <p:nvPr>
            <p:custDataLst>
              <p:tags r:id="rId9"/>
            </p:custDataLst>
          </p:nvPr>
        </p:nvSpPr>
        <p:spPr bwMode="gray">
          <a:xfrm>
            <a:off x="9555218" y="6211147"/>
            <a:ext cx="1471370" cy="166199"/>
          </a:xfrm>
          <a:prstGeom prst="rect">
            <a:avLst/>
          </a:prstGeom>
          <a:noFill/>
          <a:ln w="9525">
            <a:noFill/>
            <a:miter lim="800000"/>
            <a:headEnd/>
            <a:tailEnd/>
          </a:ln>
        </p:spPr>
        <p:txBody>
          <a:bodyPr wrap="square" lIns="0" tIns="0" rIns="0" bIns="0">
            <a:spAutoFit/>
          </a:bodyPr>
          <a:lstStyle/>
          <a:p>
            <a:pPr algn="l" eaLnBrk="0" hangingPunct="0">
              <a:lnSpc>
                <a:spcPct val="90000"/>
              </a:lnSpc>
              <a:buClrTx/>
              <a:buSzTx/>
              <a:buFontTx/>
              <a:buNone/>
            </a:pPr>
            <a:r>
              <a:rPr lang="en-US" sz="1200" noProof="1">
                <a:latin typeface="72 Brand" panose="020B0504030603020204" pitchFamily="34" charset="0"/>
              </a:rPr>
              <a:t>xx: Rollout finalized</a:t>
            </a:r>
          </a:p>
        </p:txBody>
      </p:sp>
      <p:cxnSp>
        <p:nvCxnSpPr>
          <p:cNvPr id="41" name="Straight Connector 40">
            <a:extLst>
              <a:ext uri="{FF2B5EF4-FFF2-40B4-BE49-F238E27FC236}">
                <a16:creationId xmlns:a16="http://schemas.microsoft.com/office/drawing/2014/main" id="{BCDC2EC3-7978-CFF9-2611-5ABF513C4D92}"/>
              </a:ext>
              <a:ext uri="{C183D7F6-B498-43B3-948B-1728B52AA6E4}">
                <adec:decorative xmlns:adec="http://schemas.microsoft.com/office/drawing/2017/decorative" val="1"/>
              </a:ext>
            </a:extLst>
          </p:cNvPr>
          <p:cNvCxnSpPr/>
          <p:nvPr/>
        </p:nvCxnSpPr>
        <p:spPr bwMode="gray">
          <a:xfrm>
            <a:off x="505624" y="3357702"/>
            <a:ext cx="1628826" cy="1"/>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AutoShape 44" descr="Q-Gates, Steering Committee Decisions&#10;Icon">
            <a:extLst>
              <a:ext uri="{FF2B5EF4-FFF2-40B4-BE49-F238E27FC236}">
                <a16:creationId xmlns:a16="http://schemas.microsoft.com/office/drawing/2014/main" id="{05E061C2-7E38-A6C0-5B7B-07D823875C4B}"/>
              </a:ext>
              <a:ext uri="{C183D7F6-B498-43B3-948B-1728B52AA6E4}">
                <adec:decorative xmlns:adec="http://schemas.microsoft.com/office/drawing/2017/decorative" val="0"/>
              </a:ext>
            </a:extLst>
          </p:cNvPr>
          <p:cNvSpPr>
            <a:spLocks noChangeArrowheads="1"/>
          </p:cNvSpPr>
          <p:nvPr>
            <p:custDataLst>
              <p:tags r:id="rId10"/>
            </p:custDataLst>
          </p:nvPr>
        </p:nvSpPr>
        <p:spPr bwMode="gray">
          <a:xfrm>
            <a:off x="510377" y="6035205"/>
            <a:ext cx="180000" cy="180000"/>
          </a:xfrm>
          <a:prstGeom prst="diamond">
            <a:avLst/>
          </a:prstGeom>
          <a:solidFill>
            <a:schemeClr val="tx1"/>
          </a:solidFill>
          <a:ln w="9525">
            <a:noFill/>
            <a:miter lim="800000"/>
            <a:headEnd/>
            <a:tailEnd/>
          </a:ln>
        </p:spPr>
        <p:txBody>
          <a:bodyPr wrap="none" lIns="108825" tIns="54412" rIns="108825" bIns="54412" anchor="ctr"/>
          <a:lstStyle/>
          <a:p>
            <a:pPr marL="222936" eaLnBrk="0" hangingPunct="0">
              <a:lnSpc>
                <a:spcPct val="90000"/>
              </a:lnSpc>
            </a:pPr>
            <a:endParaRPr lang="en-US" sz="1200" noProof="1">
              <a:latin typeface="72 Brand" panose="020B0504030603020204" pitchFamily="34" charset="0"/>
            </a:endParaRPr>
          </a:p>
        </p:txBody>
      </p:sp>
      <p:sp>
        <p:nvSpPr>
          <p:cNvPr id="38" name="Text Box 120">
            <a:extLst>
              <a:ext uri="{FF2B5EF4-FFF2-40B4-BE49-F238E27FC236}">
                <a16:creationId xmlns:a16="http://schemas.microsoft.com/office/drawing/2014/main" id="{CB4989F8-8274-194A-90F0-B2BFC2B02468}"/>
              </a:ext>
            </a:extLst>
          </p:cNvPr>
          <p:cNvSpPr txBox="1">
            <a:spLocks noChangeArrowheads="1"/>
          </p:cNvSpPr>
          <p:nvPr/>
        </p:nvSpPr>
        <p:spPr bwMode="gray">
          <a:xfrm>
            <a:off x="769997" y="6061876"/>
            <a:ext cx="2564806" cy="120619"/>
          </a:xfrm>
          <a:prstGeom prst="rect">
            <a:avLst/>
          </a:prstGeom>
          <a:noFill/>
          <a:ln w="12700">
            <a:noFill/>
            <a:miter lim="800000"/>
            <a:headEnd/>
            <a:tailEnd/>
          </a:ln>
          <a:effectLst/>
        </p:spPr>
        <p:txBody>
          <a:bodyPr wrap="none" lIns="0" tIns="55697" rIns="107110" bIns="55697" anchor="ctr"/>
          <a:lstStyle/>
          <a:p>
            <a:pPr>
              <a:spcBef>
                <a:spcPct val="20000"/>
              </a:spcBef>
              <a:tabLst>
                <a:tab pos="102022" algn="l"/>
              </a:tabLst>
            </a:pPr>
            <a:r>
              <a:rPr lang="en-US" sz="1000" noProof="1">
                <a:latin typeface="72 Brand" panose="020B0504030603020204" pitchFamily="34" charset="0"/>
              </a:rPr>
              <a:t>Q-Gates, Steering Committee Decisions</a:t>
            </a:r>
          </a:p>
        </p:txBody>
      </p:sp>
      <p:cxnSp>
        <p:nvCxnSpPr>
          <p:cNvPr id="44" name="Straight Connector 43">
            <a:extLst>
              <a:ext uri="{FF2B5EF4-FFF2-40B4-BE49-F238E27FC236}">
                <a16:creationId xmlns:a16="http://schemas.microsoft.com/office/drawing/2014/main" id="{4D6F32DB-5A31-27BB-C2B3-9EADCE194C7E}"/>
              </a:ext>
              <a:ext uri="{C183D7F6-B498-43B3-948B-1728B52AA6E4}">
                <adec:decorative xmlns:adec="http://schemas.microsoft.com/office/drawing/2017/decorative" val="1"/>
              </a:ext>
            </a:extLst>
          </p:cNvPr>
          <p:cNvCxnSpPr>
            <a:cxnSpLocks/>
          </p:cNvCxnSpPr>
          <p:nvPr/>
        </p:nvCxnSpPr>
        <p:spPr bwMode="gray">
          <a:xfrm>
            <a:off x="2717339" y="3357693"/>
            <a:ext cx="2307587" cy="0"/>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BB3D2BD-311E-8986-3360-8847F2D2768F}"/>
              </a:ext>
              <a:ext uri="{C183D7F6-B498-43B3-948B-1728B52AA6E4}">
                <adec:decorative xmlns:adec="http://schemas.microsoft.com/office/drawing/2017/decorative" val="1"/>
              </a:ext>
            </a:extLst>
          </p:cNvPr>
          <p:cNvCxnSpPr>
            <a:cxnSpLocks/>
          </p:cNvCxnSpPr>
          <p:nvPr/>
        </p:nvCxnSpPr>
        <p:spPr bwMode="gray">
          <a:xfrm>
            <a:off x="5586566" y="3357693"/>
            <a:ext cx="2677078" cy="0"/>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0E9812-64D0-A0CC-ACA4-2A5616C7AC62}"/>
              </a:ext>
              <a:ext uri="{C183D7F6-B498-43B3-948B-1728B52AA6E4}">
                <adec:decorative xmlns:adec="http://schemas.microsoft.com/office/drawing/2017/decorative" val="1"/>
              </a:ext>
            </a:extLst>
          </p:cNvPr>
          <p:cNvCxnSpPr/>
          <p:nvPr/>
        </p:nvCxnSpPr>
        <p:spPr bwMode="gray">
          <a:xfrm>
            <a:off x="8665214" y="3357693"/>
            <a:ext cx="2652615" cy="0"/>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F032AC3-20C2-C711-3781-4EB9832F6F45}"/>
              </a:ext>
              <a:ext uri="{C183D7F6-B498-43B3-948B-1728B52AA6E4}">
                <adec:decorative xmlns:adec="http://schemas.microsoft.com/office/drawing/2017/decorative" val="1"/>
              </a:ext>
            </a:extLst>
          </p:cNvPr>
          <p:cNvCxnSpPr/>
          <p:nvPr/>
        </p:nvCxnSpPr>
        <p:spPr bwMode="gray">
          <a:xfrm>
            <a:off x="1921830" y="4190688"/>
            <a:ext cx="957798" cy="0"/>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D5BF25A-CFCD-DBEE-53A3-5C5C3DE8E1FA}"/>
              </a:ext>
              <a:ext uri="{C183D7F6-B498-43B3-948B-1728B52AA6E4}">
                <adec:decorative xmlns:adec="http://schemas.microsoft.com/office/drawing/2017/decorative" val="1"/>
              </a:ext>
            </a:extLst>
          </p:cNvPr>
          <p:cNvCxnSpPr>
            <a:cxnSpLocks/>
          </p:cNvCxnSpPr>
          <p:nvPr/>
        </p:nvCxnSpPr>
        <p:spPr bwMode="gray">
          <a:xfrm>
            <a:off x="2930211" y="4532402"/>
            <a:ext cx="2094715" cy="0"/>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A7C9F0E-773A-624E-3278-B59B282651BF}"/>
              </a:ext>
              <a:ext uri="{C183D7F6-B498-43B3-948B-1728B52AA6E4}">
                <adec:decorative xmlns:adec="http://schemas.microsoft.com/office/drawing/2017/decorative" val="1"/>
              </a:ext>
            </a:extLst>
          </p:cNvPr>
          <p:cNvCxnSpPr/>
          <p:nvPr/>
        </p:nvCxnSpPr>
        <p:spPr bwMode="gray">
          <a:xfrm>
            <a:off x="3581899" y="4983270"/>
            <a:ext cx="1443027" cy="0"/>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89A8686-BD79-7587-2062-3748D2A2686D}"/>
              </a:ext>
              <a:ext uri="{C183D7F6-B498-43B3-948B-1728B52AA6E4}">
                <adec:decorative xmlns:adec="http://schemas.microsoft.com/office/drawing/2017/decorative" val="1"/>
              </a:ext>
            </a:extLst>
          </p:cNvPr>
          <p:cNvCxnSpPr>
            <a:cxnSpLocks/>
          </p:cNvCxnSpPr>
          <p:nvPr/>
        </p:nvCxnSpPr>
        <p:spPr bwMode="gray">
          <a:xfrm>
            <a:off x="5254028" y="5359513"/>
            <a:ext cx="3009616" cy="0"/>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B2B39CD0-2178-F3AF-D3A5-F0C8CF56D898}"/>
              </a:ext>
              <a:ext uri="{C183D7F6-B498-43B3-948B-1728B52AA6E4}">
                <adec:decorative xmlns:adec="http://schemas.microsoft.com/office/drawing/2017/decorative" val="1"/>
              </a:ext>
            </a:extLst>
          </p:cNvPr>
          <p:cNvCxnSpPr/>
          <p:nvPr/>
        </p:nvCxnSpPr>
        <p:spPr bwMode="gray">
          <a:xfrm>
            <a:off x="7305846" y="5770304"/>
            <a:ext cx="957798" cy="0"/>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F3FF063-90E7-AB3E-AA29-488BBB6EB077}"/>
              </a:ext>
              <a:ext uri="{C183D7F6-B498-43B3-948B-1728B52AA6E4}">
                <adec:decorative xmlns:adec="http://schemas.microsoft.com/office/drawing/2017/decorative" val="1"/>
              </a:ext>
            </a:extLst>
          </p:cNvPr>
          <p:cNvCxnSpPr/>
          <p:nvPr/>
        </p:nvCxnSpPr>
        <p:spPr bwMode="gray">
          <a:xfrm>
            <a:off x="8620525" y="6144293"/>
            <a:ext cx="2492054" cy="0"/>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sp>
        <p:nvSpPr>
          <p:cNvPr id="7" name="AutoShape 44" descr="Q-Gates, Steering Committee Decisions&#10;Icon">
            <a:extLst>
              <a:ext uri="{FF2B5EF4-FFF2-40B4-BE49-F238E27FC236}">
                <a16:creationId xmlns:a16="http://schemas.microsoft.com/office/drawing/2014/main" id="{C4297553-CEF3-0917-EB04-CA3D89B050BD}"/>
              </a:ext>
              <a:ext uri="{C183D7F6-B498-43B3-948B-1728B52AA6E4}">
                <adec:decorative xmlns:adec="http://schemas.microsoft.com/office/drawing/2017/decorative" val="0"/>
              </a:ext>
            </a:extLst>
          </p:cNvPr>
          <p:cNvSpPr>
            <a:spLocks noChangeArrowheads="1"/>
          </p:cNvSpPr>
          <p:nvPr>
            <p:custDataLst>
              <p:tags r:id="rId11"/>
            </p:custDataLst>
          </p:nvPr>
        </p:nvSpPr>
        <p:spPr bwMode="gray">
          <a:xfrm>
            <a:off x="1874830" y="3471287"/>
            <a:ext cx="180000" cy="180000"/>
          </a:xfrm>
          <a:prstGeom prst="diamond">
            <a:avLst/>
          </a:prstGeom>
          <a:solidFill>
            <a:schemeClr val="tx1"/>
          </a:solidFill>
          <a:ln w="9525">
            <a:noFill/>
            <a:miter lim="800000"/>
            <a:headEnd/>
            <a:tailEnd/>
          </a:ln>
        </p:spPr>
        <p:txBody>
          <a:bodyPr wrap="none" lIns="108825" tIns="54412" rIns="108825" bIns="54412" anchor="ctr"/>
          <a:lstStyle/>
          <a:p>
            <a:pPr marL="222936" eaLnBrk="0" hangingPunct="0">
              <a:lnSpc>
                <a:spcPct val="90000"/>
              </a:lnSpc>
            </a:pPr>
            <a:endParaRPr lang="en-US" sz="1200" noProof="1">
              <a:latin typeface="72 Brand" panose="020B0504030603020204" pitchFamily="34" charset="0"/>
            </a:endParaRPr>
          </a:p>
        </p:txBody>
      </p:sp>
      <p:sp>
        <p:nvSpPr>
          <p:cNvPr id="8" name="Text Box 120">
            <a:extLst>
              <a:ext uri="{FF2B5EF4-FFF2-40B4-BE49-F238E27FC236}">
                <a16:creationId xmlns:a16="http://schemas.microsoft.com/office/drawing/2014/main" id="{1C130DBB-C346-4EA5-51E2-CD266A66000F}"/>
              </a:ext>
            </a:extLst>
          </p:cNvPr>
          <p:cNvSpPr txBox="1">
            <a:spLocks noChangeArrowheads="1"/>
          </p:cNvSpPr>
          <p:nvPr/>
        </p:nvSpPr>
        <p:spPr bwMode="gray">
          <a:xfrm>
            <a:off x="2134450" y="3440699"/>
            <a:ext cx="2647882" cy="219040"/>
          </a:xfrm>
          <a:prstGeom prst="rect">
            <a:avLst/>
          </a:prstGeom>
          <a:noFill/>
          <a:ln w="12700">
            <a:noFill/>
            <a:miter lim="800000"/>
            <a:headEnd/>
            <a:tailEnd/>
          </a:ln>
          <a:effectLst/>
        </p:spPr>
        <p:txBody>
          <a:bodyPr wrap="none" lIns="0" tIns="55697" rIns="107110" bIns="55697" anchor="ctr"/>
          <a:lstStyle/>
          <a:p>
            <a:pPr>
              <a:spcBef>
                <a:spcPct val="20000"/>
              </a:spcBef>
              <a:tabLst>
                <a:tab pos="102022" algn="l"/>
              </a:tabLst>
            </a:pPr>
            <a:r>
              <a:rPr lang="en-US" sz="1200" noProof="1">
                <a:latin typeface="72 Brand" panose="020B0504030603020204" pitchFamily="34" charset="0"/>
              </a:rPr>
              <a:t>xx: 1st steering committee</a:t>
            </a:r>
          </a:p>
        </p:txBody>
      </p:sp>
      <p:sp>
        <p:nvSpPr>
          <p:cNvPr id="13" name="AutoShape 44" descr="Q-Gates, Steering Committee Decisions&#10;Icon">
            <a:extLst>
              <a:ext uri="{FF2B5EF4-FFF2-40B4-BE49-F238E27FC236}">
                <a16:creationId xmlns:a16="http://schemas.microsoft.com/office/drawing/2014/main" id="{14516579-3192-96D0-0100-C54BE6BFEE9A}"/>
              </a:ext>
              <a:ext uri="{C183D7F6-B498-43B3-948B-1728B52AA6E4}">
                <adec:decorative xmlns:adec="http://schemas.microsoft.com/office/drawing/2017/decorative" val="0"/>
              </a:ext>
            </a:extLst>
          </p:cNvPr>
          <p:cNvSpPr>
            <a:spLocks noChangeArrowheads="1"/>
          </p:cNvSpPr>
          <p:nvPr>
            <p:custDataLst>
              <p:tags r:id="rId12"/>
            </p:custDataLst>
          </p:nvPr>
        </p:nvSpPr>
        <p:spPr bwMode="gray">
          <a:xfrm>
            <a:off x="2048346" y="3691563"/>
            <a:ext cx="180000" cy="180000"/>
          </a:xfrm>
          <a:prstGeom prst="diamond">
            <a:avLst/>
          </a:prstGeom>
          <a:solidFill>
            <a:schemeClr val="tx1"/>
          </a:solidFill>
          <a:ln w="9525">
            <a:noFill/>
            <a:miter lim="800000"/>
            <a:headEnd/>
            <a:tailEnd/>
          </a:ln>
        </p:spPr>
        <p:txBody>
          <a:bodyPr wrap="none" lIns="108825" tIns="54412" rIns="108825" bIns="54412" anchor="ctr"/>
          <a:lstStyle/>
          <a:p>
            <a:pPr marL="222936" eaLnBrk="0" hangingPunct="0">
              <a:lnSpc>
                <a:spcPct val="90000"/>
              </a:lnSpc>
            </a:pPr>
            <a:endParaRPr lang="en-US" sz="1200" noProof="1">
              <a:latin typeface="72 Brand" panose="020B0504030603020204" pitchFamily="34" charset="0"/>
            </a:endParaRPr>
          </a:p>
        </p:txBody>
      </p:sp>
      <p:sp>
        <p:nvSpPr>
          <p:cNvPr id="14" name="Text Box 120">
            <a:extLst>
              <a:ext uri="{FF2B5EF4-FFF2-40B4-BE49-F238E27FC236}">
                <a16:creationId xmlns:a16="http://schemas.microsoft.com/office/drawing/2014/main" id="{7F8BED8B-3F3D-2A29-22F2-5C6408A119E9}"/>
              </a:ext>
            </a:extLst>
          </p:cNvPr>
          <p:cNvSpPr txBox="1">
            <a:spLocks noChangeArrowheads="1"/>
          </p:cNvSpPr>
          <p:nvPr/>
        </p:nvSpPr>
        <p:spPr bwMode="gray">
          <a:xfrm>
            <a:off x="2307966" y="3660975"/>
            <a:ext cx="2647882" cy="219040"/>
          </a:xfrm>
          <a:prstGeom prst="rect">
            <a:avLst/>
          </a:prstGeom>
          <a:noFill/>
          <a:ln w="12700">
            <a:noFill/>
            <a:miter lim="800000"/>
            <a:headEnd/>
            <a:tailEnd/>
          </a:ln>
          <a:effectLst/>
        </p:spPr>
        <p:txBody>
          <a:bodyPr wrap="none" lIns="0" tIns="55697" rIns="107110" bIns="55697" anchor="ctr"/>
          <a:lstStyle/>
          <a:p>
            <a:pPr>
              <a:spcBef>
                <a:spcPct val="20000"/>
              </a:spcBef>
              <a:tabLst>
                <a:tab pos="102022" algn="l"/>
              </a:tabLst>
            </a:pPr>
            <a:r>
              <a:rPr lang="en-US" sz="1200" noProof="1">
                <a:latin typeface="72 Brand" panose="020B0504030603020204" pitchFamily="34" charset="0"/>
              </a:rPr>
              <a:t>xx: Kickoff</a:t>
            </a:r>
          </a:p>
        </p:txBody>
      </p:sp>
    </p:spTree>
    <p:custDataLst>
      <p:custData r:id="rId1"/>
      <p:custData r:id="rId2"/>
    </p:custDataLst>
    <p:extLst>
      <p:ext uri="{BB962C8B-B14F-4D97-AF65-F5344CB8AC3E}">
        <p14:creationId xmlns:p14="http://schemas.microsoft.com/office/powerpoint/2010/main" val="3408314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bgerundetes Rechteck 4">
            <a:extLst>
              <a:ext uri="{FF2B5EF4-FFF2-40B4-BE49-F238E27FC236}">
                <a16:creationId xmlns:a16="http://schemas.microsoft.com/office/drawing/2014/main" id="{5E7E0C57-EB67-FA13-E612-5F819E3B3E0A}"/>
              </a:ext>
              <a:ext uri="{C183D7F6-B498-43B3-948B-1728B52AA6E4}">
                <adec:decorative xmlns:adec="http://schemas.microsoft.com/office/drawing/2017/decorative" val="1"/>
              </a:ext>
            </a:extLst>
          </p:cNvPr>
          <p:cNvSpPr/>
          <p:nvPr/>
        </p:nvSpPr>
        <p:spPr bwMode="gray">
          <a:xfrm>
            <a:off x="3361363" y="1565982"/>
            <a:ext cx="2674678" cy="504490"/>
          </a:xfrm>
          <a:prstGeom prst="roundRect">
            <a:avLst>
              <a:gd name="adj" fmla="val 50000"/>
            </a:avLst>
          </a:prstGeom>
          <a:solidFill>
            <a:srgbClr val="5D36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1">
              <a:ln>
                <a:noFill/>
              </a:ln>
              <a:effectLst/>
              <a:uLnTx/>
              <a:uFillTx/>
              <a:latin typeface="+mn-lt"/>
              <a:ea typeface="72 Brand" pitchFamily="34" charset="-128"/>
              <a:cs typeface="72 Brand" pitchFamily="34" charset="-128"/>
            </a:endParaRPr>
          </a:p>
        </p:txBody>
      </p:sp>
      <p:sp>
        <p:nvSpPr>
          <p:cNvPr id="6" name="Abgerundetes Rechteck 5">
            <a:extLst>
              <a:ext uri="{FF2B5EF4-FFF2-40B4-BE49-F238E27FC236}">
                <a16:creationId xmlns:a16="http://schemas.microsoft.com/office/drawing/2014/main" id="{5F2CE809-A26B-8D54-2A70-72507A9C366D}"/>
              </a:ext>
              <a:ext uri="{C183D7F6-B498-43B3-948B-1728B52AA6E4}">
                <adec:decorative xmlns:adec="http://schemas.microsoft.com/office/drawing/2017/decorative" val="1"/>
              </a:ext>
            </a:extLst>
          </p:cNvPr>
          <p:cNvSpPr/>
          <p:nvPr/>
        </p:nvSpPr>
        <p:spPr bwMode="gray">
          <a:xfrm>
            <a:off x="6159527" y="1565982"/>
            <a:ext cx="2674678" cy="504490"/>
          </a:xfrm>
          <a:prstGeom prst="roundRect">
            <a:avLst>
              <a:gd name="adj" fmla="val 50000"/>
            </a:avLst>
          </a:prstGeom>
          <a:solidFill>
            <a:srgbClr val="5D36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1">
              <a:ln>
                <a:noFill/>
              </a:ln>
              <a:effectLst/>
              <a:uLnTx/>
              <a:uFillTx/>
              <a:latin typeface="+mn-lt"/>
              <a:ea typeface="72 Brand" pitchFamily="34" charset="-128"/>
              <a:cs typeface="72 Brand" pitchFamily="34" charset="-128"/>
            </a:endParaRPr>
          </a:p>
        </p:txBody>
      </p:sp>
      <p:sp>
        <p:nvSpPr>
          <p:cNvPr id="7" name="Abgerundetes Rechteck 6">
            <a:extLst>
              <a:ext uri="{FF2B5EF4-FFF2-40B4-BE49-F238E27FC236}">
                <a16:creationId xmlns:a16="http://schemas.microsoft.com/office/drawing/2014/main" id="{BB313D6A-E9E7-A2DE-C8EE-4E7FE111240E}"/>
              </a:ext>
              <a:ext uri="{C183D7F6-B498-43B3-948B-1728B52AA6E4}">
                <adec:decorative xmlns:adec="http://schemas.microsoft.com/office/drawing/2017/decorative" val="1"/>
              </a:ext>
            </a:extLst>
          </p:cNvPr>
          <p:cNvSpPr/>
          <p:nvPr/>
        </p:nvSpPr>
        <p:spPr bwMode="gray">
          <a:xfrm>
            <a:off x="8957690" y="1565982"/>
            <a:ext cx="2674678" cy="504490"/>
          </a:xfrm>
          <a:prstGeom prst="roundRect">
            <a:avLst>
              <a:gd name="adj" fmla="val 50000"/>
            </a:avLst>
          </a:prstGeom>
          <a:solidFill>
            <a:srgbClr val="5D36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1">
              <a:ln>
                <a:noFill/>
              </a:ln>
              <a:effectLst/>
              <a:uLnTx/>
              <a:uFillTx/>
              <a:latin typeface="+mn-lt"/>
              <a:ea typeface="72 Brand" pitchFamily="34" charset="-128"/>
              <a:cs typeface="72 Brand" pitchFamily="34" charset="-128"/>
            </a:endParaRPr>
          </a:p>
        </p:txBody>
      </p:sp>
      <p:sp>
        <p:nvSpPr>
          <p:cNvPr id="4" name="Abgerundetes Rechteck 3">
            <a:extLst>
              <a:ext uri="{FF2B5EF4-FFF2-40B4-BE49-F238E27FC236}">
                <a16:creationId xmlns:a16="http://schemas.microsoft.com/office/drawing/2014/main" id="{E8A70B80-B0D3-886B-853F-A2845495AF49}"/>
              </a:ext>
              <a:ext uri="{C183D7F6-B498-43B3-948B-1728B52AA6E4}">
                <adec:decorative xmlns:adec="http://schemas.microsoft.com/office/drawing/2017/decorative" val="1"/>
              </a:ext>
            </a:extLst>
          </p:cNvPr>
          <p:cNvSpPr/>
          <p:nvPr/>
        </p:nvSpPr>
        <p:spPr bwMode="gray">
          <a:xfrm>
            <a:off x="563199" y="1565982"/>
            <a:ext cx="2674678" cy="504490"/>
          </a:xfrm>
          <a:prstGeom prst="roundRect">
            <a:avLst>
              <a:gd name="adj" fmla="val 50000"/>
            </a:avLst>
          </a:prstGeom>
          <a:solidFill>
            <a:srgbClr val="5D36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1">
              <a:ln>
                <a:noFill/>
              </a:ln>
              <a:effectLst/>
              <a:uLnTx/>
              <a:uFillTx/>
              <a:latin typeface="+mn-lt"/>
              <a:ea typeface="72 Brand" pitchFamily="34" charset="-128"/>
              <a:cs typeface="72 Brand" pitchFamily="34" charset="-128"/>
            </a:endParaRPr>
          </a:p>
        </p:txBody>
      </p:sp>
      <p:sp>
        <p:nvSpPr>
          <p:cNvPr id="2" name="Title 1">
            <a:extLst>
              <a:ext uri="{FF2B5EF4-FFF2-40B4-BE49-F238E27FC236}">
                <a16:creationId xmlns:a16="http://schemas.microsoft.com/office/drawing/2014/main" id="{56C64CED-B754-4A1B-DFAB-06C3B662D045}"/>
              </a:ext>
            </a:extLst>
          </p:cNvPr>
          <p:cNvSpPr>
            <a:spLocks noGrp="1"/>
          </p:cNvSpPr>
          <p:nvPr>
            <p:ph type="title"/>
          </p:nvPr>
        </p:nvSpPr>
        <p:spPr/>
        <p:txBody>
          <a:bodyPr/>
          <a:lstStyle/>
          <a:p>
            <a:r>
              <a:rPr lang="en-US" noProof="1"/>
              <a:t>Table – four columns</a:t>
            </a:r>
          </a:p>
        </p:txBody>
      </p:sp>
      <p:graphicFrame>
        <p:nvGraphicFramePr>
          <p:cNvPr id="8" name="Table 2">
            <a:extLst>
              <a:ext uri="{FF2B5EF4-FFF2-40B4-BE49-F238E27FC236}">
                <a16:creationId xmlns:a16="http://schemas.microsoft.com/office/drawing/2014/main" id="{D823BD93-0E54-B88C-775A-E52CAEDD566A}"/>
              </a:ext>
            </a:extLst>
          </p:cNvPr>
          <p:cNvGraphicFramePr>
            <a:graphicFrameLocks noGrp="1"/>
          </p:cNvGraphicFramePr>
          <p:nvPr>
            <p:extLst>
              <p:ext uri="{D42A27DB-BD31-4B8C-83A1-F6EECF244321}">
                <p14:modId xmlns:p14="http://schemas.microsoft.com/office/powerpoint/2010/main" val="90381058"/>
              </p:ext>
            </p:extLst>
          </p:nvPr>
        </p:nvGraphicFramePr>
        <p:xfrm>
          <a:off x="503237" y="1534172"/>
          <a:ext cx="11187236" cy="3316038"/>
        </p:xfrm>
        <a:graphic>
          <a:graphicData uri="http://schemas.openxmlformats.org/drawingml/2006/table">
            <a:tbl>
              <a:tblPr firstRow="1" bandRow="1">
                <a:tableStyleId>{21E4AEA4-8DFA-4A89-87EB-49C32662AFE0}</a:tableStyleId>
              </a:tblPr>
              <a:tblGrid>
                <a:gridCol w="2796809">
                  <a:extLst>
                    <a:ext uri="{9D8B030D-6E8A-4147-A177-3AD203B41FA5}">
                      <a16:colId xmlns:a16="http://schemas.microsoft.com/office/drawing/2014/main" val="3493072819"/>
                    </a:ext>
                  </a:extLst>
                </a:gridCol>
                <a:gridCol w="2796809">
                  <a:extLst>
                    <a:ext uri="{9D8B030D-6E8A-4147-A177-3AD203B41FA5}">
                      <a16:colId xmlns:a16="http://schemas.microsoft.com/office/drawing/2014/main" val="1170059946"/>
                    </a:ext>
                  </a:extLst>
                </a:gridCol>
                <a:gridCol w="2796809">
                  <a:extLst>
                    <a:ext uri="{9D8B030D-6E8A-4147-A177-3AD203B41FA5}">
                      <a16:colId xmlns:a16="http://schemas.microsoft.com/office/drawing/2014/main" val="526419108"/>
                    </a:ext>
                  </a:extLst>
                </a:gridCol>
                <a:gridCol w="2796809">
                  <a:extLst>
                    <a:ext uri="{9D8B030D-6E8A-4147-A177-3AD203B41FA5}">
                      <a16:colId xmlns:a16="http://schemas.microsoft.com/office/drawing/2014/main" val="1326698411"/>
                    </a:ext>
                  </a:extLst>
                </a:gridCol>
              </a:tblGrid>
              <a:tr h="552673">
                <a:tc>
                  <a:txBody>
                    <a:bodyPr/>
                    <a:lstStyle/>
                    <a:p>
                      <a:pPr algn="ctr"/>
                      <a:r>
                        <a:rPr lang="en-US" sz="1600" b="0" i="0" noProof="1">
                          <a:solidFill>
                            <a:srgbClr val="FFFFFF"/>
                          </a:solidFill>
                          <a:latin typeface="72 Brand Medium" panose="020B0504030603020204" pitchFamily="34" charset="0"/>
                        </a:rPr>
                        <a:t>Lorem</a:t>
                      </a:r>
                    </a:p>
                  </a:txBody>
                  <a:tcPr marL="106641" marR="106641" marT="53321" marB="53321"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i="0" noProof="1">
                          <a:solidFill>
                            <a:srgbClr val="FFFFFF"/>
                          </a:solidFill>
                          <a:latin typeface="72 Brand Medium" panose="020B0504030603020204" pitchFamily="34" charset="0"/>
                        </a:rPr>
                        <a:t>Ipsum</a:t>
                      </a:r>
                    </a:p>
                  </a:txBody>
                  <a:tcPr marL="106641" marR="106641" marT="53321" marB="533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i="0" noProof="1">
                          <a:solidFill>
                            <a:srgbClr val="FFFFFF"/>
                          </a:solidFill>
                          <a:latin typeface="72 Brand Medium" panose="020B0504030603020204" pitchFamily="34" charset="0"/>
                        </a:rPr>
                        <a:t>Dolor</a:t>
                      </a:r>
                    </a:p>
                  </a:txBody>
                  <a:tcPr marL="106641" marR="106641" marT="53321" marB="5332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i="0" noProof="1">
                          <a:solidFill>
                            <a:srgbClr val="FFFFFF"/>
                          </a:solidFill>
                          <a:latin typeface="72 Brand Medium" panose="020B0504030603020204" pitchFamily="34" charset="0"/>
                        </a:rPr>
                        <a:t>Sit</a:t>
                      </a:r>
                    </a:p>
                  </a:txBody>
                  <a:tcPr marL="106641" marR="106641" marT="53321" marB="53321"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5879563"/>
                  </a:ext>
                </a:extLst>
              </a:tr>
              <a:tr h="552673">
                <a:tc>
                  <a:txBody>
                    <a:bodyPr/>
                    <a:lstStyle/>
                    <a:p>
                      <a:pPr algn="ctr"/>
                      <a:r>
                        <a:rPr lang="en-US" sz="1400" b="0" i="0" noProof="1">
                          <a:solidFill>
                            <a:srgbClr val="000000"/>
                          </a:solidFill>
                          <a:latin typeface="72 Brand" panose="020B0504030603020204" pitchFamily="34" charset="0"/>
                        </a:rPr>
                        <a:t>Test table content</a:t>
                      </a:r>
                    </a:p>
                  </a:txBody>
                  <a:tcPr marL="106641" marR="106641" marT="53321" marB="53321" anchor="ctr">
                    <a:lnL w="12700" cmpd="sng">
                      <a:noFill/>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5376235"/>
                  </a:ext>
                </a:extLst>
              </a:tr>
              <a:tr h="5526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12700" cmpd="sng">
                      <a:noFill/>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solidFill>
                      <a:srgbClr val="FFFFFF">
                        <a:alpha val="2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solidFill>
                      <a:srgbClr val="FFFFFF">
                        <a:alpha val="2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solidFill>
                      <a:srgbClr val="FFFFFF">
                        <a:alpha val="2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12700" cmpd="sng">
                      <a:noFill/>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solidFill>
                      <a:srgbClr val="FFFFFF">
                        <a:alpha val="25000"/>
                      </a:srgbClr>
                    </a:solidFill>
                  </a:tcPr>
                </a:tc>
                <a:extLst>
                  <a:ext uri="{0D108BD9-81ED-4DB2-BD59-A6C34878D82A}">
                    <a16:rowId xmlns:a16="http://schemas.microsoft.com/office/drawing/2014/main" val="3392301131"/>
                  </a:ext>
                </a:extLst>
              </a:tr>
              <a:tr h="5526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12700" cmpd="sng">
                      <a:noFill/>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12700" cmpd="sng">
                      <a:noFill/>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2307812"/>
                  </a:ext>
                </a:extLst>
              </a:tr>
              <a:tr h="5526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12700" cmpd="sng">
                      <a:noFill/>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solidFill>
                      <a:srgbClr val="FFFFFF">
                        <a:alpha val="2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solidFill>
                      <a:srgbClr val="FFFFFF">
                        <a:alpha val="2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solidFill>
                      <a:srgbClr val="FFFFFF">
                        <a:alpha val="2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12700" cmpd="sng">
                      <a:noFill/>
                    </a:lnR>
                    <a:lnT w="12700" cap="flat" cmpd="sng" algn="ctr">
                      <a:solidFill>
                        <a:srgbClr val="E2D8FF"/>
                      </a:solidFill>
                      <a:prstDash val="solid"/>
                      <a:round/>
                      <a:headEnd type="none" w="med" len="med"/>
                      <a:tailEnd type="none" w="med" len="med"/>
                    </a:lnT>
                    <a:lnB w="12700" cap="flat" cmpd="sng" algn="ctr">
                      <a:solidFill>
                        <a:srgbClr val="E2D8FF"/>
                      </a:solidFill>
                      <a:prstDash val="solid"/>
                      <a:round/>
                      <a:headEnd type="none" w="med" len="med"/>
                      <a:tailEnd type="none" w="med" len="med"/>
                    </a:lnB>
                    <a:lnTlToBr w="12700" cmpd="sng">
                      <a:noFill/>
                      <a:prstDash val="solid"/>
                    </a:lnTlToBr>
                    <a:lnBlToTr w="12700" cmpd="sng">
                      <a:noFill/>
                      <a:prstDash val="solid"/>
                    </a:lnBlToTr>
                    <a:solidFill>
                      <a:srgbClr val="FFFFFF">
                        <a:alpha val="25000"/>
                      </a:srgbClr>
                    </a:solidFill>
                  </a:tcPr>
                </a:tc>
                <a:extLst>
                  <a:ext uri="{0D108BD9-81ED-4DB2-BD59-A6C34878D82A}">
                    <a16:rowId xmlns:a16="http://schemas.microsoft.com/office/drawing/2014/main" val="2764905137"/>
                  </a:ext>
                </a:extLst>
              </a:tr>
              <a:tr h="5526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12700" cmpd="sng">
                      <a:noFill/>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rgbClr val="E2D8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noProof="1">
                          <a:solidFill>
                            <a:srgbClr val="000000"/>
                          </a:solidFill>
                          <a:latin typeface="72 Brand" panose="020B0504030603020204" pitchFamily="34" charset="0"/>
                        </a:rPr>
                        <a:t>Test table content</a:t>
                      </a:r>
                    </a:p>
                  </a:txBody>
                  <a:tcPr marL="106641" marR="106641" marT="53321" marB="53321" anchor="ctr">
                    <a:lnL w="38100" cap="flat" cmpd="sng" algn="ctr">
                      <a:solidFill>
                        <a:schemeClr val="bg1"/>
                      </a:solidFill>
                      <a:prstDash val="solid"/>
                      <a:round/>
                      <a:headEnd type="none" w="med" len="med"/>
                      <a:tailEnd type="none" w="med" len="med"/>
                    </a:lnL>
                    <a:lnR w="12700" cmpd="sng">
                      <a:noFill/>
                    </a:lnR>
                    <a:lnT w="12700" cap="flat" cmpd="sng" algn="ctr">
                      <a:solidFill>
                        <a:srgbClr val="E2D8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0316789"/>
                  </a:ext>
                </a:extLst>
              </a:tr>
            </a:tbl>
          </a:graphicData>
        </a:graphic>
      </p:graphicFrame>
    </p:spTree>
    <p:custDataLst>
      <p:custData r:id="rId1"/>
      <p:custData r:id="rId2"/>
    </p:custDataLst>
    <p:extLst>
      <p:ext uri="{BB962C8B-B14F-4D97-AF65-F5344CB8AC3E}">
        <p14:creationId xmlns:p14="http://schemas.microsoft.com/office/powerpoint/2010/main" val="1023600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38A5B-695E-2F1D-7786-783CBDA1C623}"/>
              </a:ext>
            </a:extLst>
          </p:cNvPr>
          <p:cNvSpPr>
            <a:spLocks noGrp="1"/>
          </p:cNvSpPr>
          <p:nvPr>
            <p:ph type="title"/>
          </p:nvPr>
        </p:nvSpPr>
        <p:spPr/>
        <p:txBody>
          <a:bodyPr/>
          <a:lstStyle/>
          <a:p>
            <a:r>
              <a:rPr lang="en-US" noProof="1"/>
              <a:t>Diagram with icons</a:t>
            </a:r>
          </a:p>
        </p:txBody>
      </p:sp>
      <p:pic>
        <p:nvPicPr>
          <p:cNvPr id="4" name="Graphic 41" descr="ID 299472 - desktop monitor and window in top right">
            <a:extLst>
              <a:ext uri="{FF2B5EF4-FFF2-40B4-BE49-F238E27FC236}">
                <a16:creationId xmlns:a16="http://schemas.microsoft.com/office/drawing/2014/main" id="{224F4B3C-F252-17BB-BE1F-0C98871A8BDD}"/>
              </a:ext>
            </a:extLst>
          </p:cNvPr>
          <p:cNvPicPr>
            <a:picLocks noChangeAspect="1"/>
          </p:cNvPicPr>
          <p:nvPr>
            <p:custDataLst>
              <p:tags r:id="rId3"/>
            </p:custDataLst>
          </p:nvPr>
        </p:nvPicPr>
        <p:blipFill>
          <a:blip>
            <a:extLst>
              <a:ext uri="{96DAC541-7B7A-43D3-8B79-37D633B846F1}">
                <asvg:svgBlip xmlns:asvg="http://schemas.microsoft.com/office/drawing/2016/SVG/main" r:embed="rId13"/>
              </a:ext>
            </a:extLst>
          </a:blip>
          <a:srcRect/>
          <a:stretch>
            <a:fillRect/>
          </a:stretch>
        </p:blipFill>
        <p:spPr>
          <a:xfrm>
            <a:off x="1351078" y="1605641"/>
            <a:ext cx="332460" cy="332460"/>
          </a:xfrm>
          <a:prstGeom prst="rect">
            <a:avLst/>
          </a:prstGeom>
        </p:spPr>
      </p:pic>
      <p:sp>
        <p:nvSpPr>
          <p:cNvPr id="17" name="Text 2">
            <a:extLst>
              <a:ext uri="{FF2B5EF4-FFF2-40B4-BE49-F238E27FC236}">
                <a16:creationId xmlns:a16="http://schemas.microsoft.com/office/drawing/2014/main" id="{345D3498-0491-57D3-703F-0E41E33B640B}"/>
              </a:ext>
            </a:extLst>
          </p:cNvPr>
          <p:cNvSpPr/>
          <p:nvPr/>
        </p:nvSpPr>
        <p:spPr>
          <a:xfrm>
            <a:off x="527308" y="2078723"/>
            <a:ext cx="1980000" cy="540000"/>
          </a:xfrm>
          <a:prstGeom prst="rect">
            <a:avLst/>
          </a:prstGeom>
          <a:noFill/>
          <a:ln/>
        </p:spPr>
        <p:txBody>
          <a:bodyPr wrap="square" lIns="0" tIns="0" rIns="0" bIns="0" rtlCol="0" anchor="t"/>
          <a:lstStyle/>
          <a:p>
            <a:pPr algn="ctr"/>
            <a:r>
              <a:rPr lang="en-US" sz="1400" noProof="1">
                <a:latin typeface="72 Brand" panose="020B0504030603020204" pitchFamily="34" charset="0"/>
                <a:ea typeface="72 Brand Medium" pitchFamily="34" charset="-122"/>
                <a:cs typeface="72 Brand Medium" pitchFamily="34" charset="-120"/>
              </a:rPr>
              <a:t>Manage </a:t>
            </a:r>
            <a:br>
              <a:rPr lang="en-US" sz="1400" noProof="1">
                <a:latin typeface="72 Brand" panose="020B0504030603020204" pitchFamily="34" charset="0"/>
                <a:ea typeface="72 Brand Medium" pitchFamily="34" charset="-122"/>
                <a:cs typeface="72 Brand Medium" pitchFamily="34" charset="-120"/>
              </a:rPr>
            </a:br>
            <a:r>
              <a:rPr lang="en-US" sz="1400" noProof="1">
                <a:latin typeface="72 Brand" panose="020B0504030603020204" pitchFamily="34" charset="0"/>
                <a:ea typeface="72 Brand Medium" pitchFamily="34" charset="-122"/>
                <a:cs typeface="72 Brand Medium" pitchFamily="34" charset="-120"/>
              </a:rPr>
              <a:t>situation objects</a:t>
            </a:r>
            <a:endParaRPr lang="en-US" sz="1400" noProof="1">
              <a:latin typeface="72 Brand" panose="020B0504030603020204" pitchFamily="34" charset="0"/>
            </a:endParaRPr>
          </a:p>
        </p:txBody>
      </p:sp>
      <p:cxnSp>
        <p:nvCxnSpPr>
          <p:cNvPr id="27" name="Straight Arrow Connector 26" descr="Arrow">
            <a:extLst>
              <a:ext uri="{FF2B5EF4-FFF2-40B4-BE49-F238E27FC236}">
                <a16:creationId xmlns:a16="http://schemas.microsoft.com/office/drawing/2014/main" id="{9EF0A041-7A56-ABAF-4074-7C4BD839F25B}"/>
              </a:ext>
            </a:extLst>
          </p:cNvPr>
          <p:cNvCxnSpPr>
            <a:cxnSpLocks/>
          </p:cNvCxnSpPr>
          <p:nvPr/>
        </p:nvCxnSpPr>
        <p:spPr>
          <a:xfrm>
            <a:off x="1517308" y="2731506"/>
            <a:ext cx="0" cy="792000"/>
          </a:xfrm>
          <a:prstGeom prst="straightConnector1">
            <a:avLst/>
          </a:prstGeom>
          <a:ln w="12700">
            <a:solidFill>
              <a:schemeClr val="tx1"/>
            </a:solidFill>
            <a:headEnd type="none" w="med" len="med"/>
            <a:tailEnd type="arrow" w="lg" len="med"/>
          </a:ln>
        </p:spPr>
        <p:style>
          <a:lnRef idx="1">
            <a:schemeClr val="accent1"/>
          </a:lnRef>
          <a:fillRef idx="0">
            <a:schemeClr val="accent1"/>
          </a:fillRef>
          <a:effectRef idx="0">
            <a:schemeClr val="accent1"/>
          </a:effectRef>
          <a:fontRef idx="minor">
            <a:schemeClr val="tx1"/>
          </a:fontRef>
        </p:style>
      </p:cxnSp>
      <p:pic>
        <p:nvPicPr>
          <p:cNvPr id="10" name="Graphic 9" descr="ID 299219 - three stacked horizontal rectangles">
            <a:extLst>
              <a:ext uri="{FF2B5EF4-FFF2-40B4-BE49-F238E27FC236}">
                <a16:creationId xmlns:a16="http://schemas.microsoft.com/office/drawing/2014/main" id="{68C0DB24-67EA-AD20-8E49-F51442B4EA34}"/>
              </a:ext>
            </a:extLst>
          </p:cNvPr>
          <p:cNvPicPr>
            <a:picLocks noChangeAspect="1"/>
          </p:cNvPicPr>
          <p:nvPr>
            <p:custDataLst>
              <p:tags r:id="rId4"/>
            </p:custDataLst>
          </p:nvPr>
        </p:nvPicPr>
        <p:blipFill>
          <a:blip>
            <a:extLst>
              <a:ext uri="{96DAC541-7B7A-43D3-8B79-37D633B846F1}">
                <asvg:svgBlip xmlns:asvg="http://schemas.microsoft.com/office/drawing/2016/SVG/main" r:embed="rId14"/>
              </a:ext>
            </a:extLst>
          </a:blip>
          <a:srcRect/>
          <a:stretch>
            <a:fillRect/>
          </a:stretch>
        </p:blipFill>
        <p:spPr>
          <a:xfrm>
            <a:off x="1351078" y="3762078"/>
            <a:ext cx="332460" cy="332460"/>
          </a:xfrm>
          <a:prstGeom prst="rect">
            <a:avLst/>
          </a:prstGeom>
        </p:spPr>
      </p:pic>
      <p:sp>
        <p:nvSpPr>
          <p:cNvPr id="24" name="Text 7">
            <a:extLst>
              <a:ext uri="{FF2B5EF4-FFF2-40B4-BE49-F238E27FC236}">
                <a16:creationId xmlns:a16="http://schemas.microsoft.com/office/drawing/2014/main" id="{286F8ED7-DE70-DFB0-0F32-05E59CE607FC}"/>
              </a:ext>
            </a:extLst>
          </p:cNvPr>
          <p:cNvSpPr/>
          <p:nvPr/>
        </p:nvSpPr>
        <p:spPr>
          <a:xfrm>
            <a:off x="527308" y="4230507"/>
            <a:ext cx="1980000" cy="540000"/>
          </a:xfrm>
          <a:prstGeom prst="rect">
            <a:avLst/>
          </a:prstGeom>
          <a:noFill/>
          <a:ln/>
        </p:spPr>
        <p:txBody>
          <a:bodyPr wrap="square" lIns="0" tIns="0" rIns="0" bIns="0" rtlCol="0" anchor="t"/>
          <a:lstStyle/>
          <a:p>
            <a:pPr algn="ctr"/>
            <a:r>
              <a:rPr lang="en-US" sz="1400" noProof="1">
                <a:latin typeface="72 Brand" panose="020B0504030603020204" pitchFamily="34" charset="0"/>
                <a:ea typeface="72 Brand Medium" pitchFamily="34" charset="-122"/>
                <a:cs typeface="72 Brand Medium" pitchFamily="34" charset="-120"/>
              </a:rPr>
              <a:t>Manage </a:t>
            </a:r>
            <a:br>
              <a:rPr lang="en-US" sz="1400" noProof="1">
                <a:latin typeface="72 Brand" panose="020B0504030603020204" pitchFamily="34" charset="0"/>
                <a:ea typeface="72 Brand Medium" pitchFamily="34" charset="-122"/>
                <a:cs typeface="72 Brand Medium" pitchFamily="34" charset="-120"/>
              </a:rPr>
            </a:br>
            <a:r>
              <a:rPr lang="en-US" sz="1400" noProof="1">
                <a:latin typeface="72 Brand" panose="020B0504030603020204" pitchFamily="34" charset="0"/>
                <a:ea typeface="72 Brand Medium" pitchFamily="34" charset="-122"/>
                <a:cs typeface="72 Brand Medium" pitchFamily="34" charset="-120"/>
              </a:rPr>
              <a:t>situation scenarios</a:t>
            </a:r>
            <a:endParaRPr lang="en-US" sz="1400" noProof="1">
              <a:latin typeface="72 Brand" panose="020B0504030603020204" pitchFamily="34" charset="0"/>
            </a:endParaRPr>
          </a:p>
        </p:txBody>
      </p:sp>
      <p:cxnSp>
        <p:nvCxnSpPr>
          <p:cNvPr id="33" name="Straight Arrow Connector 32" descr="Arrow">
            <a:extLst>
              <a:ext uri="{FF2B5EF4-FFF2-40B4-BE49-F238E27FC236}">
                <a16:creationId xmlns:a16="http://schemas.microsoft.com/office/drawing/2014/main" id="{43267089-C5A4-96BA-EAC9-CF5D4E646062}"/>
              </a:ext>
            </a:extLst>
          </p:cNvPr>
          <p:cNvCxnSpPr>
            <a:cxnSpLocks/>
          </p:cNvCxnSpPr>
          <p:nvPr/>
        </p:nvCxnSpPr>
        <p:spPr>
          <a:xfrm>
            <a:off x="1953087" y="3940512"/>
            <a:ext cx="1788780" cy="0"/>
          </a:xfrm>
          <a:prstGeom prst="straightConnector1">
            <a:avLst/>
          </a:prstGeom>
          <a:ln w="12700">
            <a:solidFill>
              <a:schemeClr val="tx1"/>
            </a:solidFill>
            <a:prstDash val="solid"/>
            <a:headEnd type="none" w="med" len="med"/>
            <a:tailEnd type="arrow" w="lg" len="med"/>
          </a:ln>
        </p:spPr>
        <p:style>
          <a:lnRef idx="1">
            <a:schemeClr val="accent1"/>
          </a:lnRef>
          <a:fillRef idx="0">
            <a:schemeClr val="accent1"/>
          </a:fillRef>
          <a:effectRef idx="0">
            <a:schemeClr val="accent1"/>
          </a:effectRef>
          <a:fontRef idx="minor">
            <a:schemeClr val="tx1"/>
          </a:fontRef>
        </p:style>
      </p:cxnSp>
      <p:pic>
        <p:nvPicPr>
          <p:cNvPr id="8" name="Graphic 7" descr="ID 299177 - boxed packages with a plus on lower right">
            <a:extLst>
              <a:ext uri="{FF2B5EF4-FFF2-40B4-BE49-F238E27FC236}">
                <a16:creationId xmlns:a16="http://schemas.microsoft.com/office/drawing/2014/main" id="{A0FDD64F-894E-CDFA-5724-61ED12AA05FA}"/>
              </a:ext>
            </a:extLst>
          </p:cNvPr>
          <p:cNvPicPr>
            <a:picLocks noChangeAspect="1"/>
          </p:cNvPicPr>
          <p:nvPr>
            <p:custDataLst>
              <p:tags r:id="rId5"/>
            </p:custDataLst>
          </p:nvPr>
        </p:nvPicPr>
        <p:blipFill>
          <a:blip>
            <a:extLst>
              <a:ext uri="{96DAC541-7B7A-43D3-8B79-37D633B846F1}">
                <asvg:svgBlip xmlns:asvg="http://schemas.microsoft.com/office/drawing/2016/SVG/main" r:embed="rId15"/>
              </a:ext>
            </a:extLst>
          </a:blip>
          <a:srcRect/>
          <a:stretch>
            <a:fillRect/>
          </a:stretch>
        </p:blipFill>
        <p:spPr>
          <a:xfrm>
            <a:off x="3998236" y="3762078"/>
            <a:ext cx="332460" cy="332460"/>
          </a:xfrm>
          <a:prstGeom prst="rect">
            <a:avLst/>
          </a:prstGeom>
        </p:spPr>
      </p:pic>
      <p:sp>
        <p:nvSpPr>
          <p:cNvPr id="25" name="Text 8">
            <a:extLst>
              <a:ext uri="{FF2B5EF4-FFF2-40B4-BE49-F238E27FC236}">
                <a16:creationId xmlns:a16="http://schemas.microsoft.com/office/drawing/2014/main" id="{B89D4BA4-0ABE-BA77-2C41-EE86732A1318}"/>
              </a:ext>
            </a:extLst>
          </p:cNvPr>
          <p:cNvSpPr/>
          <p:nvPr/>
        </p:nvSpPr>
        <p:spPr>
          <a:xfrm>
            <a:off x="2977763" y="4230507"/>
            <a:ext cx="2410890" cy="540000"/>
          </a:xfrm>
          <a:prstGeom prst="rect">
            <a:avLst/>
          </a:prstGeom>
          <a:noFill/>
          <a:ln/>
        </p:spPr>
        <p:txBody>
          <a:bodyPr wrap="square" lIns="0" tIns="0" rIns="0" bIns="0" rtlCol="0" anchor="t"/>
          <a:lstStyle/>
          <a:p>
            <a:pPr algn="ctr"/>
            <a:r>
              <a:rPr lang="en-US" sz="1400" noProof="1">
                <a:latin typeface="72 Brand" panose="020B0504030603020204" pitchFamily="34" charset="0"/>
                <a:ea typeface="72 Brand Medium" pitchFamily="34" charset="-122"/>
                <a:cs typeface="72 Brand Medium" pitchFamily="34" charset="-120"/>
              </a:rPr>
              <a:t>Manage </a:t>
            </a:r>
            <a:br>
              <a:rPr lang="en-US" sz="1400" noProof="1">
                <a:latin typeface="72 Brand" panose="020B0504030603020204" pitchFamily="34" charset="0"/>
                <a:ea typeface="72 Brand Medium" pitchFamily="34" charset="-122"/>
                <a:cs typeface="72 Brand Medium" pitchFamily="34" charset="-120"/>
              </a:rPr>
            </a:br>
            <a:r>
              <a:rPr lang="en-US" sz="1400" noProof="1">
                <a:latin typeface="72 Brand" panose="020B0504030603020204" pitchFamily="34" charset="0"/>
                <a:ea typeface="72 Brand Medium" pitchFamily="34" charset="-122"/>
                <a:cs typeface="72 Brand Medium" pitchFamily="34" charset="-120"/>
              </a:rPr>
              <a:t>situation types – extended</a:t>
            </a:r>
            <a:endParaRPr lang="en-US" sz="1400" noProof="1">
              <a:latin typeface="72 Brand" panose="020B0504030603020204" pitchFamily="34" charset="0"/>
            </a:endParaRPr>
          </a:p>
        </p:txBody>
      </p:sp>
      <p:pic>
        <p:nvPicPr>
          <p:cNvPr id="7" name="Graphic 6" descr="ID 299167 - four people connected by lines">
            <a:extLst>
              <a:ext uri="{FF2B5EF4-FFF2-40B4-BE49-F238E27FC236}">
                <a16:creationId xmlns:a16="http://schemas.microsoft.com/office/drawing/2014/main" id="{B7410FF6-A11B-61A7-26AC-8BA34ED00736}"/>
              </a:ext>
            </a:extLst>
          </p:cNvPr>
          <p:cNvPicPr>
            <a:picLocks noChangeAspect="1"/>
          </p:cNvPicPr>
          <p:nvPr>
            <p:custDataLst>
              <p:tags r:id="rId6"/>
            </p:custDataLst>
          </p:nvPr>
        </p:nvPicPr>
        <p:blipFill>
          <a:blip>
            <a:extLst>
              <a:ext uri="{96DAC541-7B7A-43D3-8B79-37D633B846F1}">
                <asvg:svgBlip xmlns:asvg="http://schemas.microsoft.com/office/drawing/2016/SVG/main" r:embed="rId16"/>
              </a:ext>
            </a:extLst>
          </a:blip>
          <a:srcRect/>
          <a:stretch>
            <a:fillRect/>
          </a:stretch>
        </p:blipFill>
        <p:spPr>
          <a:xfrm>
            <a:off x="3998236" y="1605641"/>
            <a:ext cx="332460" cy="332460"/>
          </a:xfrm>
          <a:prstGeom prst="rect">
            <a:avLst/>
          </a:prstGeom>
        </p:spPr>
      </p:pic>
      <p:sp>
        <p:nvSpPr>
          <p:cNvPr id="19" name="Text 4">
            <a:extLst>
              <a:ext uri="{FF2B5EF4-FFF2-40B4-BE49-F238E27FC236}">
                <a16:creationId xmlns:a16="http://schemas.microsoft.com/office/drawing/2014/main" id="{B00FA7AC-A004-A000-FF10-060762FF1CE3}"/>
              </a:ext>
            </a:extLst>
          </p:cNvPr>
          <p:cNvSpPr>
            <a:spLocks/>
          </p:cNvSpPr>
          <p:nvPr/>
        </p:nvSpPr>
        <p:spPr>
          <a:xfrm>
            <a:off x="2905762" y="2078723"/>
            <a:ext cx="2482891" cy="540000"/>
          </a:xfrm>
          <a:prstGeom prst="rect">
            <a:avLst/>
          </a:prstGeom>
          <a:noFill/>
          <a:ln/>
        </p:spPr>
        <p:txBody>
          <a:bodyPr wrap="square" lIns="0" tIns="0" rIns="0" bIns="0" rtlCol="0" anchor="t"/>
          <a:lstStyle/>
          <a:p>
            <a:pPr algn="ctr"/>
            <a:r>
              <a:rPr lang="en-US" sz="1400" noProof="1">
                <a:latin typeface="72 Brand" panose="020B0504030603020204" pitchFamily="34" charset="0"/>
                <a:ea typeface="72 Brand Medium" pitchFamily="34" charset="-122"/>
                <a:cs typeface="72 Brand Medium" pitchFamily="34" charset="-120"/>
              </a:rPr>
              <a:t>Manage </a:t>
            </a:r>
            <a:br>
              <a:rPr lang="en-US" sz="1400" noProof="1">
                <a:latin typeface="72 Brand" panose="020B0504030603020204" pitchFamily="34" charset="0"/>
                <a:ea typeface="72 Brand Medium" pitchFamily="34" charset="-122"/>
                <a:cs typeface="72 Brand Medium" pitchFamily="34" charset="-120"/>
              </a:rPr>
            </a:br>
            <a:r>
              <a:rPr lang="en-US" sz="1400" noProof="1">
                <a:latin typeface="72 Brand" panose="020B0504030603020204" pitchFamily="34" charset="0"/>
                <a:ea typeface="72 Brand Medium" pitchFamily="34" charset="-122"/>
                <a:cs typeface="72 Brand Medium" pitchFamily="34" charset="-120"/>
              </a:rPr>
              <a:t>teams and responsibilities</a:t>
            </a:r>
            <a:endParaRPr lang="en-US" sz="1400" noProof="1">
              <a:latin typeface="72 Brand" panose="020B0504030603020204" pitchFamily="34" charset="0"/>
            </a:endParaRPr>
          </a:p>
        </p:txBody>
      </p:sp>
      <p:cxnSp>
        <p:nvCxnSpPr>
          <p:cNvPr id="28" name="Straight Arrow Connector 27" descr="Arrow: back to Manage &#10;situation types - extended">
            <a:extLst>
              <a:ext uri="{FF2B5EF4-FFF2-40B4-BE49-F238E27FC236}">
                <a16:creationId xmlns:a16="http://schemas.microsoft.com/office/drawing/2014/main" id="{85135E4B-2E95-08FE-9F9F-B937EF5D8E4F}"/>
              </a:ext>
            </a:extLst>
          </p:cNvPr>
          <p:cNvCxnSpPr>
            <a:cxnSpLocks/>
          </p:cNvCxnSpPr>
          <p:nvPr/>
        </p:nvCxnSpPr>
        <p:spPr>
          <a:xfrm>
            <a:off x="4164466" y="2731506"/>
            <a:ext cx="0" cy="792000"/>
          </a:xfrm>
          <a:prstGeom prst="straightConnector1">
            <a:avLst/>
          </a:prstGeom>
          <a:ln w="12700">
            <a:solidFill>
              <a:schemeClr val="tx1"/>
            </a:solidFill>
            <a:prstDash val="dash"/>
            <a:headEnd type="none" w="med" len="med"/>
            <a:tailEnd type="arrow" w="lg" len="med"/>
          </a:ln>
        </p:spPr>
        <p:style>
          <a:lnRef idx="1">
            <a:schemeClr val="accent1"/>
          </a:lnRef>
          <a:fillRef idx="0">
            <a:schemeClr val="accent1"/>
          </a:fillRef>
          <a:effectRef idx="0">
            <a:schemeClr val="accent1"/>
          </a:effectRef>
          <a:fontRef idx="minor">
            <a:schemeClr val="tx1"/>
          </a:fontRef>
        </p:style>
      </p:cxnSp>
      <p:sp>
        <p:nvSpPr>
          <p:cNvPr id="21" name="Text 5">
            <a:extLst>
              <a:ext uri="{FF2B5EF4-FFF2-40B4-BE49-F238E27FC236}">
                <a16:creationId xmlns:a16="http://schemas.microsoft.com/office/drawing/2014/main" id="{10517661-0F85-6781-53F2-0347F398B9CD}"/>
              </a:ext>
            </a:extLst>
          </p:cNvPr>
          <p:cNvSpPr/>
          <p:nvPr/>
        </p:nvSpPr>
        <p:spPr>
          <a:xfrm>
            <a:off x="4437839" y="3202565"/>
            <a:ext cx="1268123" cy="540000"/>
          </a:xfrm>
          <a:prstGeom prst="rect">
            <a:avLst/>
          </a:prstGeom>
          <a:noFill/>
          <a:ln/>
        </p:spPr>
        <p:txBody>
          <a:bodyPr wrap="square" lIns="0" tIns="0" rIns="0" bIns="0" rtlCol="0" anchor="t"/>
          <a:lstStyle/>
          <a:p>
            <a:r>
              <a:rPr lang="en-US" sz="1400" noProof="1">
                <a:latin typeface="72 Brand Medium" pitchFamily="34" charset="0"/>
                <a:ea typeface="72 Brand Medium" pitchFamily="34" charset="-122"/>
                <a:cs typeface="72 Brand Medium" pitchFamily="34" charset="-120"/>
              </a:rPr>
              <a:t>Situation
Recipients</a:t>
            </a:r>
            <a:endParaRPr lang="en-US" sz="1400" noProof="1">
              <a:latin typeface="72 Brand" panose="020B0504030603020204" pitchFamily="34" charset="0"/>
            </a:endParaRPr>
          </a:p>
        </p:txBody>
      </p:sp>
      <p:cxnSp>
        <p:nvCxnSpPr>
          <p:cNvPr id="32" name="Straight Arrow Connector 31" descr="Arrow">
            <a:extLst>
              <a:ext uri="{FF2B5EF4-FFF2-40B4-BE49-F238E27FC236}">
                <a16:creationId xmlns:a16="http://schemas.microsoft.com/office/drawing/2014/main" id="{EBB3F376-283F-BBA7-CF76-C59F9325E024}"/>
              </a:ext>
            </a:extLst>
          </p:cNvPr>
          <p:cNvCxnSpPr>
            <a:cxnSpLocks/>
          </p:cNvCxnSpPr>
          <p:nvPr/>
        </p:nvCxnSpPr>
        <p:spPr>
          <a:xfrm>
            <a:off x="4585231" y="3940512"/>
            <a:ext cx="1717915" cy="0"/>
          </a:xfrm>
          <a:prstGeom prst="straightConnector1">
            <a:avLst/>
          </a:prstGeom>
          <a:ln w="12700">
            <a:solidFill>
              <a:schemeClr val="tx1"/>
            </a:solidFill>
            <a:prstDash val="solid"/>
            <a:headEnd type="none" w="med" len="med"/>
            <a:tailEnd type="arrow" w="lg" len="med"/>
          </a:ln>
        </p:spPr>
        <p:style>
          <a:lnRef idx="1">
            <a:schemeClr val="accent1"/>
          </a:lnRef>
          <a:fillRef idx="0">
            <a:schemeClr val="accent1"/>
          </a:fillRef>
          <a:effectRef idx="0">
            <a:schemeClr val="accent1"/>
          </a:effectRef>
          <a:fontRef idx="minor">
            <a:schemeClr val="tx1"/>
          </a:fontRef>
        </p:style>
      </p:cxnSp>
      <p:pic>
        <p:nvPicPr>
          <p:cNvPr id="12" name="Image 11" descr="ID 299153 - organizational chart with six sections">
            <a:extLst>
              <a:ext uri="{FF2B5EF4-FFF2-40B4-BE49-F238E27FC236}">
                <a16:creationId xmlns:a16="http://schemas.microsoft.com/office/drawing/2014/main" id="{A74BC1F7-12D2-91D2-C7A1-4E368D7602CA}"/>
              </a:ext>
            </a:extLst>
          </p:cNvPr>
          <p:cNvPicPr>
            <a:picLocks noChangeAspect="1"/>
          </p:cNvPicPr>
          <p:nvPr>
            <p:custDataLst>
              <p:tags r:id="rId7"/>
            </p:custDataLst>
          </p:nvPr>
        </p:nvPicPr>
        <p:blipFill>
          <a:blip>
            <a:extLst>
              <a:ext uri="{96DAC541-7B7A-43D3-8B79-37D633B846F1}">
                <asvg:svgBlip xmlns:asvg="http://schemas.microsoft.com/office/drawing/2016/SVG/main" r:embed="rId17"/>
              </a:ext>
            </a:extLst>
          </a:blip>
          <a:srcRect/>
          <a:stretch>
            <a:fillRect/>
          </a:stretch>
        </p:blipFill>
        <p:spPr>
          <a:xfrm>
            <a:off x="6564561" y="3762078"/>
            <a:ext cx="332460" cy="332460"/>
          </a:xfrm>
          <a:prstGeom prst="rect">
            <a:avLst/>
          </a:prstGeom>
        </p:spPr>
      </p:pic>
      <p:pic>
        <p:nvPicPr>
          <p:cNvPr id="5" name="Graphic 4" descr="ID 299054 - laptop">
            <a:extLst>
              <a:ext uri="{FF2B5EF4-FFF2-40B4-BE49-F238E27FC236}">
                <a16:creationId xmlns:a16="http://schemas.microsoft.com/office/drawing/2014/main" id="{260754D3-4008-C729-F98E-64C4404C2E94}"/>
              </a:ext>
            </a:extLst>
          </p:cNvPr>
          <p:cNvPicPr>
            <a:picLocks noChangeAspect="1"/>
          </p:cNvPicPr>
          <p:nvPr>
            <p:custDataLst>
              <p:tags r:id="rId8"/>
            </p:custDataLst>
          </p:nvPr>
        </p:nvPicPr>
        <p:blipFill>
          <a:blip>
            <a:extLst>
              <a:ext uri="{96DAC541-7B7A-43D3-8B79-37D633B846F1}">
                <asvg:svgBlip xmlns:asvg="http://schemas.microsoft.com/office/drawing/2016/SVG/main" r:embed="rId18"/>
              </a:ext>
            </a:extLst>
          </a:blip>
          <a:srcRect/>
          <a:stretch>
            <a:fillRect/>
          </a:stretch>
        </p:blipFill>
        <p:spPr>
          <a:xfrm>
            <a:off x="6564561" y="1605641"/>
            <a:ext cx="332460" cy="332460"/>
          </a:xfrm>
          <a:prstGeom prst="rect">
            <a:avLst/>
          </a:prstGeom>
        </p:spPr>
      </p:pic>
      <p:sp>
        <p:nvSpPr>
          <p:cNvPr id="18" name="Text 3">
            <a:extLst>
              <a:ext uri="{FF2B5EF4-FFF2-40B4-BE49-F238E27FC236}">
                <a16:creationId xmlns:a16="http://schemas.microsoft.com/office/drawing/2014/main" id="{A46D063A-D073-77FE-A190-B6DCF45E2DDA}"/>
              </a:ext>
            </a:extLst>
          </p:cNvPr>
          <p:cNvSpPr/>
          <p:nvPr/>
        </p:nvSpPr>
        <p:spPr>
          <a:xfrm>
            <a:off x="5740791" y="2078723"/>
            <a:ext cx="1980000" cy="540000"/>
          </a:xfrm>
          <a:prstGeom prst="rect">
            <a:avLst/>
          </a:prstGeom>
          <a:noFill/>
          <a:ln/>
        </p:spPr>
        <p:txBody>
          <a:bodyPr wrap="square" lIns="0" tIns="0" rIns="0" bIns="0" rtlCol="0" anchor="t"/>
          <a:lstStyle/>
          <a:p>
            <a:pPr algn="ctr"/>
            <a:r>
              <a:rPr lang="en-US" sz="1400" noProof="1">
                <a:latin typeface="72 Brand" panose="020B0504030603020204" pitchFamily="34" charset="0"/>
                <a:ea typeface="72 Brand Medium" pitchFamily="34" charset="-122"/>
                <a:cs typeface="72 Brand Medium" pitchFamily="34" charset="-120"/>
              </a:rPr>
              <a:t>Situation handling </a:t>
            </a:r>
            <a:br>
              <a:rPr lang="en-US" sz="1400" noProof="1">
                <a:latin typeface="72 Brand" panose="020B0504030603020204" pitchFamily="34" charset="0"/>
                <a:ea typeface="72 Brand Medium" pitchFamily="34" charset="-122"/>
                <a:cs typeface="72 Brand Medium" pitchFamily="34" charset="-120"/>
              </a:rPr>
            </a:br>
            <a:r>
              <a:rPr lang="en-US" sz="1400" noProof="1">
                <a:latin typeface="72 Brand" panose="020B0504030603020204" pitchFamily="34" charset="0"/>
                <a:ea typeface="72 Brand Medium" pitchFamily="34" charset="-122"/>
                <a:cs typeface="72 Brand Medium" pitchFamily="34" charset="-120"/>
              </a:rPr>
              <a:t>demo</a:t>
            </a:r>
            <a:endParaRPr lang="en-US" sz="1400" noProof="1">
              <a:latin typeface="72 Brand" panose="020B0504030603020204" pitchFamily="34" charset="0"/>
            </a:endParaRPr>
          </a:p>
        </p:txBody>
      </p:sp>
      <p:cxnSp>
        <p:nvCxnSpPr>
          <p:cNvPr id="29" name="Straight Arrow Connector 28" descr="Arrow to organizational chart with six sections">
            <a:extLst>
              <a:ext uri="{FF2B5EF4-FFF2-40B4-BE49-F238E27FC236}">
                <a16:creationId xmlns:a16="http://schemas.microsoft.com/office/drawing/2014/main" id="{9CC9D60A-C4FE-E101-2407-4ACF87B73414}"/>
              </a:ext>
            </a:extLst>
          </p:cNvPr>
          <p:cNvCxnSpPr>
            <a:cxnSpLocks/>
          </p:cNvCxnSpPr>
          <p:nvPr/>
        </p:nvCxnSpPr>
        <p:spPr>
          <a:xfrm>
            <a:off x="6730791" y="2731506"/>
            <a:ext cx="0" cy="792000"/>
          </a:xfrm>
          <a:prstGeom prst="straightConnector1">
            <a:avLst/>
          </a:prstGeom>
          <a:ln w="12700">
            <a:solidFill>
              <a:schemeClr val="tx1"/>
            </a:solidFill>
            <a:prstDash val="solid"/>
            <a:headEnd type="none" w="med" len="med"/>
            <a:tailEnd type="arrow" w="lg" len="med"/>
          </a:ln>
        </p:spPr>
        <p:style>
          <a:lnRef idx="1">
            <a:schemeClr val="accent1"/>
          </a:lnRef>
          <a:fillRef idx="0">
            <a:schemeClr val="accent1"/>
          </a:fillRef>
          <a:effectRef idx="0">
            <a:schemeClr val="accent1"/>
          </a:effectRef>
          <a:fontRef idx="minor">
            <a:schemeClr val="tx1"/>
          </a:fontRef>
        </p:style>
      </p:cxnSp>
      <p:cxnSp>
        <p:nvCxnSpPr>
          <p:cNvPr id="5121" name="Straight Arrow Connector 5120" descr="Arrow to My situations - extended">
            <a:extLst>
              <a:ext uri="{FF2B5EF4-FFF2-40B4-BE49-F238E27FC236}">
                <a16:creationId xmlns:a16="http://schemas.microsoft.com/office/drawing/2014/main" id="{5889CC81-23D6-E1EC-4220-33D453C96E79}"/>
              </a:ext>
            </a:extLst>
          </p:cNvPr>
          <p:cNvCxnSpPr>
            <a:cxnSpLocks/>
          </p:cNvCxnSpPr>
          <p:nvPr/>
        </p:nvCxnSpPr>
        <p:spPr>
          <a:xfrm>
            <a:off x="7221418" y="3940512"/>
            <a:ext cx="2899436" cy="0"/>
          </a:xfrm>
          <a:prstGeom prst="straightConnector1">
            <a:avLst/>
          </a:prstGeom>
          <a:ln w="12700">
            <a:solidFill>
              <a:schemeClr val="tx1"/>
            </a:solidFill>
            <a:prstDash val="solid"/>
            <a:headEnd type="none" w="med" len="med"/>
            <a:tailEnd type="arrow" w="lg" len="med"/>
          </a:ln>
        </p:spPr>
        <p:style>
          <a:lnRef idx="1">
            <a:schemeClr val="accent1"/>
          </a:lnRef>
          <a:fillRef idx="0">
            <a:schemeClr val="accent1"/>
          </a:fillRef>
          <a:effectRef idx="0">
            <a:schemeClr val="accent1"/>
          </a:effectRef>
          <a:fontRef idx="minor">
            <a:schemeClr val="tx1"/>
          </a:fontRef>
        </p:style>
      </p:cxnSp>
      <p:pic>
        <p:nvPicPr>
          <p:cNvPr id="11" name="Graphic 60" descr="ID 298835 - full stacked column chart">
            <a:extLst>
              <a:ext uri="{FF2B5EF4-FFF2-40B4-BE49-F238E27FC236}">
                <a16:creationId xmlns:a16="http://schemas.microsoft.com/office/drawing/2014/main" id="{EF507D0D-DF0E-076A-F8E1-6279C3FBD9E1}"/>
              </a:ext>
            </a:extLst>
          </p:cNvPr>
          <p:cNvPicPr>
            <a:picLocks noChangeAspect="1"/>
          </p:cNvPicPr>
          <p:nvPr>
            <p:custDataLst>
              <p:tags r:id="rId9"/>
            </p:custDataLst>
          </p:nvPr>
        </p:nvPicPr>
        <p:blipFill>
          <a:blip>
            <a:extLst>
              <a:ext uri="{96DAC541-7B7A-43D3-8B79-37D633B846F1}">
                <asvg:svgBlip xmlns:asvg="http://schemas.microsoft.com/office/drawing/2016/SVG/main" r:embed="rId19"/>
              </a:ext>
            </a:extLst>
          </a:blip>
          <a:srcRect/>
          <a:stretch>
            <a:fillRect/>
          </a:stretch>
        </p:blipFill>
        <p:spPr>
          <a:xfrm>
            <a:off x="10401372" y="3762078"/>
            <a:ext cx="332460" cy="332460"/>
          </a:xfrm>
          <a:prstGeom prst="rect">
            <a:avLst/>
          </a:prstGeom>
        </p:spPr>
      </p:pic>
      <p:sp>
        <p:nvSpPr>
          <p:cNvPr id="26" name="Text 9">
            <a:extLst>
              <a:ext uri="{FF2B5EF4-FFF2-40B4-BE49-F238E27FC236}">
                <a16:creationId xmlns:a16="http://schemas.microsoft.com/office/drawing/2014/main" id="{021D6E80-7828-0E95-90F8-3D3E05BF621B}"/>
              </a:ext>
            </a:extLst>
          </p:cNvPr>
          <p:cNvSpPr/>
          <p:nvPr/>
        </p:nvSpPr>
        <p:spPr>
          <a:xfrm>
            <a:off x="9577602" y="4230507"/>
            <a:ext cx="1980000" cy="540000"/>
          </a:xfrm>
          <a:prstGeom prst="rect">
            <a:avLst/>
          </a:prstGeom>
          <a:noFill/>
          <a:ln/>
        </p:spPr>
        <p:txBody>
          <a:bodyPr wrap="square" lIns="0" tIns="0" rIns="0" bIns="0" rtlCol="0" anchor="t"/>
          <a:lstStyle/>
          <a:p>
            <a:pPr algn="ctr"/>
            <a:r>
              <a:rPr lang="en-US" sz="1400" noProof="1">
                <a:latin typeface="72 Brand" panose="020B0504030603020204" pitchFamily="34" charset="0"/>
                <a:ea typeface="72 Brand Medium" pitchFamily="34" charset="-122"/>
                <a:cs typeface="72 Brand Medium" pitchFamily="34" charset="-120"/>
              </a:rPr>
              <a:t>My situations – extended</a:t>
            </a:r>
            <a:endParaRPr lang="en-US" sz="1400" noProof="1">
              <a:latin typeface="72 Brand" panose="020B0504030603020204" pitchFamily="34" charset="0"/>
            </a:endParaRPr>
          </a:p>
        </p:txBody>
      </p:sp>
      <p:pic>
        <p:nvPicPr>
          <p:cNvPr id="9" name="Graphic 8" descr="ID 299102 - speech bubble with an exclamation point inside">
            <a:extLst>
              <a:ext uri="{FF2B5EF4-FFF2-40B4-BE49-F238E27FC236}">
                <a16:creationId xmlns:a16="http://schemas.microsoft.com/office/drawing/2014/main" id="{9C6A83CE-3D4C-7E5A-643C-D305A24364EF}"/>
              </a:ext>
            </a:extLst>
          </p:cNvPr>
          <p:cNvPicPr>
            <a:picLocks noChangeAspect="1"/>
          </p:cNvPicPr>
          <p:nvPr>
            <p:custDataLst>
              <p:tags r:id="rId10"/>
            </p:custDataLst>
          </p:nvPr>
        </p:nvPicPr>
        <p:blipFill>
          <a:blip>
            <a:extLst>
              <a:ext uri="{96DAC541-7B7A-43D3-8B79-37D633B846F1}">
                <asvg:svgBlip xmlns:asvg="http://schemas.microsoft.com/office/drawing/2016/SVG/main" r:embed="rId20"/>
              </a:ext>
            </a:extLst>
          </a:blip>
          <a:srcRect/>
          <a:stretch>
            <a:fillRect/>
          </a:stretch>
        </p:blipFill>
        <p:spPr>
          <a:xfrm>
            <a:off x="10401372" y="2216892"/>
            <a:ext cx="332460" cy="332460"/>
          </a:xfrm>
          <a:prstGeom prst="rect">
            <a:avLst/>
          </a:prstGeom>
        </p:spPr>
      </p:pic>
      <p:sp>
        <p:nvSpPr>
          <p:cNvPr id="23" name="Text 6">
            <a:extLst>
              <a:ext uri="{FF2B5EF4-FFF2-40B4-BE49-F238E27FC236}">
                <a16:creationId xmlns:a16="http://schemas.microsoft.com/office/drawing/2014/main" id="{CE2F989D-6074-12F3-9FE4-2D2963908409}"/>
              </a:ext>
            </a:extLst>
          </p:cNvPr>
          <p:cNvSpPr/>
          <p:nvPr/>
        </p:nvSpPr>
        <p:spPr>
          <a:xfrm>
            <a:off x="9446365" y="2682958"/>
            <a:ext cx="2242475" cy="540000"/>
          </a:xfrm>
          <a:prstGeom prst="rect">
            <a:avLst/>
          </a:prstGeom>
          <a:noFill/>
          <a:ln/>
        </p:spPr>
        <p:txBody>
          <a:bodyPr wrap="square" lIns="0" tIns="0" rIns="0" bIns="0" rtlCol="0" anchor="t"/>
          <a:lstStyle/>
          <a:p>
            <a:pPr algn="ctr"/>
            <a:r>
              <a:rPr lang="en-US" sz="1400" noProof="1">
                <a:latin typeface="72 Brand Medium" pitchFamily="34" charset="0"/>
                <a:ea typeface="72 Brand Medium" pitchFamily="34" charset="-122"/>
                <a:cs typeface="72 Brand Medium" pitchFamily="34" charset="-120"/>
              </a:rPr>
              <a:t>Notification </a:t>
            </a:r>
            <a:br>
              <a:rPr lang="en-US" sz="1400" noProof="1">
                <a:latin typeface="72 Brand Medium" pitchFamily="34" charset="0"/>
                <a:ea typeface="72 Brand Medium" pitchFamily="34" charset="-122"/>
                <a:cs typeface="72 Brand Medium" pitchFamily="34" charset="-120"/>
              </a:rPr>
            </a:br>
            <a:r>
              <a:rPr lang="en-US" sz="1400" noProof="1">
                <a:latin typeface="72 Brand Medium" pitchFamily="34" charset="0"/>
                <a:ea typeface="72 Brand Medium" pitchFamily="34" charset="-122"/>
                <a:cs typeface="72 Brand Medium" pitchFamily="34" charset="-120"/>
              </a:rPr>
              <a:t>(optional)</a:t>
            </a:r>
            <a:endParaRPr lang="en-US" sz="1400" noProof="1">
              <a:latin typeface="72 Brand" panose="020B0504030603020204" pitchFamily="34" charset="0"/>
            </a:endParaRPr>
          </a:p>
        </p:txBody>
      </p:sp>
      <p:sp>
        <p:nvSpPr>
          <p:cNvPr id="5124" name="Right Bracket 5123" descr="optional path arround My situation- extended for Notification purpose leads back to My situation">
            <a:extLst>
              <a:ext uri="{FF2B5EF4-FFF2-40B4-BE49-F238E27FC236}">
                <a16:creationId xmlns:a16="http://schemas.microsoft.com/office/drawing/2014/main" id="{6A0B56DC-6F2E-C766-0ACA-7C404753B232}"/>
              </a:ext>
              <a:ext uri="{C183D7F6-B498-43B3-948B-1728B52AA6E4}">
                <adec:decorative xmlns:adec="http://schemas.microsoft.com/office/drawing/2017/decorative" val="0"/>
              </a:ext>
            </a:extLst>
          </p:cNvPr>
          <p:cNvSpPr/>
          <p:nvPr/>
        </p:nvSpPr>
        <p:spPr>
          <a:xfrm rot="10800000">
            <a:off x="9446366" y="2395326"/>
            <a:ext cx="674488" cy="1545186"/>
          </a:xfrm>
          <a:prstGeom prst="rightBracket">
            <a:avLst>
              <a:gd name="adj" fmla="val 0"/>
            </a:avLst>
          </a:prstGeom>
          <a:ln w="127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1"/>
          </a:p>
        </p:txBody>
      </p:sp>
      <p:sp>
        <p:nvSpPr>
          <p:cNvPr id="5120" name="Right Bracket 5119" descr="optional path arround My situation- extended for Notification purpose leads back to My situation">
            <a:extLst>
              <a:ext uri="{FF2B5EF4-FFF2-40B4-BE49-F238E27FC236}">
                <a16:creationId xmlns:a16="http://schemas.microsoft.com/office/drawing/2014/main" id="{FC6A4F96-A181-1FFF-2E68-284F6D4FB0F7}"/>
              </a:ext>
              <a:ext uri="{C183D7F6-B498-43B3-948B-1728B52AA6E4}">
                <adec:decorative xmlns:adec="http://schemas.microsoft.com/office/drawing/2017/decorative" val="0"/>
              </a:ext>
            </a:extLst>
          </p:cNvPr>
          <p:cNvSpPr/>
          <p:nvPr/>
        </p:nvSpPr>
        <p:spPr>
          <a:xfrm>
            <a:off x="11014353" y="2395326"/>
            <a:ext cx="674488" cy="1545186"/>
          </a:xfrm>
          <a:prstGeom prst="rightBracket">
            <a:avLst>
              <a:gd name="adj" fmla="val 0"/>
            </a:avLst>
          </a:prstGeom>
          <a:ln w="127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1"/>
          </a:p>
        </p:txBody>
      </p:sp>
      <p:sp>
        <p:nvSpPr>
          <p:cNvPr id="5125" name="Oval 5124">
            <a:extLst>
              <a:ext uri="{FF2B5EF4-FFF2-40B4-BE49-F238E27FC236}">
                <a16:creationId xmlns:a16="http://schemas.microsoft.com/office/drawing/2014/main" id="{2E42C0FA-0CD9-1A1F-296C-F9A94E7F639D}"/>
              </a:ext>
              <a:ext uri="{C183D7F6-B498-43B3-948B-1728B52AA6E4}">
                <adec:decorative xmlns:adec="http://schemas.microsoft.com/office/drawing/2017/decorative" val="1"/>
              </a:ext>
            </a:extLst>
          </p:cNvPr>
          <p:cNvSpPr/>
          <p:nvPr/>
        </p:nvSpPr>
        <p:spPr bwMode="gray">
          <a:xfrm>
            <a:off x="1481308" y="3050510"/>
            <a:ext cx="72000" cy="72000"/>
          </a:xfrm>
          <a:prstGeom prst="ellipse">
            <a:avLst/>
          </a:prstGeom>
          <a:solidFill>
            <a:schemeClr val="tx1"/>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effectLst/>
              <a:uLnTx/>
              <a:uFillTx/>
              <a:latin typeface="+mn-lt"/>
              <a:ea typeface="72 Brand" pitchFamily="34" charset="-128"/>
              <a:cs typeface="72 Brand" pitchFamily="34" charset="-128"/>
            </a:endParaRPr>
          </a:p>
        </p:txBody>
      </p:sp>
      <p:sp>
        <p:nvSpPr>
          <p:cNvPr id="5127" name="Oval 5126">
            <a:extLst>
              <a:ext uri="{FF2B5EF4-FFF2-40B4-BE49-F238E27FC236}">
                <a16:creationId xmlns:a16="http://schemas.microsoft.com/office/drawing/2014/main" id="{C54FDF93-D323-DB73-8D2F-256D41704FBC}"/>
              </a:ext>
              <a:ext uri="{C183D7F6-B498-43B3-948B-1728B52AA6E4}">
                <adec:decorative xmlns:adec="http://schemas.microsoft.com/office/drawing/2017/decorative" val="1"/>
              </a:ext>
            </a:extLst>
          </p:cNvPr>
          <p:cNvSpPr/>
          <p:nvPr/>
        </p:nvSpPr>
        <p:spPr bwMode="gray">
          <a:xfrm>
            <a:off x="5435865" y="3907004"/>
            <a:ext cx="72000" cy="72000"/>
          </a:xfrm>
          <a:prstGeom prst="ellipse">
            <a:avLst/>
          </a:prstGeom>
          <a:solidFill>
            <a:schemeClr val="tx1"/>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effectLst/>
              <a:uLnTx/>
              <a:uFillTx/>
              <a:latin typeface="+mn-lt"/>
              <a:ea typeface="72 Brand" pitchFamily="34" charset="-128"/>
              <a:cs typeface="72 Brand" pitchFamily="34" charset="-128"/>
            </a:endParaRPr>
          </a:p>
        </p:txBody>
      </p:sp>
      <p:sp>
        <p:nvSpPr>
          <p:cNvPr id="5128" name="Oval 5127">
            <a:extLst>
              <a:ext uri="{FF2B5EF4-FFF2-40B4-BE49-F238E27FC236}">
                <a16:creationId xmlns:a16="http://schemas.microsoft.com/office/drawing/2014/main" id="{F3DB483F-4C82-296D-C1CA-E527386620BF}"/>
              </a:ext>
              <a:ext uri="{C183D7F6-B498-43B3-948B-1728B52AA6E4}">
                <adec:decorative xmlns:adec="http://schemas.microsoft.com/office/drawing/2017/decorative" val="1"/>
              </a:ext>
            </a:extLst>
          </p:cNvPr>
          <p:cNvSpPr/>
          <p:nvPr/>
        </p:nvSpPr>
        <p:spPr bwMode="gray">
          <a:xfrm>
            <a:off x="6694358" y="3050510"/>
            <a:ext cx="72000" cy="72000"/>
          </a:xfrm>
          <a:prstGeom prst="ellipse">
            <a:avLst/>
          </a:prstGeom>
          <a:solidFill>
            <a:schemeClr val="tx1"/>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effectLst/>
              <a:uLnTx/>
              <a:uFillTx/>
              <a:latin typeface="+mn-lt"/>
              <a:ea typeface="72 Brand" pitchFamily="34" charset="-128"/>
              <a:cs typeface="72 Brand" pitchFamily="34" charset="-128"/>
            </a:endParaRPr>
          </a:p>
        </p:txBody>
      </p:sp>
      <p:sp>
        <p:nvSpPr>
          <p:cNvPr id="5129" name="Oval 5128">
            <a:extLst>
              <a:ext uri="{FF2B5EF4-FFF2-40B4-BE49-F238E27FC236}">
                <a16:creationId xmlns:a16="http://schemas.microsoft.com/office/drawing/2014/main" id="{3B98A960-6EEE-30E4-0F21-1E97F54D595E}"/>
              </a:ext>
              <a:ext uri="{C183D7F6-B498-43B3-948B-1728B52AA6E4}">
                <adec:decorative xmlns:adec="http://schemas.microsoft.com/office/drawing/2017/decorative" val="1"/>
              </a:ext>
            </a:extLst>
          </p:cNvPr>
          <p:cNvSpPr/>
          <p:nvPr/>
        </p:nvSpPr>
        <p:spPr bwMode="gray">
          <a:xfrm>
            <a:off x="8564310" y="3907004"/>
            <a:ext cx="72000" cy="72000"/>
          </a:xfrm>
          <a:prstGeom prst="ellipse">
            <a:avLst/>
          </a:prstGeom>
          <a:solidFill>
            <a:schemeClr val="tx1"/>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1">
              <a:ln>
                <a:noFill/>
              </a:ln>
              <a:effectLst/>
              <a:uLnTx/>
              <a:uFillTx/>
              <a:latin typeface="+mn-lt"/>
              <a:ea typeface="72 Brand" pitchFamily="34" charset="-128"/>
              <a:cs typeface="72 Brand" pitchFamily="34" charset="-128"/>
            </a:endParaRPr>
          </a:p>
        </p:txBody>
      </p:sp>
      <p:sp>
        <p:nvSpPr>
          <p:cNvPr id="3" name="Rectangle 2">
            <a:extLst>
              <a:ext uri="{FF2B5EF4-FFF2-40B4-BE49-F238E27FC236}">
                <a16:creationId xmlns:a16="http://schemas.microsoft.com/office/drawing/2014/main" id="{3D1CF25C-07C8-8FA8-95A6-559B1BB1CCC9}"/>
              </a:ext>
              <a:ext uri="{C183D7F6-B498-43B3-948B-1728B52AA6E4}">
                <adec:decorative xmlns:adec="http://schemas.microsoft.com/office/drawing/2017/decorative" val="1"/>
              </a:ext>
            </a:extLst>
          </p:cNvPr>
          <p:cNvSpPr/>
          <p:nvPr/>
        </p:nvSpPr>
        <p:spPr bwMode="gray">
          <a:xfrm>
            <a:off x="7877176" y="6952560"/>
            <a:ext cx="4317999" cy="730799"/>
          </a:xfrm>
          <a:prstGeom prst="rect">
            <a:avLst/>
          </a:prstGeom>
          <a:solidFill>
            <a:schemeClr val="accent5"/>
          </a:solidFill>
          <a:ln w="25400" algn="ctr">
            <a:no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US" sz="1800" kern="0" noProof="1">
                <a:solidFill>
                  <a:schemeClr val="bg1"/>
                </a:solidFill>
                <a:latin typeface="+mn-lt"/>
                <a:ea typeface="72 Brand" pitchFamily="34" charset="-128"/>
                <a:cs typeface="72 Brand" pitchFamily="34" charset="-128"/>
              </a:rPr>
              <a:t>Use icons in Indigo for content that’s related to AI/Joule</a:t>
            </a:r>
            <a:endParaRPr kumimoji="0" lang="en-US" sz="1800" b="0" i="0" u="none" strike="noStrike" kern="0" cap="none" spc="0" normalizeH="0" baseline="0" noProof="1">
              <a:ln>
                <a:noFill/>
              </a:ln>
              <a:solidFill>
                <a:schemeClr val="bg1"/>
              </a:solidFill>
              <a:effectLst/>
              <a:uLnTx/>
              <a:uFillTx/>
              <a:latin typeface="+mn-lt"/>
              <a:ea typeface="72 Brand" pitchFamily="34" charset="-128"/>
              <a:cs typeface="72 Brand" pitchFamily="34" charset="-128"/>
            </a:endParaRPr>
          </a:p>
        </p:txBody>
      </p:sp>
    </p:spTree>
    <p:custDataLst>
      <p:custData r:id="rId1"/>
      <p:custData r:id="rId2"/>
    </p:custDataLst>
    <p:extLst>
      <p:ext uri="{BB962C8B-B14F-4D97-AF65-F5344CB8AC3E}">
        <p14:creationId xmlns:p14="http://schemas.microsoft.com/office/powerpoint/2010/main" val="23408085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TOCShowsSubsections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125.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9247 - monitor with book in top right.svg"/>
</p:tagLst>
</file>

<file path=ppt/tags/tag126.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9063 - lightbulb.svg"/>
</p:tagLst>
</file>

<file path=ppt/tags/tag127.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8800 - three people figures in a huddle.svg"/>
</p:tagLst>
</file>

<file path=ppt/tags/tag128.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9192 - person in the middle of a circle.svg"/>
</p:tagLst>
</file>

<file path=ppt/tags/tag129.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8970 - target with arrow shot through the middle.svg"/>
</p:tagLst>
</file>

<file path=ppt/tags/tag130.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9422 - book with plus symbol at lower right.svg"/>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gg1_6FWd3kG4GUvrddFDx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gg1_6FWd3kG4GUvrddFDxg"/>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gg1_6FWd3kG4GUvrddFDx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CET2PTJC9EqYqIGVrxpHjw"/>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gg1_6FWd3kG4GUvrddFDxg"/>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CET2PTJC9EqYqIGVrxpHjw"/>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4b7uF.XC_0yDsubINpxJCw"/>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sP4Y24PMTUSSMWRwJSSCpA"/>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sP4Y24PMTUSSMWRwJSSCpA"/>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sP4Y24PMTUSSMWRwJSSCpA"/>
</p:tagLst>
</file>

<file path=ppt/tags/tag141.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9472 - desktop monitor and window in top right.svg"/>
</p:tagLst>
</file>

<file path=ppt/tags/tag142.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9219 - three stacked horizontal rectangles.svg"/>
</p:tagLst>
</file>

<file path=ppt/tags/tag143.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9177 - boxed packages with a plus on lower right.svg"/>
</p:tagLst>
</file>

<file path=ppt/tags/tag144.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9167 - four people connected by lines.svg"/>
</p:tagLst>
</file>

<file path=ppt/tags/tag145.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9153 - organizational chart with six sections.svg"/>
</p:tagLst>
</file>

<file path=ppt/tags/tag146.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9054 - laptop.svg"/>
</p:tagLst>
</file>

<file path=ppt/tags/tag147.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8835 - full stacked column chart.svg"/>
</p:tagLst>
</file>

<file path=ppt/tags/tag148.xml><?xml version="1.0" encoding="utf-8"?>
<p:tagLst xmlns:a="http://schemas.openxmlformats.org/drawingml/2006/main" xmlns:r="http://schemas.openxmlformats.org/officeDocument/2006/relationships" xmlns:p="http://schemas.openxmlformats.org/presentationml/2006/main">
  <p:tag name="CONTAINEDIMAGEPATH" val="C:\Users\D038346\AppData\Local\Templafy\AddIns\PowerPointVsto\ID 299102 - speech bubble with an exclamation point inside.svg"/>
</p:tagLst>
</file>

<file path=ppt/theme/theme1.xml><?xml version="1.0" encoding="utf-8"?>
<a:theme xmlns:a="http://schemas.openxmlformats.org/drawingml/2006/main" name="SAP Template">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8575"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400" b="0" i="0" u="none" strike="noStrike" kern="0" cap="none" spc="0" normalizeH="0" baseline="0" noProof="0" dirty="0" err="1"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28575">
          <a:noFill/>
        </a:ln>
      </a:spPr>
      <a:bodyPr wrap="square" lIns="0" tIns="0" rIns="0" bIns="0" rtlCol="0">
        <a:spAutoFit/>
      </a:bodyPr>
      <a:lstStyle>
        <a:defPPr algn="l" fontAlgn="base">
          <a:spcBef>
            <a:spcPct val="50000"/>
          </a:spcBef>
          <a:spcAft>
            <a:spcPct val="0"/>
          </a:spcAft>
          <a:buClr>
            <a:schemeClr val="tx1"/>
          </a:buClr>
          <a:buSzPct val="100000"/>
          <a:defRPr sz="14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106242_PPT_Template_SAP_TechEd_2026_internal" id="{678DCC4A-6DFA-824B-B2CF-53270BB8A897}" vid="{79027983-3230-9D42-9BEF-2728B1A2CB4E}"/>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0FCFAFA-D3D3-1441-8101-DA629D03A5D9}">
  <we:reference id="b0692d11-e342-a550-cfba-e8c57e47b8f1" version="1.0.0.8"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65AE667-A5F5-0F47-8627-5174A8B7EA47}">
  <we:reference id="b8d7a30b-109c-4c41-a1df-a6cb639730b5"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item1.xml><?xml version="1.0" encoding="utf-8"?>
<TemplafyTemplateConfiguration><![CDATA[{"elementsMetadata":[{"type":"shape","id":"ac503453-961c-454e-a265-acc820b54c40","elementConfiguration":{"inheritDimensions":"{{InheritDimensions.InheritNone}}","width":"","height":"1 cm","image":"{{Form.SAPLogo.SubbrandWhite}}","visibility":"","type":"image","disableUpdates":false}},{"type":"shape","id":"1cf9044e-8f82-4d5c-ab78-a92a55d758fe","elementConfiguration":{"inheritDimensions":"{{InheritDimensions.InheritNone}}","width":"","height":"1 cm","image":"{{Form.SAPLogo.SubbrandWhite}}","visibility":"","type":"image","disableUpdates":false}},{"type":"shape","id":"8031e150-e28c-48f5-bc23-d95cac3a2902","elementConfiguration":{"inheritDimensions":"{{InheritDimensions.InheritNone}}","width":"","height":"1 cm","image":"{{Form.SAPLogo.SubbrandBlue}}","visibility":"","type":"image","disableUpdates":false}},{"type":"shape","id":"357ff70f-1de5-4d51-aad2-51c0cf9b5611","elementConfiguration":{"inheritDimensions":"{{InheritDimensions.InheritNone}}","width":"","height":"1 cm","image":"{{Form.SAPLogo.SubbrandBlue}}","visibility":"","type":"image","disableUpdates":false}},{"type":"shape","id":"3072eac8-f615-4573-af48-f8bf691d6b9e","elementConfiguration":{"inheritDimensions":"{{InheritDimensions.InheritNone}}","width":"","height":"1 cm","image":"{{Form.SAPLogo.SubbrandBlack}}","visibility":"","type":"image","disableUpdates":false}},{"type":"shape","id":"f6b63be9-146f-4355-b4ef-6e3d37222459","elementConfiguration":{"inheritDimensions":"{{InheritDimensions.InheritNone}}","width":"","height":"1 cm","image":"{{Form.SAPLogo.SubbrandWhite}}","visibility":"","type":"image","disableUpdates":false}},{"type":"shape","id":"12118f0b-7745-4ea5-85c3-1b3b6bda4036","elementConfiguration":{"inheritDimensions":"{{InheritDimensions.InheritNone}}","width":"","height":"1 cm","image":"{{Form.SAPLogo.SubbrandBlue}}","visibility":"","type":"image","disableUpdates":false}},{"type":"shape","id":"6d5d147f-96be-424e-b54a-e907ed10c5df","elementConfiguration":{"inheritDimensions":"{{InheritDimensions.InheritNone}}","width":"","height":"1 cm","image":"{{Form.SAPLogo.SubbrandWhite}}","visibility":"","type":"image","disableUpdates":false}},{"type":"shape","id":"b40c0a34-001f-4cc8-810a-ebf1d48ddb8c","elementConfiguration":{"inheritDimensions":"{{InheritDimensions.InheritNone}}","width":"","height":"1 cm","image":"{{Form.SAPLogo.SubbrandWhite}}","visibility":"","type":"image","disableUpdates":false}},{"type":"shape","id":"206ae7fd-1375-41f0-b48b-3fc15a29814a","elementConfiguration":{"inheritDimensions":"{{InheritDimensions.InheritNone}}","width":"","height":"1 cm","image":"{{Form.SAPLogo.SubbrandBlack}}","visibility":"","type":"image","disableUpdates":false}},{"type":"shape","id":"031deffc-9edd-4fe1-83f3-0f1f73dcf271","elementConfiguration":{"inheritDimensions":"{{InheritDimensions.InheritNone}}","width":"","height":"1 cm","image":"{{Form.SAPLogo.SubbrandWhite}}","visibility":"","type":"image","disableUpdates":false}},{"type":"shape","id":"89d1f4dd-6a63-4473-8ce3-1481fdb46ccc","elementConfiguration":{"inheritDimensions":"{{InheritDimensions.InheritNone}}","width":"","height":"1 cm","image":"{{Form.SAPLogo.SubbrandBlue}}","visibility":"","type":"image","disableUpdates":false}},{"type":"shape","id":"f2f0d456-09a2-4d34-bcfc-b21343af3ff7","elementConfiguration":{"inheritDimensions":"{{InheritDimensions.InheritNone}}","width":"","height":"1 cm","image":"{{Form.SAPLogo.SubbrandBlack}}","visibility":"","type":"image","disableUpdates":false}},{"type":"shape","id":"7f2d7a43-4808-4134-a166-f24dfb88d30b","elementConfiguration":{"inheritDimensions":"{{InheritDimensions.InheritNone}}","width":"","height":"1 cm","image":"{{Form.SAPLogo.SubbrandBlue}}","visibility":"","type":"image","disableUpdates":false}},{"type":"shape","id":"13eca31f-2a44-4c6a-9a55-c2072cea1787","elementConfiguration":{"binding":"{{StringJoin(\", \", Form.SpeakerName,\"SAP\")}}","visibility":"","type":"text","disableUpdates":false,"renderAsMarkdown":false}},{"type":"shape","id":"7ab1e498-28f2-40e5-ad60-841aaaef527a","elementConfiguration":{"binding":"{{FormatDateTime(Form.Date,\"MMMM dd, yyyy\",\"en-US\")}}","visibility":"","type":"text","disableUpdates":false,"renderAsMarkdown":false}},{"type":"shape","id":"7943004a-110b-43f5-94a5-62a19d81b9fa","elementConfiguration":{"binding":"{{Form.SpeakerName}}","visibility":"","type":"text","disableUpdates":false,"renderAsMarkdown":false}},{"type":"shape","id":"90d1cd6e-26f4-46ba-ba31-fa49bdddf9df","elementConfiguration":{"binding":"{{Form.Position}}\n{{Form.Address}}\n{{Form.City}} \n{{Form.Email}}","visibility":"","type":"text","disableUpdates":false,"renderAsMarkdown":false}},{"type":"shape","id":"2887f854-7cf1-46b3-a100-cf982aae99a5","elementConfiguration":{"binding":"{{StringJoin(\", \", Form.SpeakerName,\"SAP\")}}","visibility":"","type":"text","disableUpdates":false,"renderAsMarkdown":false}},{"type":"shape","id":"b6f542c5-3834-451b-a281-2121cac5132a","elementConfiguration":{"binding":"{{FormatDateTime(Form.Date,\"MMMM dd, yyyy\",\"en-US\")}}","visibility":"","type":"text","disableUpdates":false,"renderAsMarkdown":false}},{"type":"shape","id":"abd1b381-9a30-44bf-ac22-103b28c5edcc","elementConfiguration":{"binding":"{{StringJoin(\", \", Form.SpeakerName,\"SAP\")}}","visibility":"","type":"text","disableUpdates":false,"renderAsMarkdown":false}},{"type":"shape","id":"41a42eb8-1d53-4f94-b875-8ba9fe7e18b7","elementConfiguration":{"binding":"{{FormatDateTime(Form.Date,\"MMMM dd, yyyy\",\"en-US\")}}","visibility":"","type":"text","disableUpdates":false,"renderAsMarkdown":false}},{"type":"shape","id":"070432c1-3aeb-48f1-93d2-d434891fff5a","elementConfiguration":{"binding":"{{StringJoin(\", \", Form.SpeakerName,\"SAP\")}}","visibility":"","type":"text","disableUpdates":false,"renderAsMarkdown":false}},{"type":"shape","id":"9d9224ff-bbdc-4a3e-a31c-6fcbb18846c9","elementConfiguration":{"binding":"{{FormatDateTime(Form.Date,\"MMMM dd, yyyy\",\"en-US\")}}","visibility":"","type":"text","disableUpdates":false,"renderAsMarkdown":false}}],"transformationConfigurations":[],"templateName":"SAP Corp","templateDescription":"","enableDocumentContentUpdater":true,"version":"2.0"}]]></TemplafyTemplateConfiguration>
</file>

<file path=customXml/item2.xml><?xml version="1.0" encoding="utf-8"?>
<TemplafySlideFormConfiguration><![CDATA[{"formFields":[],"formDataEntries":[]}]]></TemplafySlideFormConfiguration>
</file>

<file path=customXml/item3.xml><?xml version="1.0" encoding="utf-8"?>
<TemplafySlideFormConfiguration><![CDATA[{"formFields":[],"formDataEntries":[]}]]></TemplafySlideFormConfiguration>
</file>

<file path=customXml/item4.xml><?xml version="1.0" encoding="utf-8"?>
<TemplafySlideTemplateConfiguration><![CDATA[{"slideVersion":3,"isValidatorEnabled":false,"isLocked":false,"elementsMetadata":[],"slideId":"1328131217384275983","enableDocumentContentUpdater":false,"version":"2.0"}]]></TemplafySlideTemplateConfiguration>
</file>

<file path=customXml/item5.xml><?xml version="1.0" encoding="utf-8"?>
<TemplafySlideFormConfiguration><![CDATA[{"formFields":[],"formDataEntries":[]}]]></TemplafySlideFormConfiguration>
</file>

<file path=customXml/item6.xml><?xml version="1.0" encoding="utf-8"?>
<TemplafySlideFormConfiguration><![CDATA[{"formFields":[],"formDataEntries":[]}]]></TemplafySlideFormConfiguration>
</file>

<file path=customXml/item7.xml><?xml version="1.0" encoding="utf-8"?>
<TemplafySlideTemplateConfiguration><![CDATA[{"slideVersion":3,"isValidatorEnabled":false,"isLocked":false,"elementsMetadata":[],"slideId":"1328131217384275974","enableDocumentContentUpdater":false,"version":"2.0"}]]></TemplafySlideTemplateConfiguration>
</file>

<file path=customXml/item8.xml><?xml version="1.0" encoding="utf-8"?>
<TemplafyFormConfiguration><![CDATA[{"formFields":[{"distinct":false,"hideIfNoUserInteractionRequired":false,"required":true,"autoSelectFirstOption":false,"shareValue":false,"type":"dropDown","dataSourceName":"PPTSubBrandLogos2023","dataSourceFieldName":"Name","name":"SAPLogo","label":"Select Template"},{"required":false,"placeholder":"","lines":1,"defaultValue":"{{StringJoin(\" \", UserProfile.FirstName,UserProfile.LastName)}}","helpTexts":{"prefix":"After your name, include your preferred pronouns (they/them, she/her, he/him)."},"shareValue":false,"type":"textBox","name":"SpeakerName","label":"Name and Pronouns"},{"required":false,"shareValue":false,"type":"datePicker","name":"Date","label":"Date"},{"helpTexts":{},"spacing":{},"type":"instructions","name":"Following_information_will_appear_on_the_Thank_You_slide","label":"Following information will appear on the Thank You slide:"},{"required":false,"placeholder":"","lines":1,"defaultValue":"{{UserProfile.JobTitle}}","helpTexts":{},"spacing":{},"shareValue":false,"type":"textBox","name":"Position","label":"Job title"},{"required":false,"placeholder":"","lines":1,"defaultValue":"{{UserProfile.Address.Address}}","helpTexts":{},"spacing":{},"shareValue":false,"type":"textBox","name":"Address","label":"Address"},{"required":false,"placeholder":"","lines":1,"defaultValue":"{{UserProfile.Address.Zip}} {{UserProfile.City.Name}}","helpTexts":{},"spacing":{},"shareValue":false,"type":"textBox","name":"City","label":"City"},{"required":false,"placeholder":"","lines":1,"defaultValue":"{{UserProfile.Email}}","shareValue":false,"type":"textBox","name":"Email","label":"Email"}],"formDataEntries":[{"name":"SAPLogo","value":"pxB0tb4qiCEYCgGk2fAV86fXsKRk9ZMKiRC3VaLJ5C8="},{"name":"SpeakerName","value":"YnPwfaWtJd9yqRikMcavEg=="},{"name":"Date","value":"u7dVzEP5xrCymksMpLsL/Q=="},{"name":"Position","value":"hYE270aCl4QYJbxjf8yhcg=="},{"name":"Address","value":"J74SXewwIr7FPA+NOqR3Bw=="},{"name":"City","value":"0MNcblTGsky7bw1+X2Efyg=="},{"name":"Email","value":"v35+JSpO6F5yjM5PrFdVwQ=="}]}]]></TemplafyFormConfiguration>
</file>

<file path=customXml/item9.xml><?xml version="1.0" encoding="utf-8"?>
<TemplafySlideFormConfiguration><![CDATA[{"formFields":[],"formDataEntries":[]}]]></TemplafySlideFormConfiguration>
</file>

<file path=customXml/item10.xml><?xml version="1.0" encoding="utf-8"?>
<TemplafySlideTemplateConfiguration><![CDATA[{"slideVersion":3,"isValidatorEnabled":false,"isLocked":false,"elementsMetadata":[],"slideId":"1328131217384275978","enableDocumentContentUpdater":false,"version":"2.0"}]]></TemplafySlideTemplateConfiguration>
</file>

<file path=customXml/item11.xml><?xml version="1.0" encoding="utf-8"?>
<TemplafySlideFormConfiguration><![CDATA[{"formFields":[{"required":false,"placeholder":"","lines":1,"defaultValue":"{{StringJoin(\" \", UserProfile.FirstName,UserProfile.LastName)}}","helpTexts":{"prefix":"After your name, include your preferred pronouns (they/them, she/her, he/him)."},"shareValue":false,"type":"textBox","name":"SpeakerName","label":"Name and Pronouns"},{"required":false,"placeholder":"","lines":1,"defaultValue":"{{UserProfile.JobTitle}}","helpTexts":{},"spacing":{},"shareValue":false,"type":"textBox","name":"Position","label":"Job title"},{"required":false,"placeholder":"","lines":1,"defaultValue":"{{UserProfile.Address.Address}}","helpTexts":{},"spacing":{},"shareValue":false,"type":"textBox","name":"Address","label":"Address"},{"required":false,"placeholder":"","lines":1,"defaultValue":"{{UserProfile.Address.Zip}} {{UserProfile.City.Name}}","helpTexts":{},"spacing":{},"shareValue":false,"type":"textBox","name":"City","label":"City"},{"required":false,"placeholder":"","lines":1,"defaultValue":"{{UserProfile.Email}}","shareValue":false,"type":"textBox","name":"Email","label":"Email"}],"formDataEntries":[]}]]></TemplafySlideFormConfiguration>
</file>

<file path=customXml/item12.xml><?xml version="1.0" encoding="utf-8"?>
<TemplafySlideFormConfiguration><![CDATA[{"formFields":[],"formDataEntries":[]}]]></TemplafySlideFormConfiguration>
</file>

<file path=customXml/item13.xml><?xml version="1.0" encoding="utf-8"?>
<TemplafySlideFormConfiguration><![CDATA[{"formFields":[],"formDataEntries":[]}]]></TemplafySlideFormConfiguration>
</file>

<file path=customXml/item14.xml><?xml version="1.0" encoding="utf-8"?>
<p:properties xmlns:p="http://schemas.microsoft.com/office/2006/metadata/properties" xmlns:xsi="http://www.w3.org/2001/XMLSchema-instance" xmlns:pc="http://schemas.microsoft.com/office/infopath/2007/PartnerControls">
  <documentManagement>
    <Contents xmlns="e04054ec-1ed4-4285-8c8c-94e226392eff" xsi:nil="true"/>
  </documentManagement>
</p:properties>
</file>

<file path=customXml/item15.xml><?xml version="1.0" encoding="utf-8"?>
<TemplafySlideFormConfiguration><![CDATA[{"formFields":[],"formDataEntries":[]}]]></TemplafySlideFormConfiguration>
</file>

<file path=customXml/item16.xml><?xml version="1.0" encoding="utf-8"?>
<?mso-contentType ?>
<FormTemplates xmlns="http://schemas.microsoft.com/sharepoint/v3/contenttype/forms">
  <Display>DocumentLibraryForm</Display>
  <Edit>DocumentLibraryForm</Edit>
  <New>DocumentLibraryForm</New>
</FormTemplates>
</file>

<file path=customXml/item17.xml><?xml version="1.0" encoding="utf-8"?>
<TemplafySlideTemplateConfiguration><![CDATA[{"slideVersion":3,"isValidatorEnabled":false,"isLocked":false,"elementsMetadata":[],"slideId":"1328131217384275979","enableDocumentContentUpdater":false,"version":"2.0"}]]></TemplafySlideTemplateConfiguration>
</file>

<file path=customXml/item18.xml><?xml version="1.0" encoding="utf-8"?>
<TemplafySlideTemplateConfiguration><![CDATA[{"slideVersion":3,"isValidatorEnabled":false,"isLocked":false,"elementsMetadata":[],"slideId":"1328131217384275977","enableDocumentContentUpdater":false,"version":"2.0"}]]></TemplafySlideTemplateConfiguration>
</file>

<file path=customXml/item19.xml><?xml version="1.0" encoding="utf-8"?>
<ct:contentTypeSchema xmlns:ct="http://schemas.microsoft.com/office/2006/metadata/contentType" xmlns:ma="http://schemas.microsoft.com/office/2006/metadata/properties/metaAttributes" ct:_="" ma:_="" ma:contentTypeName="Document" ma:contentTypeID="0x01010033DB854BE305DB4C957C49B2472BEADE" ma:contentTypeVersion="10" ma:contentTypeDescription="Create a new document." ma:contentTypeScope="" ma:versionID="d6f545ecb6d0db5ac636b3e5d1337b60">
  <xsd:schema xmlns:xsd="http://www.w3.org/2001/XMLSchema" xmlns:xs="http://www.w3.org/2001/XMLSchema" xmlns:p="http://schemas.microsoft.com/office/2006/metadata/properties" xmlns:ns2="e04054ec-1ed4-4285-8c8c-94e226392eff" targetNamespace="http://schemas.microsoft.com/office/2006/metadata/properties" ma:root="true" ma:fieldsID="f3f6da5173e2ee352540290fdf1086a1" ns2:_="">
    <xsd:import namespace="e04054ec-1ed4-4285-8c8c-94e226392eff"/>
    <xsd:element name="properties">
      <xsd:complexType>
        <xsd:sequence>
          <xsd:element name="documentManagement">
            <xsd:complexType>
              <xsd:all>
                <xsd:element ref="ns2:Contents"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4054ec-1ed4-4285-8c8c-94e226392eff" elementFormDefault="qualified">
    <xsd:import namespace="http://schemas.microsoft.com/office/2006/documentManagement/types"/>
    <xsd:import namespace="http://schemas.microsoft.com/office/infopath/2007/PartnerControls"/>
    <xsd:element name="Contents" ma:index="8" nillable="true" ma:displayName="Contents" ma:format="Dropdown" ma:internalName="Contents">
      <xsd:simpleType>
        <xsd:restriction base="dms:Note">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0.xml><?xml version="1.0" encoding="utf-8"?>
<TemplafySlideTemplateConfiguration><![CDATA[{"slideVersion":3,"isValidatorEnabled":false,"isLocked":false,"elementsMetadata":[],"slideId":"1328131217384275976","enableDocumentContentUpdater":false,"version":"2.0"}]]></TemplafySlideTemplateConfiguration>
</file>

<file path=customXml/item21.xml><?xml version="1.0" encoding="utf-8"?>
<TemplafySlideTemplateConfiguration><![CDATA[{"slideVersion":3,"isValidatorEnabled":false,"isLocked":false,"elementsMetadata":[{"type":"shape","elementConfiguration":{"binding":"{{Form.SpeakerName}}","visibility":"","type":"text","disableUpdates":false,"renderAsMarkdown":false}},{"type":"shape","elementConfiguration":{"binding":"{{Form.Position}}\n{{Form.Address}}\n{{Form.City}} \n{{Form.Email}}","visibility":"","type":"text","disableUpdates":false,"renderAsMarkdown":false}}],"slideId":"1328131217384275984","enableDocumentContentUpdater":false,"version":"2.0"}]]></TemplafySlideTemplateConfiguration>
</file>

<file path=customXml/item22.xml><?xml version="1.0" encoding="utf-8"?>
<TemplafySlideTemplateConfiguration><![CDATA[{"slideVersion":3,"isValidatorEnabled":false,"isLocked":false,"elementsMetadata":[],"slideId":"1328131217384275973","enableDocumentContentUpdater":false,"version":"2.0"}]]></TemplafySlideTemplateConfiguration>
</file>

<file path=customXml/item23.xml><?xml version="1.0" encoding="utf-8"?>
<TemplafySlideTemplateConfiguration><![CDATA[{"slideVersion":3,"isValidatorEnabled":false,"isLocked":false,"elementsMetadata":[],"slideId":"1328131217384275975","enableDocumentContentUpdater":false,"version":"2.0"}]]></TemplafySlideTemplateConfiguration>
</file>

<file path=customXml/itemProps1.xml><?xml version="1.0" encoding="utf-8"?>
<ds:datastoreItem xmlns:ds="http://schemas.openxmlformats.org/officeDocument/2006/customXml" ds:itemID="{626BBCBB-1894-4E66-BA48-9E91CE3ACBA0}">
  <ds:schemaRefs/>
</ds:datastoreItem>
</file>

<file path=customXml/itemProps2.xml><?xml version="1.0" encoding="utf-8"?>
<ds:datastoreItem xmlns:ds="http://schemas.openxmlformats.org/officeDocument/2006/customXml" ds:itemID="{170343B8-1D21-CF4D-8B2A-BEADC6F3EDA3}">
  <ds:schemaRefs/>
</ds:datastoreItem>
</file>

<file path=customXml/itemProps3.xml><?xml version="1.0" encoding="utf-8"?>
<ds:datastoreItem xmlns:ds="http://schemas.openxmlformats.org/officeDocument/2006/customXml" ds:itemID="{1713C0A8-B55F-FD4B-BC1B-C6914C5E0076}">
  <ds:schemaRefs/>
</ds:datastoreItem>
</file>

<file path=customXml/itemProps4.xml><?xml version="1.0" encoding="utf-8"?>
<ds:datastoreItem xmlns:ds="http://schemas.openxmlformats.org/officeDocument/2006/customXml" ds:itemID="{E54232B7-ECAB-41A6-AF8E-F8AA8F67AA91}">
  <ds:schemaRefs/>
</ds:datastoreItem>
</file>

<file path=customXml/itemProps5.xml><?xml version="1.0" encoding="utf-8"?>
<ds:datastoreItem xmlns:ds="http://schemas.openxmlformats.org/officeDocument/2006/customXml" ds:itemID="{1A5C0054-ED86-FF44-8598-F88C8909EB8E}">
  <ds:schemaRefs/>
</ds:datastoreItem>
</file>

<file path=customXml/itemProps6.xml><?xml version="1.0" encoding="utf-8"?>
<ds:datastoreItem xmlns:ds="http://schemas.openxmlformats.org/officeDocument/2006/customXml" ds:itemID="{7191A31C-0001-4F47-9681-3BF2CDE82779}">
  <ds:schemaRefs/>
</ds:datastoreItem>
</file>

<file path=customXml/itemProps7.xml><?xml version="1.0" encoding="utf-8"?>
<ds:datastoreItem xmlns:ds="http://schemas.openxmlformats.org/officeDocument/2006/customXml" ds:itemID="{7CE852FA-A08C-42DD-AE0D-B4ACD5BB86CC}">
  <ds:schemaRefs/>
</ds:datastoreItem>
</file>

<file path=customXml/itemProps8.xml><?xml version="1.0" encoding="utf-8"?>
<ds:datastoreItem xmlns:ds="http://schemas.openxmlformats.org/officeDocument/2006/customXml" ds:itemID="{CC49FFC8-2FF3-4057-96F0-3BCD1A4F0351}">
  <ds:schemaRefs/>
</ds:datastoreItem>
</file>

<file path=customXml/itemProps9.xml><?xml version="1.0" encoding="utf-8"?>
<ds:datastoreItem xmlns:ds="http://schemas.openxmlformats.org/officeDocument/2006/customXml" ds:itemID="{2619A3F2-6BB2-4CAE-88B7-CFA577527EBA}">
  <ds:schemaRefs/>
</ds:datastoreItem>
</file>

<file path=customXml/itemProps10.xml><?xml version="1.0" encoding="utf-8"?>
<ds:datastoreItem xmlns:ds="http://schemas.openxmlformats.org/officeDocument/2006/customXml" ds:itemID="{5E11CF51-A506-4F35-8D30-27CC6B312382}">
  <ds:schemaRefs/>
</ds:datastoreItem>
</file>

<file path=customXml/itemProps11.xml><?xml version="1.0" encoding="utf-8"?>
<ds:datastoreItem xmlns:ds="http://schemas.openxmlformats.org/officeDocument/2006/customXml" ds:itemID="{9F687104-044A-49FD-BBC2-8EEC24DE651C}">
  <ds:schemaRefs/>
</ds:datastoreItem>
</file>

<file path=customXml/itemProps12.xml><?xml version="1.0" encoding="utf-8"?>
<ds:datastoreItem xmlns:ds="http://schemas.openxmlformats.org/officeDocument/2006/customXml" ds:itemID="{1949C97A-F2E4-44DC-BFCA-6630B6534B78}">
  <ds:schemaRefs/>
</ds:datastoreItem>
</file>

<file path=customXml/itemProps13.xml><?xml version="1.0" encoding="utf-8"?>
<ds:datastoreItem xmlns:ds="http://schemas.openxmlformats.org/officeDocument/2006/customXml" ds:itemID="{8F54209D-E2B9-45C1-850A-8060F1CC8CCA}">
  <ds:schemaRefs/>
</ds:datastoreItem>
</file>

<file path=customXml/itemProps14.xml><?xml version="1.0" encoding="utf-8"?>
<ds:datastoreItem xmlns:ds="http://schemas.openxmlformats.org/officeDocument/2006/customXml" ds:itemID="{C1422F45-04DB-421D-8796-270006657806}">
  <ds:schemaRefs>
    <ds:schemaRef ds:uri="http://schemas.microsoft.com/office/2006/metadata/properties"/>
    <ds:schemaRef ds:uri="0e00d59e-b0d2-4e67-be34-67e465b0fbed"/>
    <ds:schemaRef ds:uri="47fc58d8-9f4b-4bc8-b278-c3cb6f298023"/>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http://www.w3.org/XML/1998/namespace"/>
    <ds:schemaRef ds:uri="http://purl.org/dc/dcmitype/"/>
    <ds:schemaRef ds:uri="http://purl.org/dc/elements/1.1/"/>
    <ds:schemaRef ds:uri="779f7773-5b16-460b-be9a-e10be11b395c"/>
    <ds:schemaRef ds:uri="e04054ec-1ed4-4285-8c8c-94e226392eff"/>
  </ds:schemaRefs>
</ds:datastoreItem>
</file>

<file path=customXml/itemProps15.xml><?xml version="1.0" encoding="utf-8"?>
<ds:datastoreItem xmlns:ds="http://schemas.openxmlformats.org/officeDocument/2006/customXml" ds:itemID="{02A76EF8-E055-4175-8D2D-5B9E60211AF6}">
  <ds:schemaRefs/>
</ds:datastoreItem>
</file>

<file path=customXml/itemProps16.xml><?xml version="1.0" encoding="utf-8"?>
<ds:datastoreItem xmlns:ds="http://schemas.openxmlformats.org/officeDocument/2006/customXml" ds:itemID="{291DCB28-1C52-4C0E-804A-6BD2D3F0FB8D}">
  <ds:schemaRefs>
    <ds:schemaRef ds:uri="http://schemas.microsoft.com/sharepoint/v3/contenttype/forms"/>
  </ds:schemaRefs>
</ds:datastoreItem>
</file>

<file path=customXml/itemProps17.xml><?xml version="1.0" encoding="utf-8"?>
<ds:datastoreItem xmlns:ds="http://schemas.openxmlformats.org/officeDocument/2006/customXml" ds:itemID="{69B73946-F389-40E3-A533-45A6D07B0A63}">
  <ds:schemaRefs/>
</ds:datastoreItem>
</file>

<file path=customXml/itemProps18.xml><?xml version="1.0" encoding="utf-8"?>
<ds:datastoreItem xmlns:ds="http://schemas.openxmlformats.org/officeDocument/2006/customXml" ds:itemID="{0FC0028B-AD7A-9748-B2CA-6E9379D3DC0C}">
  <ds:schemaRefs/>
</ds:datastoreItem>
</file>

<file path=customXml/itemProps19.xml><?xml version="1.0" encoding="utf-8"?>
<ds:datastoreItem xmlns:ds="http://schemas.openxmlformats.org/officeDocument/2006/customXml" ds:itemID="{639A5AF9-2BE4-4A06-8B9F-2D70F943B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4054ec-1ed4-4285-8c8c-94e226392ef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0.xml><?xml version="1.0" encoding="utf-8"?>
<ds:datastoreItem xmlns:ds="http://schemas.openxmlformats.org/officeDocument/2006/customXml" ds:itemID="{FCDADE86-33AC-F045-834E-85ABB4AF5E91}">
  <ds:schemaRefs/>
</ds:datastoreItem>
</file>

<file path=customXml/itemProps21.xml><?xml version="1.0" encoding="utf-8"?>
<ds:datastoreItem xmlns:ds="http://schemas.openxmlformats.org/officeDocument/2006/customXml" ds:itemID="{8DB0A96E-6777-4404-88E8-A679525071C5}">
  <ds:schemaRefs/>
</ds:datastoreItem>
</file>

<file path=customXml/itemProps22.xml><?xml version="1.0" encoding="utf-8"?>
<ds:datastoreItem xmlns:ds="http://schemas.openxmlformats.org/officeDocument/2006/customXml" ds:itemID="{2EBA1259-1672-4DD3-BA35-A6EAF5A9B084}">
  <ds:schemaRefs/>
</ds:datastoreItem>
</file>

<file path=customXml/itemProps23.xml><?xml version="1.0" encoding="utf-8"?>
<ds:datastoreItem xmlns:ds="http://schemas.openxmlformats.org/officeDocument/2006/customXml" ds:itemID="{B3318F28-D741-1B42-8E90-E0D9E043C028}">
  <ds:schemaRefs/>
</ds:datastoreItem>
</file>

<file path=docProps/app.xml><?xml version="1.0" encoding="utf-8"?>
<Properties xmlns="http://schemas.openxmlformats.org/officeDocument/2006/extended-properties" xmlns:vt="http://schemas.openxmlformats.org/officeDocument/2006/docPropsVTypes">
  <Template>SAP Template</Template>
  <TotalTime>14259</TotalTime>
  <Words>1670</Words>
  <Application>Microsoft Macintosh PowerPoint</Application>
  <PresentationFormat>Custom</PresentationFormat>
  <Paragraphs>414</Paragraphs>
  <Slides>29</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Wingdings</vt:lpstr>
      <vt:lpstr>Symbol</vt:lpstr>
      <vt:lpstr>Arial</vt:lpstr>
      <vt:lpstr>72 Brand</vt:lpstr>
      <vt:lpstr>Libre Franklin Medium</vt:lpstr>
      <vt:lpstr>Libre Franklin ExtraLight</vt:lpstr>
      <vt:lpstr>Libre Franklin</vt:lpstr>
      <vt:lpstr>72 Brand Medium</vt:lpstr>
      <vt:lpstr>Wingdings</vt:lpstr>
      <vt:lpstr>SAP Template</vt:lpstr>
      <vt:lpstr>Build Real-Time, Unified Data Products for Agentic AI with SAP Reltio</vt:lpstr>
      <vt:lpstr>Agenda</vt:lpstr>
      <vt:lpstr>Scattered, Poor Quality Data impeds AI and Agentic benefits</vt:lpstr>
      <vt:lpstr>What bad data actually costs</vt:lpstr>
      <vt:lpstr>SAP Reltio delivers unified data at scale &amp; speed</vt:lpstr>
      <vt:lpstr>Three types of data – One solution</vt:lpstr>
      <vt:lpstr>SAP Reltio – One Platform, One Agentic Layer</vt:lpstr>
      <vt:lpstr>SAP Reltio Feature Map is rich and growing</vt:lpstr>
      <vt:lpstr>Getting Started with      SAP Reltio</vt:lpstr>
      <vt:lpstr>SAP TechEd 2026 DA160 Focus</vt:lpstr>
      <vt:lpstr>PowerPoint Presentation</vt:lpstr>
      <vt:lpstr>Exercise 0 :   Exploring SAP Reltio</vt:lpstr>
      <vt:lpstr>SAP Reltio offers an intuitive User Experience</vt:lpstr>
      <vt:lpstr>Exercise 1 :    Loading Data</vt:lpstr>
      <vt:lpstr>Data Loading – An Overview</vt:lpstr>
      <vt:lpstr>Exercise 2:   Searching Data</vt:lpstr>
      <vt:lpstr>Reltio Search – An Overview</vt:lpstr>
      <vt:lpstr>Hands-on Challenge: Build a search query</vt:lpstr>
      <vt:lpstr>Exercise 3 :    Data Unification</vt:lpstr>
      <vt:lpstr>Understanding SAP Reltio’s Data Unification</vt:lpstr>
      <vt:lpstr>SAP Reltio Match Engine</vt:lpstr>
      <vt:lpstr>SAP Reltio Match Engine – Decision Matrix</vt:lpstr>
      <vt:lpstr>Review of the Workshop</vt:lpstr>
      <vt:lpstr>Join the conversation</vt:lpstr>
      <vt:lpstr>PowerPoint Presentation</vt:lpstr>
      <vt:lpstr>Text with icons</vt:lpstr>
      <vt:lpstr>Roadmap</vt:lpstr>
      <vt:lpstr>Table – four columns</vt:lpstr>
      <vt:lpstr>Diagram with icons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Rajaram, Sriraj</dc:creator>
  <dc:description/>
  <cp:lastModifiedBy>Rajaram, Sriraj</cp:lastModifiedBy>
  <cp:revision>4</cp:revision>
  <dcterms:created xsi:type="dcterms:W3CDTF">2026-09-04T05:29:41Z</dcterms:created>
  <dcterms:modified xsi:type="dcterms:W3CDTF">2026-09-14T03:11:54Z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0x01010033DB854BE305DB4C957C49B2472BEADE</vt:lpwstr>
  </property>
  <property fmtid="{D5CDD505-2E9C-101B-9397-08002B2CF9AE}" pid="4" name="Created by">
    <vt:lpwstr>omnidocs.com</vt:lpwstr>
  </property>
  <property fmtid="{D5CDD505-2E9C-101B-9397-08002B2CF9AE}" pid="5" name="ClassificationContentMarkingFooterLocations">
    <vt:lpwstr>SAP Template:12</vt:lpwstr>
  </property>
  <property fmtid="{D5CDD505-2E9C-101B-9397-08002B2CF9AE}" pid="6" name="ClassificationContentMarkingFooterText">
    <vt:lpwstr>                 INTERNAL ‒ SAP and External Parties under NDA Only</vt:lpwstr>
  </property>
  <property fmtid="{D5CDD505-2E9C-101B-9397-08002B2CF9AE}" pid="7" name="TemplafyTimeStamp">
    <vt:lpwstr>2025-12-14T08:56:23</vt:lpwstr>
  </property>
  <property fmtid="{D5CDD505-2E9C-101B-9397-08002B2CF9AE}" pid="8" name="TemplafyTenantId">
    <vt:lpwstr>sap</vt:lpwstr>
  </property>
  <property fmtid="{D5CDD505-2E9C-101B-9397-08002B2CF9AE}" pid="9" name="TemplafyTemplateId">
    <vt:lpwstr>1328131190817294516</vt:lpwstr>
  </property>
  <property fmtid="{D5CDD505-2E9C-101B-9397-08002B2CF9AE}" pid="10" name="TemplafyUserProfileId">
    <vt:lpwstr>637710449012726268</vt:lpwstr>
  </property>
  <property fmtid="{D5CDD505-2E9C-101B-9397-08002B2CF9AE}" pid="11" name="TemplafyLanguageCode">
    <vt:lpwstr>en-US</vt:lpwstr>
  </property>
  <property fmtid="{D5CDD505-2E9C-101B-9397-08002B2CF9AE}" pid="12" name="TemplafyFromBlank">
    <vt:bool>false</vt:bool>
  </property>
  <property fmtid="{D5CDD505-2E9C-101B-9397-08002B2CF9AE}" pid="13" name="MediaServiceImageTags">
    <vt:lpwstr/>
  </property>
</Properties>
</file>