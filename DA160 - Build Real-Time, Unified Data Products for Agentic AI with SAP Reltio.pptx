
<file path=[Content_Types].xml><?xml version="1.0" encoding="utf-8"?>
<Types xmlns="http://schemas.openxmlformats.org/package/2006/content-types">
  <Default Extension="bin" ContentType="image/pn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notesSlides/notesSlide3.xml" ContentType="application/vnd.openxmlformats-officedocument.presentationml.notesSlide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733" r:id="rId34"/>
  </p:sldMasterIdLst>
  <p:notesMasterIdLst>
    <p:notesMasterId r:id="rId55"/>
  </p:notesMasterIdLst>
  <p:handoutMasterIdLst>
    <p:handoutMasterId r:id="rId56"/>
  </p:handoutMasterIdLst>
  <p:sldIdLst>
    <p:sldId id="2147483292" r:id="rId35"/>
    <p:sldId id="2147483282" r:id="rId36"/>
    <p:sldId id="2147483304" r:id="rId37"/>
    <p:sldId id="2147483306" r:id="rId38"/>
    <p:sldId id="2147483305" r:id="rId39"/>
    <p:sldId id="2147483309" r:id="rId40"/>
    <p:sldId id="2147483307" r:id="rId41"/>
    <p:sldId id="2147483274" r:id="rId42"/>
    <p:sldId id="2147483308" r:id="rId43"/>
    <p:sldId id="2147483275" r:id="rId44"/>
    <p:sldId id="2147483311" r:id="rId45"/>
    <p:sldId id="2147483312" r:id="rId46"/>
    <p:sldId id="2147483313" r:id="rId47"/>
    <p:sldId id="2147483310" r:id="rId48"/>
    <p:sldId id="2153" r:id="rId49"/>
    <p:sldId id="2147483279" r:id="rId50"/>
    <p:sldId id="2147483286" r:id="rId51"/>
    <p:sldId id="2147483290" r:id="rId52"/>
    <p:sldId id="2183" r:id="rId53"/>
    <p:sldId id="2127" r:id="rId54"/>
  </p:sldIdLst>
  <p:sldSz cx="12195175" cy="6858000"/>
  <p:notesSz cx="6858000" cy="9144000"/>
  <p:embeddedFontLst>
    <p:embeddedFont>
      <p:font typeface="72 Brand" panose="02000000000000000000" pitchFamily="2" charset="0"/>
      <p:regular r:id=""/>
      <p:bold r:id=""/>
      <p:italic r:id=""/>
      <p:boldItalic r:id=""/>
    </p:embeddedFont>
    <p:embeddedFont>
      <p:font typeface="72 Brand Medium" panose="020B0604030603020204" pitchFamily="34" charset="0"/>
      <p:regular r:id=""/>
      <p:italic r:id=""/>
    </p:embeddedFont>
    <p:embeddedFont>
      <p:font typeface="Libre Franklin" pitchFamily="2" charset="77"/>
      <p:regular r:id=""/>
      <p:bold r:id=""/>
      <p:italic r:id=""/>
      <p:boldItalic r:id=""/>
    </p:embeddedFont>
    <p:embeddedFont>
      <p:font typeface="Libre Franklin ExtraLight" pitchFamily="2" charset="77"/>
      <p:regular r:id=""/>
      <p:italic r:id=""/>
    </p:embeddedFont>
    <p:embeddedFont>
      <p:font typeface="Libre Franklin Medium" pitchFamily="2" charset="77"/>
      <p:regular r:id=""/>
      <p:italic r:id=""/>
    </p:embeddedFont>
  </p:embeddedFontLst>
  <p:custDataLst>
    <p:tags r:id="rId57"/>
  </p:custDataLst>
  <p:defaultTextStyle>
    <a:defPPr>
      <a:defRPr lang="de-DE"/>
    </a:defPPr>
    <a:lvl1pPr marL="0" algn="l" defTabSz="1088776" rtl="0" eaLnBrk="1" latinLnBrk="0" hangingPunct="1">
      <a:defRPr lang="de-DE" sz="2100" kern="1200">
        <a:solidFill>
          <a:schemeClr val="tx1"/>
        </a:solidFill>
        <a:latin typeface="Arial"/>
        <a:ea typeface="+mn-ea"/>
        <a:cs typeface="+mn-cs"/>
      </a:defRPr>
    </a:lvl1pPr>
    <a:lvl2pPr marL="544388" algn="l" defTabSz="1088776" rtl="0" eaLnBrk="1" latinLnBrk="0" hangingPunct="1">
      <a:buClr>
        <a:srgbClr val="FDB913"/>
      </a:buClr>
      <a:buSzPct val="100000"/>
      <a:buFont typeface="wingdings"/>
      <a:buChar char=""/>
      <a:defRPr lang="de-DE" sz="2100" kern="1200">
        <a:solidFill>
          <a:schemeClr val="tx1"/>
        </a:solidFill>
        <a:latin typeface="Arial"/>
        <a:ea typeface="+mn-ea"/>
        <a:cs typeface="+mn-cs"/>
      </a:defRPr>
    </a:lvl2pPr>
    <a:lvl3pPr marL="1088776" algn="l" defTabSz="1088776" rtl="0" eaLnBrk="1" latinLnBrk="0" hangingPunct="1">
      <a:buClr>
        <a:srgbClr val="666666"/>
      </a:buClr>
      <a:buSzPct val="80000"/>
      <a:buFont typeface="Wingdings"/>
      <a:buChar char="n"/>
      <a:defRPr lang="de-DE" sz="1700" kern="1200">
        <a:solidFill>
          <a:schemeClr val="tx1"/>
        </a:solidFill>
        <a:latin typeface="Arial"/>
        <a:ea typeface="+mn-ea"/>
        <a:cs typeface="+mn-cs"/>
      </a:defRPr>
    </a:lvl3pPr>
    <a:lvl4pPr marL="1633164" algn="l" defTabSz="1088776" rtl="0" eaLnBrk="1" latinLnBrk="0" hangingPunct="1">
      <a:buClr>
        <a:srgbClr val="666666"/>
      </a:buClr>
      <a:buSzPct val="80000"/>
      <a:buFont typeface="Arial"/>
      <a:buChar char=""/>
      <a:defRPr lang="de-DE" sz="1400" kern="1200">
        <a:solidFill>
          <a:schemeClr val="tx1"/>
        </a:solidFill>
        <a:latin typeface="Arial"/>
        <a:ea typeface="+mn-ea"/>
        <a:cs typeface="+mn-cs"/>
      </a:defRPr>
    </a:lvl4pPr>
    <a:lvl5pPr marL="2177552" algn="l" defTabSz="1088776" rtl="0" eaLnBrk="1" latinLnBrk="0" hangingPunct="1">
      <a:buClr>
        <a:srgbClr val="666666"/>
      </a:buClr>
      <a:buSzPct val="80000"/>
      <a:buFont typeface="Arial"/>
      <a:buChar char=""/>
      <a:defRPr lang="de-DE" sz="1200" kern="1200">
        <a:solidFill>
          <a:schemeClr val="tx1"/>
        </a:solidFill>
        <a:latin typeface="Arial"/>
        <a:ea typeface="+mn-ea"/>
        <a:cs typeface="+mn-cs"/>
      </a:defRPr>
    </a:lvl5pPr>
    <a:lvl6pPr marL="2721940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scaleToFitPaper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828C9"/>
    <a:srgbClr val="470CED"/>
    <a:srgbClr val="9B76FF"/>
    <a:srgbClr val="A9B4BE"/>
    <a:srgbClr val="9876FF"/>
    <a:srgbClr val="7F7F7F"/>
    <a:srgbClr val="ECED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D5ABB26-0587-4C30-8999-92F81FD0307C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26" autoAdjust="0"/>
    <p:restoredTop sz="96081" autoAdjust="0"/>
  </p:normalViewPr>
  <p:slideViewPr>
    <p:cSldViewPr snapToGrid="0" showGuides="1">
      <p:cViewPr varScale="1">
        <p:scale>
          <a:sx n="114" d="100"/>
          <a:sy n="114" d="100"/>
        </p:scale>
        <p:origin x="696" y="176"/>
      </p:cViewPr>
      <p:guideLst/>
    </p:cSldViewPr>
  </p:slideViewPr>
  <p:outlineViewPr>
    <p:cViewPr>
      <p:scale>
        <a:sx n="33" d="100"/>
        <a:sy n="33" d="100"/>
      </p:scale>
      <p:origin x="0" y="-312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-5026"/>
    </p:cViewPr>
  </p:sorterViewPr>
  <p:notesViewPr>
    <p:cSldViewPr snapToGrid="0" showGuides="1">
      <p:cViewPr varScale="1">
        <p:scale>
          <a:sx n="161" d="100"/>
          <a:sy n="161" d="100"/>
        </p:scale>
        <p:origin x="4216" y="20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26" Type="http://schemas.openxmlformats.org/officeDocument/2006/relationships/customXml" Target="../customXml/item26.xml"/><Relationship Id="rId39" Type="http://schemas.openxmlformats.org/officeDocument/2006/relationships/slide" Target="slides/slide5.xml"/><Relationship Id="rId21" Type="http://schemas.openxmlformats.org/officeDocument/2006/relationships/customXml" Target="../customXml/item21.xml"/><Relationship Id="rId34" Type="http://schemas.openxmlformats.org/officeDocument/2006/relationships/slideMaster" Target="slideMasters/slideMaster1.xml"/><Relationship Id="rId42" Type="http://schemas.openxmlformats.org/officeDocument/2006/relationships/slide" Target="slides/slide8.xml"/><Relationship Id="rId47" Type="http://schemas.openxmlformats.org/officeDocument/2006/relationships/slide" Target="slides/slide13.xml"/><Relationship Id="rId50" Type="http://schemas.openxmlformats.org/officeDocument/2006/relationships/slide" Target="slides/slide16.xml"/><Relationship Id="rId55" Type="http://schemas.openxmlformats.org/officeDocument/2006/relationships/notesMaster" Target="notesMasters/notesMaster1.xml"/><Relationship Id="rId7" Type="http://schemas.openxmlformats.org/officeDocument/2006/relationships/customXml" Target="../customXml/item7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9" Type="http://schemas.openxmlformats.org/officeDocument/2006/relationships/customXml" Target="../customXml/item29.xml"/><Relationship Id="rId11" Type="http://schemas.openxmlformats.org/officeDocument/2006/relationships/customXml" Target="../customXml/item11.xml"/><Relationship Id="rId24" Type="http://schemas.openxmlformats.org/officeDocument/2006/relationships/customXml" Target="../customXml/item24.xml"/><Relationship Id="rId32" Type="http://schemas.openxmlformats.org/officeDocument/2006/relationships/customXml" Target="../customXml/item32.xml"/><Relationship Id="rId37" Type="http://schemas.openxmlformats.org/officeDocument/2006/relationships/slide" Target="slides/slide3.xml"/><Relationship Id="rId40" Type="http://schemas.openxmlformats.org/officeDocument/2006/relationships/slide" Target="slides/slide6.xml"/><Relationship Id="rId45" Type="http://schemas.openxmlformats.org/officeDocument/2006/relationships/slide" Target="slides/slide11.xml"/><Relationship Id="rId53" Type="http://schemas.openxmlformats.org/officeDocument/2006/relationships/slide" Target="slides/slide19.xml"/><Relationship Id="rId58" Type="http://schemas.openxmlformats.org/officeDocument/2006/relationships/presProps" Target="presProps.xml"/><Relationship Id="rId5" Type="http://schemas.openxmlformats.org/officeDocument/2006/relationships/customXml" Target="../customXml/item5.xml"/><Relationship Id="rId61" Type="http://schemas.openxmlformats.org/officeDocument/2006/relationships/tableStyles" Target="tableStyles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slide" Target="slides/slide1.xml"/><Relationship Id="rId43" Type="http://schemas.openxmlformats.org/officeDocument/2006/relationships/slide" Target="slides/slide9.xml"/><Relationship Id="rId48" Type="http://schemas.openxmlformats.org/officeDocument/2006/relationships/slide" Target="slides/slide14.xml"/><Relationship Id="rId56" Type="http://schemas.openxmlformats.org/officeDocument/2006/relationships/handoutMaster" Target="handoutMasters/handoutMaster1.xml"/><Relationship Id="rId8" Type="http://schemas.openxmlformats.org/officeDocument/2006/relationships/customXml" Target="../customXml/item8.xml"/><Relationship Id="rId51" Type="http://schemas.openxmlformats.org/officeDocument/2006/relationships/slide" Target="slides/slide17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slide" Target="slides/slide4.xml"/><Relationship Id="rId46" Type="http://schemas.openxmlformats.org/officeDocument/2006/relationships/slide" Target="slides/slide12.xml"/><Relationship Id="rId59" Type="http://schemas.openxmlformats.org/officeDocument/2006/relationships/viewProps" Target="viewProps.xml"/><Relationship Id="rId20" Type="http://schemas.openxmlformats.org/officeDocument/2006/relationships/customXml" Target="../customXml/item20.xml"/><Relationship Id="rId41" Type="http://schemas.openxmlformats.org/officeDocument/2006/relationships/slide" Target="slides/slide7.xml"/><Relationship Id="rId54" Type="http://schemas.openxmlformats.org/officeDocument/2006/relationships/slide" Target="slides/slide20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slide" Target="slides/slide2.xml"/><Relationship Id="rId49" Type="http://schemas.openxmlformats.org/officeDocument/2006/relationships/slide" Target="slides/slide15.xml"/><Relationship Id="rId57" Type="http://schemas.openxmlformats.org/officeDocument/2006/relationships/tags" Target="tags/tag1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slide" Target="slides/slide10.xml"/><Relationship Id="rId52" Type="http://schemas.openxmlformats.org/officeDocument/2006/relationships/slide" Target="slides/slide18.xml"/><Relationship Id="rId60" Type="http://schemas.openxmlformats.org/officeDocument/2006/relationships/theme" Target="theme/theme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194310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algn="ctr"/>
            <a:fld id="{47855BD9-AF71-426C-9B9B-B0E52B88852E}" type="slidenum">
              <a:rPr lang="de-DE" sz="1000" smtClean="0">
                <a:latin typeface="72 Brand" panose="020B0504030603020204" pitchFamily="34" charset="0"/>
              </a:rPr>
              <a:pPr algn="ctr"/>
              <a:t>‹#›</a:t>
            </a:fld>
            <a:endParaRPr lang="de-DE" sz="100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99324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47688" y="612775"/>
            <a:ext cx="5762625" cy="32416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49000" y="4120162"/>
            <a:ext cx="5760000" cy="456356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57512" y="8935722"/>
            <a:ext cx="942976" cy="20535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800" b="0" i="0">
                <a:latin typeface="72 Brand" panose="020B0504030603020204" pitchFamily="34" charset="0"/>
              </a:defRPr>
            </a:lvl1pPr>
          </a:lstStyle>
          <a:p>
            <a:fld id="{7D8C2C35-2B8A-446E-BEC0-FD36716C29AC}" type="slidenum">
              <a:rPr lang="en-DE" smtClean="0"/>
              <a:pPr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47385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88776" rtl="0" eaLnBrk="1" latinLnBrk="0" hangingPunct="1"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1pPr>
    <a:lvl2pPr marL="180000" indent="-180000" algn="l" defTabSz="1088776" rtl="0" eaLnBrk="1" latinLnBrk="0" hangingPunct="1">
      <a:buClr>
        <a:schemeClr val="accent1"/>
      </a:buClr>
      <a:buSzPct val="100000"/>
      <a:buFont typeface="Wingdings" pitchFamily="2" charset="2"/>
      <a:buChar char=""/>
      <a:defRPr sz="14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2pPr>
    <a:lvl3pPr marL="360000" indent="-180000" algn="l" defTabSz="1088776" rtl="0" eaLnBrk="1" latinLnBrk="0" hangingPunct="1">
      <a:buClr>
        <a:schemeClr val="accent2"/>
      </a:buClr>
      <a:buSzPct val="80000"/>
      <a:buFont typeface="Symbol" pitchFamily="18" charset="2"/>
      <a:buChar char="-"/>
      <a:defRPr sz="1200" b="0" i="0" kern="1200">
        <a:solidFill>
          <a:schemeClr val="tx1"/>
        </a:solidFill>
        <a:latin typeface="72 Brand" panose="020B0504030603020204" pitchFamily="34" charset="0"/>
        <a:ea typeface="+mn-ea"/>
        <a:cs typeface="+mn-cs"/>
      </a:defRPr>
    </a:lvl3pPr>
    <a:lvl4pPr marL="674815" indent="-158780" algn="l" defTabSz="1088776" rtl="0" eaLnBrk="1" latinLnBrk="0" hangingPunct="1">
      <a:buClr>
        <a:schemeClr val="accent2"/>
      </a:buClr>
      <a:buFont typeface="Arial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177552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2721940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3266328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3810716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4355104" algn="l" defTabSz="1088776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06CD5-2D06-CC0D-0E3E-3EA77FECC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64104B-D7D0-5F65-50B1-9B810463CE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F8FE1A-F16E-09C4-E54A-2A58CB667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3FE28F-ECDC-AF1A-BF46-ECDA9503B4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15628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370539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17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548518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69126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19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147141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8C2C35-2B8A-446E-BEC0-FD36716C29AC}" type="slidenum">
              <a:rPr lang="en-DE" smtClean="0"/>
              <a:pPr/>
              <a:t>20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0572195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9.sv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13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8.pn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31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hyperlink" Target="https://brand.sap.com/" TargetMode="External"/><Relationship Id="rId2" Type="http://schemas.openxmlformats.org/officeDocument/2006/relationships/hyperlink" Target="https://brand.sap.com/media-library/index.html#/" TargetMode="External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brand.sap.com/writing-assistant" TargetMode="External"/><Relationship Id="rId4" Type="http://schemas.openxmlformats.org/officeDocument/2006/relationships/hyperlink" Target="https://brand.sap.com/naming-center#/dashboard" TargetMode="Externa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7.png"/><Relationship Id="rId4" Type="http://schemas.openxmlformats.org/officeDocument/2006/relationships/image" Target="../media/image34.bin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PROGRAM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B522FD7-34BA-927B-D618-5CD508C33B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6146137" cy="997196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4DFEDD09-89E3-C1C8-D68C-F1BA5CE2BE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0" y="5994000"/>
            <a:ext cx="1769400" cy="360000"/>
          </a:xfrm>
          <a:prstGeom prst="rect">
            <a:avLst/>
          </a:prstGeom>
        </p:spPr>
      </p:pic>
      <p:sp>
        <p:nvSpPr>
          <p:cNvPr id="8" name="Text placeholder - column 1">
            <a:extLst>
              <a:ext uri="{FF2B5EF4-FFF2-40B4-BE49-F238E27FC236}">
                <a16:creationId xmlns:a16="http://schemas.microsoft.com/office/drawing/2014/main" id="{786EF529-E051-CFA5-5B3F-052C53E47E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3238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9" name="Text placeholder - column 1">
            <a:extLst>
              <a:ext uri="{FF2B5EF4-FFF2-40B4-BE49-F238E27FC236}">
                <a16:creationId xmlns:a16="http://schemas.microsoft.com/office/drawing/2014/main" id="{AE6562C8-EA7A-7D19-DC5A-007433814CF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3238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F57C2EE1-F4E5-7002-410A-84F69E97DC5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4000" y="504000"/>
            <a:ext cx="1520190" cy="46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79940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704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BERLIN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B522FD7-34BA-927B-D618-5CD508C33B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6146137" cy="997196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5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4DFEDD09-89E3-C1C8-D68C-F1BA5CE2BE0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0" y="5994000"/>
            <a:ext cx="1769400" cy="360000"/>
          </a:xfrm>
          <a:prstGeom prst="rect">
            <a:avLst/>
          </a:prstGeom>
        </p:spPr>
      </p:pic>
      <p:sp>
        <p:nvSpPr>
          <p:cNvPr id="8" name="Text placeholder - column 1">
            <a:extLst>
              <a:ext uri="{FF2B5EF4-FFF2-40B4-BE49-F238E27FC236}">
                <a16:creationId xmlns:a16="http://schemas.microsoft.com/office/drawing/2014/main" id="{786EF529-E051-CFA5-5B3F-052C53E47E5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3238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9" name="Text placeholder - column 1">
            <a:extLst>
              <a:ext uri="{FF2B5EF4-FFF2-40B4-BE49-F238E27FC236}">
                <a16:creationId xmlns:a16="http://schemas.microsoft.com/office/drawing/2014/main" id="{AE6562C8-EA7A-7D19-DC5A-007433814CF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3238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F28DFFBA-0EED-8439-DC58-7549746EBE0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4000" y="504000"/>
            <a:ext cx="1520190" cy="46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51165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704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3238" y="2706317"/>
            <a:ext cx="6146137" cy="997196"/>
          </a:xfrm>
        </p:spPr>
        <p:txBody>
          <a:bodyPr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7" name="Picture 8" descr="A black and white logo&#10;&#10;AI-generated content may be incorrect.">
            <a:extLst>
              <a:ext uri="{FF2B5EF4-FFF2-40B4-BE49-F238E27FC236}">
                <a16:creationId xmlns:a16="http://schemas.microsoft.com/office/drawing/2014/main" id="{614C4CD1-CA16-667F-1324-FFDCB5364CC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650" y="5994000"/>
            <a:ext cx="1769400" cy="360000"/>
          </a:xfrm>
          <a:prstGeom prst="rect">
            <a:avLst/>
          </a:prstGeom>
        </p:spPr>
      </p:pic>
      <p:sp>
        <p:nvSpPr>
          <p:cNvPr id="13" name="Text placeholder - column 1">
            <a:extLst>
              <a:ext uri="{FF2B5EF4-FFF2-40B4-BE49-F238E27FC236}">
                <a16:creationId xmlns:a16="http://schemas.microsoft.com/office/drawing/2014/main" id="{9D147CEE-58B3-593B-5622-25B0A97FB79C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03238" y="4027469"/>
            <a:ext cx="4271575" cy="50343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None/>
              <a:tabLst/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Speaker Name, SAP</a:t>
            </a:r>
          </a:p>
          <a:p>
            <a:pPr lvl="0"/>
            <a:r>
              <a:rPr lang="en-US" dirty="0"/>
              <a:t>Speaker Name 2, SAP</a:t>
            </a:r>
          </a:p>
        </p:txBody>
      </p:sp>
      <p:sp>
        <p:nvSpPr>
          <p:cNvPr id="14" name="Text placeholder - column 1">
            <a:extLst>
              <a:ext uri="{FF2B5EF4-FFF2-40B4-BE49-F238E27FC236}">
                <a16:creationId xmlns:a16="http://schemas.microsoft.com/office/drawing/2014/main" id="{21376C50-27A5-3F57-3C0C-65BF638BF48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03238" y="4623706"/>
            <a:ext cx="4271575" cy="231153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1088558" rtl="0" eaLnBrk="1" fontAlgn="auto" latinLnBrk="0" hangingPunct="1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Tx/>
              <a:buSzPct val="80000"/>
              <a:buFont typeface="72 Brand" panose="02000000000000000000" pitchFamily="2" charset="0"/>
              <a:buChar char="​"/>
              <a:tabLst/>
              <a:defRPr/>
            </a:pPr>
            <a:r>
              <a:rPr lang="en-US"/>
              <a:t>Month Year</a:t>
            </a:r>
          </a:p>
        </p:txBody>
      </p:sp>
      <p:pic>
        <p:nvPicPr>
          <p:cNvPr id="17" name="Grafik 16" descr="Ein Bild, das Kreativität enthält.&#10;&#10;KI-generierte Inhalte können fehlerhaft sein.">
            <a:extLst>
              <a:ext uri="{FF2B5EF4-FFF2-40B4-BE49-F238E27FC236}">
                <a16:creationId xmlns:a16="http://schemas.microsoft.com/office/drawing/2014/main" id="{E86B94FA-55E0-E124-51CC-F9DB00F4AEC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4456" y="1049819"/>
            <a:ext cx="914919" cy="89954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A49BC91-D674-5C87-003F-88B6B2F601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815571" y="4966284"/>
            <a:ext cx="1779235" cy="520947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61777F3A-13DE-2F3E-CADF-8DEFD30B5A7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959107" y="1708714"/>
            <a:ext cx="1478684" cy="432948"/>
          </a:xfrm>
          <a:prstGeom prst="rect">
            <a:avLst/>
          </a:prstGeom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A4B81961-2AAD-F5C6-1C25-3BC153AE9A0F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04000" y="504000"/>
            <a:ext cx="1520190" cy="464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257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 userDrawn="1">
          <p15:clr>
            <a:srgbClr val="FBAE40"/>
          </p15:clr>
        </p15:guide>
        <p15:guide id="3" orient="horz" pos="2688" userDrawn="1">
          <p15:clr>
            <a:srgbClr val="FBAE40"/>
          </p15:clr>
        </p15:guide>
        <p15:guide id="4" orient="horz" pos="2334" userDrawn="1">
          <p15:clr>
            <a:srgbClr val="FBAE40"/>
          </p15:clr>
        </p15:guide>
        <p15:guide id="5" orient="horz" pos="299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genda title"/>
          <p:cNvSpPr>
            <a:spLocks noGrp="1"/>
          </p:cNvSpPr>
          <p:nvPr>
            <p:ph type="title" hasCustomPrompt="1"/>
          </p:nvPr>
        </p:nvSpPr>
        <p:spPr>
          <a:xfrm>
            <a:off x="504000" y="505381"/>
            <a:ext cx="11186476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5" name="Text placeholder">
            <a:extLst>
              <a:ext uri="{FF2B5EF4-FFF2-40B4-BE49-F238E27FC236}">
                <a16:creationId xmlns:a16="http://schemas.microsoft.com/office/drawing/2014/main" id="{8E82BE2B-69B2-5121-2AA4-8473C53F0CF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0" y="1548000"/>
            <a:ext cx="11186477" cy="4804619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defRPr/>
            </a:lvl3pPr>
            <a:lvl4pPr marL="252000" indent="-252000">
              <a:defRPr/>
            </a:lvl4pPr>
            <a:lvl5pPr marL="285750" indent="-285750">
              <a:defRPr/>
            </a:lvl5pPr>
            <a:lvl6pPr marL="252000" indent="-252000">
              <a:defRPr/>
            </a:lvl6pPr>
            <a:lvl7pPr marL="171450" indent="-171450">
              <a:defRPr/>
            </a:lvl7pPr>
            <a:lvl8pPr marL="252000" indent="-252000">
              <a:defRPr/>
            </a:lvl8pPr>
            <a:lvl9pPr marL="857250" indent="-857250">
              <a:defRPr/>
            </a:lvl9pPr>
          </a:lstStyle>
          <a:p>
            <a:pPr lvl="0"/>
            <a:r>
              <a:rPr lang="en-US" dirty="0"/>
              <a:t>Agenda Item/Divider Headline</a:t>
            </a:r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73B8396E-6011-3F08-15E2-C30BF2D37C7E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59360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6" userDrawn="1">
          <p15:clr>
            <a:srgbClr val="FBAE40"/>
          </p15:clr>
        </p15:guide>
        <p15:guide id="5" orient="horz" pos="551" userDrawn="1">
          <p15:clr>
            <a:srgbClr val="FBAE40"/>
          </p15:clr>
        </p15:guide>
        <p15:guide id="6" orient="horz" pos="399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B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 title">
            <a:extLst>
              <a:ext uri="{FF2B5EF4-FFF2-40B4-BE49-F238E27FC236}">
                <a16:creationId xmlns:a16="http://schemas.microsoft.com/office/drawing/2014/main" id="{C76D203B-1FA5-4F78-E166-9F9D19E1C6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1" y="505381"/>
            <a:ext cx="7373174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603D31A1-860E-07F5-25F1-D60C2D4C3D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1" y="1548000"/>
            <a:ext cx="7373174" cy="4805175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defRPr/>
            </a:lvl3pPr>
            <a:lvl4pPr marL="252000" indent="-252000">
              <a:defRPr/>
            </a:lvl4pPr>
            <a:lvl5pPr marL="285750" indent="-285750">
              <a:defRPr/>
            </a:lvl5pPr>
            <a:lvl6pPr marL="252000" indent="-252000">
              <a:defRPr/>
            </a:lvl6pPr>
            <a:lvl7pPr marL="171450" indent="-171450">
              <a:defRPr/>
            </a:lvl7pPr>
            <a:lvl8pPr marL="252000" indent="-252000">
              <a:defRPr/>
            </a:lvl8pPr>
            <a:lvl9pPr marL="857250" indent="-857250">
              <a:defRPr/>
            </a:lvl9pPr>
          </a:lstStyle>
          <a:p>
            <a:pPr lvl="0"/>
            <a:r>
              <a:rPr lang="en-US" dirty="0"/>
              <a:t>Agenda Item/Divider Headline</a:t>
            </a:r>
          </a:p>
        </p:txBody>
      </p:sp>
    </p:spTree>
    <p:extLst>
      <p:ext uri="{BB962C8B-B14F-4D97-AF65-F5344CB8AC3E}">
        <p14:creationId xmlns:p14="http://schemas.microsoft.com/office/powerpoint/2010/main" val="36594723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6">
          <p15:clr>
            <a:srgbClr val="FBAE40"/>
          </p15:clr>
        </p15:guide>
        <p15:guide id="5" orient="horz" pos="551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C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genda title">
            <a:extLst>
              <a:ext uri="{FF2B5EF4-FFF2-40B4-BE49-F238E27FC236}">
                <a16:creationId xmlns:a16="http://schemas.microsoft.com/office/drawing/2014/main" id="{C76D203B-1FA5-4F78-E166-9F9D19E1C68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1" y="505381"/>
            <a:ext cx="7373174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603D31A1-860E-07F5-25F1-D60C2D4C3D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4001" y="1548000"/>
            <a:ext cx="7373174" cy="4805175"/>
          </a:xfrm>
        </p:spPr>
        <p:txBody>
          <a:bodyPr/>
          <a:lstStyle>
            <a:lvl1pPr marL="0" indent="0">
              <a:buFont typeface="Arial" panose="020B0604020202020204" pitchFamily="34" charset="0"/>
              <a:buChar char="​"/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>
              <a:defRPr lang="en-US" sz="1400" b="0" i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defRPr/>
            </a:lvl3pPr>
            <a:lvl4pPr marL="252000" indent="-252000">
              <a:defRPr/>
            </a:lvl4pPr>
            <a:lvl5pPr marL="285750" indent="-285750">
              <a:defRPr/>
            </a:lvl5pPr>
            <a:lvl6pPr marL="252000" indent="-252000">
              <a:defRPr/>
            </a:lvl6pPr>
            <a:lvl7pPr marL="171450" indent="-171450">
              <a:defRPr/>
            </a:lvl7pPr>
            <a:lvl8pPr marL="252000" indent="-252000">
              <a:defRPr/>
            </a:lvl8pPr>
            <a:lvl9pPr marL="857250" indent="-857250">
              <a:defRPr/>
            </a:lvl9pPr>
          </a:lstStyle>
          <a:p>
            <a:pPr lvl="0"/>
            <a:r>
              <a:rPr lang="en-US" dirty="0"/>
              <a:t>Agenda Item/Divider Headline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78FB4D86-827B-C955-467C-5E03B7722774}"/>
              </a:ext>
            </a:extLst>
          </p:cNvPr>
          <p:cNvSpPr txBox="1"/>
          <p:nvPr userDrawn="1"/>
        </p:nvSpPr>
        <p:spPr>
          <a:xfrm>
            <a:off x="10469366" y="482885"/>
            <a:ext cx="65" cy="215444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endParaRPr lang="de-DE" sz="1400" kern="0" err="1"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620929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6">
          <p15:clr>
            <a:srgbClr val="FBAE40"/>
          </p15:clr>
        </p15:guide>
        <p15:guide id="5" orient="horz" pos="551">
          <p15:clr>
            <a:srgbClr val="FBAE40"/>
          </p15:clr>
        </p15:guide>
        <p15:guide id="6" orient="horz" pos="399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A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 text">
            <a:extLst>
              <a:ext uri="{FF2B5EF4-FFF2-40B4-BE49-F238E27FC236}">
                <a16:creationId xmlns:a16="http://schemas.microsoft.com/office/drawing/2014/main" id="{C50D8627-0891-7011-51F9-5F0EFE3B31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04000" y="2830265"/>
            <a:ext cx="7388249" cy="1197469"/>
          </a:xfrm>
        </p:spPr>
        <p:txBody>
          <a:bodyPr anchor="ctr" anchorCtr="0">
            <a:noAutofit/>
          </a:bodyPr>
          <a:lstStyle>
            <a:lvl1pPr>
              <a:defRPr sz="44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399E59-3AA9-5516-1877-1DD16102489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15571" y="4989239"/>
            <a:ext cx="1779235" cy="520947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04377FA5-352B-9632-FC21-3804CE9BDB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504000" y="1708714"/>
            <a:ext cx="1478684" cy="4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71299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216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Page B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ivider text">
            <a:extLst>
              <a:ext uri="{FF2B5EF4-FFF2-40B4-BE49-F238E27FC236}">
                <a16:creationId xmlns:a16="http://schemas.microsoft.com/office/drawing/2014/main" id="{C50D8627-0891-7011-51F9-5F0EFE3B31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black">
          <a:xfrm>
            <a:off x="504000" y="2830265"/>
            <a:ext cx="7388249" cy="1197469"/>
          </a:xfrm>
        </p:spPr>
        <p:txBody>
          <a:bodyPr anchor="ctr" anchorCtr="0">
            <a:noAutofit/>
          </a:bodyPr>
          <a:lstStyle>
            <a:lvl1pPr>
              <a:defRPr sz="44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r>
              <a:rPr lang="en-US" dirty="0"/>
              <a:t>Divider page</a:t>
            </a:r>
            <a:endParaRPr lang="de-DE" dirty="0"/>
          </a:p>
        </p:txBody>
      </p:sp>
      <p:pic>
        <p:nvPicPr>
          <p:cNvPr id="2" name="Grafik 1">
            <a:extLst>
              <a:ext uri="{FF2B5EF4-FFF2-40B4-BE49-F238E27FC236}">
                <a16:creationId xmlns:a16="http://schemas.microsoft.com/office/drawing/2014/main" id="{FFBD5D76-9B94-60DF-FE99-EC16000CA65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337374" y="5930411"/>
            <a:ext cx="1478684" cy="432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4594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2160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cial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767778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4" orient="horz" pos="865">
          <p15:clr>
            <a:srgbClr val="FBAE40"/>
          </p15:clr>
        </p15:guide>
        <p15:guide id="5" orient="horz" pos="1294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image, text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DF24811-363C-F655-8415-4749FBA8231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3174" cy="369332"/>
          </a:xfrm>
        </p:spPr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Text placeholder - column 2">
            <a:extLst>
              <a:ext uri="{FF2B5EF4-FFF2-40B4-BE49-F238E27FC236}">
                <a16:creationId xmlns:a16="http://schemas.microsoft.com/office/drawing/2014/main" id="{415C8346-21F7-9DA9-BFAA-30D09B4475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44333" y="1888442"/>
            <a:ext cx="4924337" cy="4228051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C7FDD697-9424-953C-44AF-986203176840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sp>
        <p:nvSpPr>
          <p:cNvPr id="8" name="Bildplatzhalter 6">
            <a:extLst>
              <a:ext uri="{FF2B5EF4-FFF2-40B4-BE49-F238E27FC236}">
                <a16:creationId xmlns:a16="http://schemas.microsoft.com/office/drawing/2014/main" id="{E28D954A-5A56-90C8-6DC3-DCB2DCA29C4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03238" y="1557337"/>
            <a:ext cx="5465762" cy="4795837"/>
          </a:xfrm>
          <a:prstGeom prst="roundRect">
            <a:avLst>
              <a:gd name="adj" fmla="val 6689"/>
            </a:avLst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5500357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5" orient="horz" pos="1294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i="0">
                <a:latin typeface="72 Brand Medium" panose="020B0504030603020204" pitchFamily="34" charset="0"/>
              </a:defRPr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3C19B51F-E605-CD11-8911-4AE4E40AA5D7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1582888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>
          <p15:clr>
            <a:srgbClr val="FBAE40"/>
          </p15:clr>
        </p15:guide>
        <p15:guide id="4" orient="horz" pos="55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11186477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Start typing to add text without a bullet point. To add a bullet point, place the cursor at the start of this line and press tab.</a:t>
            </a:r>
            <a:endParaRPr lang="en-US" noProof="0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000FB2C0-3A70-0145-5278-168360779501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293322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8" userDrawn="1">
          <p15:clr>
            <a:srgbClr val="FBAE40"/>
          </p15:clr>
        </p15:guide>
        <p15:guide id="5" orient="horz" pos="5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- column 2"/>
          <p:cNvSpPr>
            <a:spLocks noGrp="1"/>
          </p:cNvSpPr>
          <p:nvPr>
            <p:ph type="body" sz="quarter" idx="11" hasCustomPrompt="1"/>
          </p:nvPr>
        </p:nvSpPr>
        <p:spPr>
          <a:xfrm>
            <a:off x="6225477" y="1548000"/>
            <a:ext cx="5465000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465000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FEB1528E-7FDA-B8F1-2A84-B2BDEE108625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304814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tex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- column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6477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- column 2"/>
          <p:cNvSpPr>
            <a:spLocks noGrp="1"/>
          </p:cNvSpPr>
          <p:nvPr>
            <p:ph type="body" sz="quarter" idx="12" hasCustomPrompt="1"/>
          </p:nvPr>
        </p:nvSpPr>
        <p:spPr>
          <a:xfrm>
            <a:off x="4315238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- column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3564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3" name="Slide number">
            <a:extLst>
              <a:ext uri="{FF2B5EF4-FFF2-40B4-BE49-F238E27FC236}">
                <a16:creationId xmlns:a16="http://schemas.microsoft.com/office/drawing/2014/main" id="{9876B324-50CA-1AEB-C3AC-95B7A65BDFA8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8664163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image, text: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2"/>
          <p:cNvSpPr>
            <a:spLocks noGrp="1"/>
          </p:cNvSpPr>
          <p:nvPr>
            <p:ph type="body" sz="quarter" idx="13" hasCustomPrompt="1"/>
          </p:nvPr>
        </p:nvSpPr>
        <p:spPr>
          <a:xfrm>
            <a:off x="6221413" y="4770000"/>
            <a:ext cx="5469064" cy="15831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2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6225477" y="1548000"/>
            <a:ext cx="5465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770000"/>
            <a:ext cx="5465000" cy="15831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5465000" cy="279259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232592E4-804C-3253-1068-933C4F72DF74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049412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5" orient="horz" pos="2750" userDrawn="1">
          <p15:clr>
            <a:srgbClr val="FBAE40"/>
          </p15:clr>
        </p15:guide>
        <p15:guide id="6" orient="horz" pos="3004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image, text: 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3"/>
          <p:cNvSpPr>
            <a:spLocks noGrp="1"/>
          </p:cNvSpPr>
          <p:nvPr>
            <p:ph type="body" sz="quarter" idx="13" hasCustomPrompt="1"/>
          </p:nvPr>
        </p:nvSpPr>
        <p:spPr>
          <a:xfrm>
            <a:off x="8128000" y="4354921"/>
            <a:ext cx="3562477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3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8128000" y="1548000"/>
            <a:ext cx="3562477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2"/>
          <p:cNvSpPr>
            <a:spLocks noGrp="1"/>
          </p:cNvSpPr>
          <p:nvPr>
            <p:ph type="body" sz="quarter" idx="15" hasCustomPrompt="1"/>
          </p:nvPr>
        </p:nvSpPr>
        <p:spPr>
          <a:xfrm>
            <a:off x="4314824" y="4354921"/>
            <a:ext cx="3560763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2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4314826" y="1548000"/>
            <a:ext cx="3560762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1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4354921"/>
            <a:ext cx="3560000" cy="1998253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1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4000" y="1548000"/>
            <a:ext cx="3560000" cy="2294662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DC2A50B-84CE-588D-BC0D-03AC792760D2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276675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8" orient="horz" pos="551" userDrawn="1">
          <p15:clr>
            <a:srgbClr val="FBAE40"/>
          </p15:clr>
        </p15:guide>
        <p15:guide id="10" orient="horz" pos="2428" userDrawn="1">
          <p15:clr>
            <a:srgbClr val="FBAE40"/>
          </p15:clr>
        </p15:guide>
        <p15:guide id="11" orient="horz" pos="2743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image, text: 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- column 2"/>
          <p:cNvSpPr>
            <a:spLocks noGrp="1"/>
          </p:cNvSpPr>
          <p:nvPr>
            <p:ph type="body" sz="quarter" idx="13" hasCustomPrompt="1"/>
          </p:nvPr>
        </p:nvSpPr>
        <p:spPr>
          <a:xfrm>
            <a:off x="9099598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8" name="Picture Placeholder 4"/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9080501" y="1548000"/>
            <a:ext cx="2609976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13" name="Text placeholder - column 2"/>
          <p:cNvSpPr>
            <a:spLocks noGrp="1"/>
          </p:cNvSpPr>
          <p:nvPr>
            <p:ph type="body" sz="quarter" idx="17" hasCustomPrompt="1"/>
          </p:nvPr>
        </p:nvSpPr>
        <p:spPr>
          <a:xfrm>
            <a:off x="6234398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4" name="Picture Placeholder 4"/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6221413" y="1548000"/>
            <a:ext cx="2606675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9" name="Text placeholder - column 2"/>
          <p:cNvSpPr>
            <a:spLocks noGrp="1"/>
          </p:cNvSpPr>
          <p:nvPr>
            <p:ph type="body" sz="quarter" idx="15" hasCustomPrompt="1"/>
          </p:nvPr>
        </p:nvSpPr>
        <p:spPr>
          <a:xfrm>
            <a:off x="3369199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4"/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3362325" y="1548000"/>
            <a:ext cx="2606675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3" name="Text placeholder - column 2"/>
          <p:cNvSpPr>
            <a:spLocks noGrp="1"/>
          </p:cNvSpPr>
          <p:nvPr>
            <p:ph type="body" sz="quarter" idx="10" hasCustomPrompt="1"/>
          </p:nvPr>
        </p:nvSpPr>
        <p:spPr>
          <a:xfrm>
            <a:off x="503999" y="3877200"/>
            <a:ext cx="2590879" cy="2475975"/>
          </a:xfrm>
        </p:spPr>
        <p:txBody>
          <a:bodyPr/>
          <a:lstStyle>
            <a:lvl1pPr>
              <a:spcBef>
                <a:spcPts val="600"/>
              </a:spcBef>
              <a:defRPr sz="1800"/>
            </a:lvl1pPr>
            <a:lvl2pPr>
              <a:defRPr sz="1600"/>
            </a:lvl2pPr>
            <a:lvl3pPr>
              <a:defRPr sz="1400"/>
            </a:lvl3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03999" y="1548000"/>
            <a:ext cx="2605913" cy="1871663"/>
          </a:xfrm>
          <a:noFill/>
        </p:spPr>
        <p:txBody>
          <a:bodyPr vert="horz" lIns="0" tIns="180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 or pictogram</a:t>
            </a:r>
            <a:endParaRPr lang="de-DE"/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12401F1F-FF79-001F-ABCA-4DFC3B4530EE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805944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  <p15:guide id="5" orient="horz" pos="2160" userDrawn="1">
          <p15:clr>
            <a:srgbClr val="FBAE40"/>
          </p15:clr>
        </p15:guide>
        <p15:guide id="6" orient="horz" pos="2442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text, image (1/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7" name="Text Placeholder"/>
          <p:cNvSpPr>
            <a:spLocks noGrp="1"/>
          </p:cNvSpPr>
          <p:nvPr>
            <p:ph type="body" sz="quarter" idx="11" hasCustomPrompt="1"/>
          </p:nvPr>
        </p:nvSpPr>
        <p:spPr bwMode="black">
          <a:xfrm>
            <a:off x="503998" y="1548000"/>
            <a:ext cx="7371589" cy="480517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de-DE" dirty="0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7371589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0202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11" userDrawn="1">
          <p15:clr>
            <a:srgbClr val="FBAE40"/>
          </p15:clr>
        </p15:guide>
        <p15:guide id="5" orient="horz" pos="317" userDrawn="1">
          <p15:clr>
            <a:srgbClr val="FBAE40"/>
          </p15:clr>
        </p15:guide>
        <p15:guide id="6" orient="horz" pos="551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imag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0"/>
            <a:ext cx="12195175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453B90D7-F65B-FA3E-37CD-D51694E3DEAC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1397911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text,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21413" y="1557338"/>
            <a:ext cx="5469064" cy="4795837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screenshot</a:t>
            </a:r>
            <a:endParaRPr lang="de-DE"/>
          </a:p>
        </p:txBody>
      </p:sp>
      <p:sp>
        <p:nvSpPr>
          <p:cNvPr id="4" name="Text Placeholder"/>
          <p:cNvSpPr>
            <a:spLocks noGrp="1"/>
          </p:cNvSpPr>
          <p:nvPr>
            <p:ph type="body" sz="quarter" idx="10" hasCustomPrompt="1"/>
          </p:nvPr>
        </p:nvSpPr>
        <p:spPr>
          <a:xfrm>
            <a:off x="504000" y="1548000"/>
            <a:ext cx="5465000" cy="4806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noProof="0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2" name="Slide number">
            <a:extLst>
              <a:ext uri="{FF2B5EF4-FFF2-40B4-BE49-F238E27FC236}">
                <a16:creationId xmlns:a16="http://schemas.microsoft.com/office/drawing/2014/main" id="{5E84DBC1-090A-95E1-74B7-FAD0D3E09967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2872272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317" userDrawn="1">
          <p15:clr>
            <a:srgbClr val="FBAE40"/>
          </p15:clr>
        </p15:guide>
        <p15:guide id="7" orient="horz" pos="551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lin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"/>
          <p:cNvSpPr>
            <a:spLocks noGrp="1"/>
          </p:cNvSpPr>
          <p:nvPr>
            <p:ph idx="1" hasCustomPrompt="1"/>
          </p:nvPr>
        </p:nvSpPr>
        <p:spPr bwMode="gray">
          <a:xfrm>
            <a:off x="504000" y="1548000"/>
            <a:ext cx="11185200" cy="4805175"/>
          </a:xfrm>
          <a:noFill/>
        </p:spPr>
        <p:txBody>
          <a:bodyPr tIns="1368000"/>
          <a:lstStyle>
            <a:lvl1pPr algn="ctr">
              <a:defRPr sz="1400" b="0"/>
            </a:lvl1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60987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 userDrawn="1">
          <p15:clr>
            <a:srgbClr val="FBAE40"/>
          </p15:clr>
        </p15:guide>
        <p15:guide id="3" orient="horz" pos="551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55738" y="1509204"/>
            <a:ext cx="9282112" cy="3103520"/>
          </a:xfrm>
        </p:spPr>
        <p:txBody>
          <a:bodyPr anchor="b" anchorCtr="0">
            <a:noAutofit/>
          </a:bodyPr>
          <a:lstStyle>
            <a:lvl1pPr>
              <a:lnSpc>
                <a:spcPct val="10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“Add Quote. </a:t>
            </a:r>
            <a:r>
              <a:rPr lang="en-GB"/>
              <a:t>Lorem ipsum </a:t>
            </a:r>
            <a:r>
              <a:rPr lang="en-GB" err="1"/>
              <a:t>dolor</a:t>
            </a:r>
            <a:r>
              <a:rPr lang="en-GB"/>
              <a:t> sit </a:t>
            </a:r>
            <a:r>
              <a:rPr lang="en-GB" err="1"/>
              <a:t>amet</a:t>
            </a:r>
            <a:r>
              <a:rPr lang="en-GB"/>
              <a:t>, </a:t>
            </a:r>
            <a:r>
              <a:rPr lang="en-GB" err="1"/>
              <a:t>consetetur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sadipscing</a:t>
            </a:r>
            <a:r>
              <a:rPr lang="en-GB"/>
              <a:t> </a:t>
            </a:r>
            <a:r>
              <a:rPr lang="en-GB" err="1"/>
              <a:t>elitr</a:t>
            </a:r>
            <a:r>
              <a:rPr lang="en-GB"/>
              <a:t>, </a:t>
            </a:r>
            <a:r>
              <a:rPr lang="en-GB" err="1"/>
              <a:t>sed</a:t>
            </a:r>
            <a:r>
              <a:rPr lang="en-GB"/>
              <a:t> </a:t>
            </a:r>
            <a:r>
              <a:rPr lang="en-GB" err="1"/>
              <a:t>diam</a:t>
            </a:r>
            <a:r>
              <a:rPr lang="en-GB"/>
              <a:t> </a:t>
            </a:r>
            <a:r>
              <a:rPr lang="en-GB" err="1"/>
              <a:t>nonumy</a:t>
            </a:r>
            <a:r>
              <a:rPr lang="en-GB"/>
              <a:t> </a:t>
            </a:r>
            <a:r>
              <a:rPr lang="en-GB" err="1"/>
              <a:t>eirmod</a:t>
            </a:r>
            <a:r>
              <a:rPr lang="en-GB"/>
              <a:t> </a:t>
            </a:r>
            <a:r>
              <a:rPr lang="en-GB" err="1"/>
              <a:t>tempor</a:t>
            </a:r>
            <a:r>
              <a:rPr lang="en-GB"/>
              <a:t> </a:t>
            </a:r>
            <a:r>
              <a:rPr lang="en-GB" err="1"/>
              <a:t>invidunt.</a:t>
            </a:r>
            <a:r>
              <a:rPr lang="en-US" dirty="0"/>
              <a:t>”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F45BB20-CC77-71AE-A785-DCD42C2AEC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455738" y="4956960"/>
            <a:ext cx="9282112" cy="520700"/>
          </a:xfrm>
        </p:spPr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Speaker,</a:t>
            </a:r>
          </a:p>
          <a:p>
            <a:pPr lvl="0"/>
            <a:r>
              <a:rPr lang="en-GB" dirty="0"/>
              <a:t>Company, Role</a:t>
            </a:r>
            <a:endParaRPr lang="en-DE" dirty="0"/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5F0AAD8A-B1FC-600E-7D99-98736F5CDDB9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EEE0764F-F0E6-FCF5-6C3D-B8A4EF090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4337374" y="5842412"/>
            <a:ext cx="1779235" cy="520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8701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341">
          <p15:clr>
            <a:srgbClr val="FBAE40"/>
          </p15:clr>
        </p15:guide>
        <p15:guide id="7" orient="horz" pos="3475" userDrawn="1">
          <p15:clr>
            <a:srgbClr val="FBAE40"/>
          </p15:clr>
        </p15:guide>
        <p15:guide id="8" orient="horz" pos="323" userDrawn="1">
          <p15:clr>
            <a:srgbClr val="FBAE40"/>
          </p15:clr>
        </p15:guide>
        <p15:guide id="9" orient="horz" pos="550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 &amp; A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">
            <a:extLst>
              <a:ext uri="{FF2B5EF4-FFF2-40B4-BE49-F238E27FC236}">
                <a16:creationId xmlns:a16="http://schemas.microsoft.com/office/drawing/2014/main" id="{729E6C33-847C-5792-E2BD-5963C662EC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3238" y="2781300"/>
            <a:ext cx="4765675" cy="646112"/>
          </a:xfrm>
        </p:spPr>
        <p:txBody>
          <a:bodyPr anchor="ctr" anchorCtr="0">
            <a:noAutofit/>
          </a:bodyPr>
          <a:lstStyle>
            <a:lvl1pPr>
              <a:lnSpc>
                <a:spcPct val="10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What’s on your mind?</a:t>
            </a:r>
          </a:p>
        </p:txBody>
      </p:sp>
      <p:sp>
        <p:nvSpPr>
          <p:cNvPr id="14" name="Slide number">
            <a:extLst>
              <a:ext uri="{FF2B5EF4-FFF2-40B4-BE49-F238E27FC236}">
                <a16:creationId xmlns:a16="http://schemas.microsoft.com/office/drawing/2014/main" id="{5F0AAD8A-B1FC-600E-7D99-98736F5CDDB9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5DED969-77E2-26AA-CB6C-CBBE1D0882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03238" y="3725638"/>
            <a:ext cx="4765675" cy="393925"/>
          </a:xfrm>
        </p:spPr>
        <p:txBody>
          <a:bodyPr/>
          <a:lstStyle>
            <a:lvl1pPr>
              <a:defRPr sz="2000">
                <a:solidFill>
                  <a:schemeClr val="bg1"/>
                </a:solidFill>
              </a:defRPr>
            </a:lvl1pPr>
            <a:lvl5pPr>
              <a:defRPr/>
            </a:lvl5pPr>
          </a:lstStyle>
          <a:p>
            <a:pPr lvl="0"/>
            <a:r>
              <a:rPr lang="en-GB" dirty="0"/>
              <a:t>You ask, we answer.</a:t>
            </a:r>
          </a:p>
        </p:txBody>
      </p:sp>
    </p:spTree>
    <p:extLst>
      <p:ext uri="{BB962C8B-B14F-4D97-AF65-F5344CB8AC3E}">
        <p14:creationId xmlns:p14="http://schemas.microsoft.com/office/powerpoint/2010/main" val="1108744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341">
          <p15:clr>
            <a:srgbClr val="FBAE40"/>
          </p15:clr>
        </p15:guide>
        <p15:guide id="7" orient="horz" pos="1752" userDrawn="1">
          <p15:clr>
            <a:srgbClr val="FBAE40"/>
          </p15:clr>
        </p15:guide>
        <p15:guide id="8" orient="horz" pos="323">
          <p15:clr>
            <a:srgbClr val="FBAE40"/>
          </p15:clr>
        </p15:guide>
        <p15:guide id="9" orient="horz" pos="55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pyright Placeholder" descr="{&quot;templafy&quot;:{&quot;id&quot;:&quot;ba9fff8e-a26f-4604-9418-39eec7243848&quot;}}">
            <a:extLst>
              <a:ext uri="{FF2B5EF4-FFF2-40B4-BE49-F238E27FC236}">
                <a16:creationId xmlns:a16="http://schemas.microsoft.com/office/drawing/2014/main" id="{565E87ED-3DFA-D2CD-24E2-199538EC4F11}"/>
              </a:ext>
            </a:extLst>
          </p:cNvPr>
          <p:cNvSpPr txBox="1">
            <a:spLocks/>
          </p:cNvSpPr>
          <p:nvPr userDrawn="1"/>
        </p:nvSpPr>
        <p:spPr>
          <a:xfrm>
            <a:off x="504000" y="6145872"/>
            <a:ext cx="6704011" cy="208122"/>
          </a:xfrm>
          <a:prstGeom prst="rect">
            <a:avLst/>
          </a:prstGeom>
          <a:noFill/>
        </p:spPr>
        <p:txBody>
          <a:bodyPr lIns="0" tIns="0" rIns="0" bIns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>
                <a:schemeClr val="accent1"/>
              </a:buClr>
              <a:buSzPct val="80000"/>
              <a:buFontTx/>
              <a:buNone/>
              <a:defRPr sz="6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accent1"/>
              </a:buClr>
              <a:buSzPct val="100000"/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20000"/>
              <a:buFont typeface="Arial" pitchFamily="34" charset="0"/>
              <a:buChar char="▫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539892" indent="0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None/>
              <a:defRPr sz="1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Arial" panose="020B0604020202020204" pitchFamily="34" charset="0"/>
              <a:buNone/>
            </a:pPr>
            <a:r>
              <a:rPr lang="en-US">
                <a:solidFill>
                  <a:srgbClr val="A9B4BE"/>
                </a:solidFill>
                <a:latin typeface="72 Brand" panose="020B0504030603020204" pitchFamily="34" charset="0"/>
                <a:cs typeface="Arial" panose="020B0604020202020204" pitchFamily="34" charset="0"/>
              </a:rPr>
              <a:t>© 2026</a:t>
            </a:r>
            <a:r>
              <a:rPr lang="en-GB">
                <a:solidFill>
                  <a:srgbClr val="A9B4BE"/>
                </a:solidFill>
                <a:latin typeface="72 Brand" panose="020B0504030603020204" pitchFamily="34" charset="0"/>
              </a:rPr>
              <a:t> SAP SE or an SAP affiliate company. All rights reserved. See Legal Notice on www.sap.com/legal-notice for use terms, disclaimers, disclosures, or restrictions related to this material.</a:t>
            </a:r>
            <a:endParaRPr lang="en-US">
              <a:solidFill>
                <a:srgbClr val="A9B4BE"/>
              </a:solidFill>
              <a:latin typeface="72 Brand" panose="020B0504030603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LogoBlue-Dynamic" descr="{&quot;templafy&quot;:{&quot;id&quot;:&quot;90617327-e095-4f73-96d6-9f57f603f71c&quot;}}">
            <a:extLst>
              <a:ext uri="{FF2B5EF4-FFF2-40B4-BE49-F238E27FC236}">
                <a16:creationId xmlns:a16="http://schemas.microsoft.com/office/drawing/2014/main" id="{380C8CE1-5F08-0496-C85F-7E8DEB4E953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5665526"/>
            <a:ext cx="727192" cy="3600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0BE0289D-AD57-A93E-42DC-0CF0C908AD6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9920" y="3255555"/>
            <a:ext cx="5835333" cy="10651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09031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2" orient="horz" pos="970" userDrawn="1">
          <p15:clr>
            <a:srgbClr val="FBAE40"/>
          </p15:clr>
        </p15:guide>
        <p15:guide id="4" orient="horz" pos="1830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TIPS &amp; TRI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8A4BFCE-B81D-CBD1-C182-360E8B61B7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57173"/>
          <a:stretch/>
        </p:blipFill>
        <p:spPr>
          <a:xfrm>
            <a:off x="8283791" y="1604962"/>
            <a:ext cx="343400" cy="568302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0B9183E9-C13E-58A0-4347-EB86D2AEA0F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129588" y="2073216"/>
            <a:ext cx="651804" cy="347377"/>
          </a:xfrm>
          <a:prstGeom prst="rect">
            <a:avLst/>
          </a:prstGeom>
        </p:spPr>
      </p:pic>
      <p:sp>
        <p:nvSpPr>
          <p:cNvPr id="23" name="Text Box 3">
            <a:extLst>
              <a:ext uri="{FF2B5EF4-FFF2-40B4-BE49-F238E27FC236}">
                <a16:creationId xmlns:a16="http://schemas.microsoft.com/office/drawing/2014/main" id="{19798472-DC87-414E-BC4E-CFAF99EF0ED7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3105509" y="1142617"/>
            <a:ext cx="2177030" cy="4924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PICTURES</a:t>
            </a:r>
            <a:endParaRPr lang="en-GB" sz="1400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corporate picture from Templafy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Click the blue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Templafy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button to view Templafy pane on right side of the screen, if it is not already there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Select picture placeholder by clicking on the frame (at the edge)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3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Click the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Images </a:t>
            </a:r>
            <a:r>
              <a:rPr lang="en-GB" altLang="da-DK" sz="900" b="0" i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button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in the Templafy pane</a:t>
            </a:r>
            <a:endParaRPr lang="en-GB" altLang="da-DK" sz="900" b="0" baseline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You can search for images in the search field.</a:t>
            </a: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endParaRPr lang="en-GB" altLang="da-DK" sz="90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picture from other location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 slides with pictureplaceholder, click on the icon and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Insert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browse for picture</a:t>
            </a:r>
            <a:endParaRPr lang="en-GB" altLang="da-DK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defRPr/>
            </a:pP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Crop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change size or focus of the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want to scale the picture, hold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 down while dragging the corners of the picture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If you delete the picture and insert a new one, the picture may lie in front of the text or graphic. If this happens, select the picture, right-click and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Send to Back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0AD0EBC-0A41-4B26-9D79-79E0C00BBA85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503238" y="1142617"/>
            <a:ext cx="1741943" cy="47956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no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TEXT STYLES</a:t>
            </a:r>
            <a:endParaRPr lang="en-GB" altLang="da-DK" sz="12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-key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jump through levels. Click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ENTER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, then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TAB</a:t>
            </a: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to switch from one level to the next level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To go back in levels use </a:t>
            </a:r>
            <a:r>
              <a:rPr lang="en-GB" altLang="da-DK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SHIFT+TAB</a:t>
            </a:r>
            <a:endParaRPr lang="en-GB" sz="9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spcAft>
                <a:spcPts val="600"/>
              </a:spcAft>
              <a:defRPr/>
            </a:pPr>
            <a:r>
              <a:rPr lang="en-GB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Alternatively, </a:t>
            </a: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Increase</a:t>
            </a:r>
            <a:r>
              <a:rPr lang="en-GB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and </a:t>
            </a:r>
            <a:r>
              <a:rPr lang="en-GB" sz="900" b="1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Decrease </a:t>
            </a:r>
            <a:r>
              <a:rPr lang="en-GB" sz="90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list level can be used</a:t>
            </a:r>
          </a:p>
          <a:p>
            <a:pPr eaLnBrk="1" hangingPunct="1"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</a:t>
            </a: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Use bullet button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Delete bullet for regular text.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bullet button to reaply the correct bullet again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SLIDES &amp; LAYOUTS</a:t>
            </a:r>
            <a:endParaRPr lang="en-GB" sz="12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on the menu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New Slide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in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to insert a new slide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Change layout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Click on the arrow next to </a:t>
            </a:r>
            <a:r>
              <a:rPr lang="en-GB" sz="900" b="1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Layout </a:t>
            </a:r>
            <a:r>
              <a:rPr lang="en-GB" sz="900" noProof="1">
                <a:solidFill>
                  <a:srgbClr val="000000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</a:rPr>
              <a:t>to view a dropdown menu of possible slide layouts</a:t>
            </a: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br>
              <a:rPr lang="en-GB" altLang="da-DK" sz="900" b="0" baseline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 slide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Home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+mj-lt"/>
              <a:buNone/>
              <a:tabLst/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Reset</a:t>
            </a:r>
            <a:r>
              <a:rPr lang="en-GB" altLang="da-DK" sz="90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menu to reset position, size and formatting of the slide placeholders to their default settings</a:t>
            </a:r>
          </a:p>
          <a:p>
            <a:pPr eaLnBrk="1" hangingPunct="1">
              <a:spcAft>
                <a:spcPts val="600"/>
              </a:spcAft>
              <a:defRPr/>
            </a:pP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</p:txBody>
      </p:sp>
      <p:pic>
        <p:nvPicPr>
          <p:cNvPr id="46" name="Picture 29">
            <a:extLst>
              <a:ext uri="{FF2B5EF4-FFF2-40B4-BE49-F238E27FC236}">
                <a16:creationId xmlns:a16="http://schemas.microsoft.com/office/drawing/2014/main" id="{6B35B93D-CCEE-48AF-A769-8729CC05BE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212" y="2382611"/>
            <a:ext cx="457262" cy="257143"/>
          </a:xfrm>
          <a:prstGeom prst="rect">
            <a:avLst/>
          </a:prstGeom>
        </p:spPr>
      </p:pic>
      <p:pic>
        <p:nvPicPr>
          <p:cNvPr id="55" name="Picture 16">
            <a:extLst>
              <a:ext uri="{FF2B5EF4-FFF2-40B4-BE49-F238E27FC236}">
                <a16:creationId xmlns:a16="http://schemas.microsoft.com/office/drawing/2014/main" id="{A13B127D-1BE4-4C8F-96F6-59C8D10D8F4E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212" y="3852636"/>
            <a:ext cx="328967" cy="505501"/>
          </a:xfrm>
          <a:prstGeom prst="rect">
            <a:avLst/>
          </a:prstGeom>
        </p:spPr>
      </p:pic>
      <p:pic>
        <p:nvPicPr>
          <p:cNvPr id="56" name="Picture 20">
            <a:extLst>
              <a:ext uri="{FF2B5EF4-FFF2-40B4-BE49-F238E27FC236}">
                <a16:creationId xmlns:a16="http://schemas.microsoft.com/office/drawing/2014/main" id="{5730DD9A-26F6-4C14-AE7D-221D2B3F38D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212" y="5922364"/>
            <a:ext cx="538605" cy="172841"/>
          </a:xfrm>
          <a:prstGeom prst="rect">
            <a:avLst/>
          </a:prstGeom>
        </p:spPr>
      </p:pic>
      <p:pic>
        <p:nvPicPr>
          <p:cNvPr id="57" name="Picture 19">
            <a:extLst>
              <a:ext uri="{FF2B5EF4-FFF2-40B4-BE49-F238E27FC236}">
                <a16:creationId xmlns:a16="http://schemas.microsoft.com/office/drawing/2014/main" id="{E210FBD4-B8B9-4AFA-9670-2FEBAA1CF37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9301" y="4485830"/>
            <a:ext cx="313870" cy="543900"/>
          </a:xfrm>
          <a:prstGeom prst="rect">
            <a:avLst/>
          </a:prstGeom>
        </p:spPr>
      </p:pic>
      <p:sp>
        <p:nvSpPr>
          <p:cNvPr id="61" name="Text Box 4">
            <a:extLst>
              <a:ext uri="{FF2B5EF4-FFF2-40B4-BE49-F238E27FC236}">
                <a16:creationId xmlns:a16="http://schemas.microsoft.com/office/drawing/2014/main" id="{DD6A81B7-1FEE-46CF-A623-23E99CFEAFBC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6238181" y="1142617"/>
            <a:ext cx="2176236" cy="27699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14400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SLIDES &amp; SLIDE ELEMENTS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Insert predefined slides and elements using the Templafy pane. Choose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Slides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 or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Slide elements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Lundbeck Display" panose="020B0402040504020204" pitchFamily="34" charset="0"/>
              </a:rPr>
              <a:t>from the buttons in the Templafy pane on the right side of the screen</a:t>
            </a:r>
            <a:endParaRPr lang="en-GB" altLang="da-DK" sz="900" b="1" noProof="1">
              <a:solidFill>
                <a:srgbClr val="000000"/>
              </a:solidFill>
              <a:latin typeface="+mn-lt"/>
              <a:cs typeface="Lundbeck Display" panose="020B0402040504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GB" sz="1600" b="1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Click the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View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tab and set tick mark next to </a:t>
            </a: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Guides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HINT: Alt + F9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for quick view of guides</a:t>
            </a:r>
            <a:b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Mac: </a:t>
            </a:r>
            <a:r>
              <a:rPr lang="en-GB" sz="900" b="0" i="0">
                <a:solidFill>
                  <a:srgbClr val="000000"/>
                </a:solidFill>
                <a:effectLst/>
                <a:latin typeface="+mn-lt"/>
              </a:rPr>
              <a:t>⌘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+ option + ctrl + G</a:t>
            </a:r>
            <a:r>
              <a:rPr lang="en-GB" altLang="da-DK" sz="898" b="0" kern="1200" noProof="1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t>.</a:t>
            </a: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2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COLOR</a:t>
            </a:r>
            <a:br>
              <a:rPr lang="en-GB" sz="1200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</a:br>
            <a:r>
              <a:rPr lang="en-GB" sz="900" b="0" kern="1200">
                <a:solidFill>
                  <a:srgbClr val="000000"/>
                </a:solidFill>
                <a:latin typeface="+mn-lt"/>
                <a:ea typeface="+mn-ea"/>
                <a:cs typeface="Arial" panose="020B0604020202020204" pitchFamily="34" charset="0"/>
              </a:rPr>
              <a:t>Use the top colors in the Theme Colors or from the Custom Colors</a:t>
            </a:r>
            <a:endParaRPr lang="en-GB" altLang="da-DK" sz="900" b="0" kern="1200" noProof="1">
              <a:solidFill>
                <a:srgbClr val="000000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D83AD9C-98AE-450E-B202-15860002D52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212" y="4832123"/>
            <a:ext cx="475552" cy="176762"/>
          </a:xfrm>
          <a:prstGeom prst="rect">
            <a:avLst/>
          </a:prstGeom>
        </p:spPr>
      </p:pic>
      <p:sp>
        <p:nvSpPr>
          <p:cNvPr id="20" name="Date Placeholder 6" hidden="1">
            <a:extLst>
              <a:ext uri="{FF2B5EF4-FFF2-40B4-BE49-F238E27FC236}">
                <a16:creationId xmlns:a16="http://schemas.microsoft.com/office/drawing/2014/main" id="{56AA1691-6753-45B8-AB77-1105989467F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40000" y="6433200"/>
            <a:ext cx="27432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27BBD34-DD59-49E1-9776-D67684F06344}" type="datetime4">
              <a:rPr lang="en-GB" smtClean="0"/>
              <a:pPr/>
              <a:t>12 September 2026</a:t>
            </a:fld>
            <a:endParaRPr lang="en-GB"/>
          </a:p>
        </p:txBody>
      </p:sp>
      <p:sp>
        <p:nvSpPr>
          <p:cNvPr id="21" name="Footer Placeholder 8" hidden="1">
            <a:extLst>
              <a:ext uri="{FF2B5EF4-FFF2-40B4-BE49-F238E27FC236}">
                <a16:creationId xmlns:a16="http://schemas.microsoft.com/office/drawing/2014/main" id="{2F8C9320-E8BF-471F-8DD3-1BC4790219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433200"/>
            <a:ext cx="41148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22" name="Slide Number Placeholder 10" hidden="1">
            <a:extLst>
              <a:ext uri="{FF2B5EF4-FFF2-40B4-BE49-F238E27FC236}">
                <a16:creationId xmlns:a16="http://schemas.microsoft.com/office/drawing/2014/main" id="{B01A309B-80AB-481C-AE3F-3C56C2C92E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13553" y="6433200"/>
            <a:ext cx="335521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06599777-CEE9-4330-8A6A-3069D39183B6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1212" y="3134689"/>
            <a:ext cx="257210" cy="285714"/>
          </a:xfrm>
          <a:prstGeom prst="rect">
            <a:avLst/>
          </a:prstGeom>
        </p:spPr>
      </p:pic>
      <p:pic>
        <p:nvPicPr>
          <p:cNvPr id="9" name="Picture 33">
            <a:extLst>
              <a:ext uri="{FF2B5EF4-FFF2-40B4-BE49-F238E27FC236}">
                <a16:creationId xmlns:a16="http://schemas.microsoft.com/office/drawing/2014/main" id="{B03E872F-21DD-423D-B6DE-4945F155FB8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245589" y="3691782"/>
            <a:ext cx="341293" cy="321707"/>
          </a:xfrm>
          <a:prstGeom prst="rect">
            <a:avLst/>
          </a:prstGeom>
        </p:spPr>
      </p:pic>
      <p:sp>
        <p:nvSpPr>
          <p:cNvPr id="28" name="Text Box 3">
            <a:extLst>
              <a:ext uri="{FF2B5EF4-FFF2-40B4-BE49-F238E27FC236}">
                <a16:creationId xmlns:a16="http://schemas.microsoft.com/office/drawing/2014/main" id="{DDCB523A-48A3-4250-B4C1-AF02601BB1BD}"/>
              </a:ext>
            </a:extLst>
          </p:cNvPr>
          <p:cNvSpPr txBox="1">
            <a:spLocks noChangeArrowheads="1"/>
          </p:cNvSpPr>
          <p:nvPr userDrawn="1"/>
        </p:nvSpPr>
        <p:spPr bwMode="auto">
          <a:xfrm>
            <a:off x="9082088" y="1142616"/>
            <a:ext cx="2239735" cy="24314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t" anchorCtr="0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12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COPY/PASTE CONTENT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When copying old content to your new presentation, 2 options are available: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1. Best practice: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Create a slide in your new presentation and copy </a:t>
            </a:r>
            <a:r>
              <a:rPr lang="en-GB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piece of content at a time (e.g. copy all text from </a:t>
            </a:r>
            <a:r>
              <a:rPr lang="en-GB" altLang="da-DK" sz="900" b="0" i="0" u="sng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one</a:t>
            </a:r>
            <a:r>
              <a:rPr lang="en-GB" altLang="da-DK" sz="900" b="0" i="0" u="none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 textbox)</a:t>
            </a:r>
            <a:endParaRPr lang="en-GB" altLang="da-DK" sz="900" b="1" i="0" u="sng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r>
              <a:rPr lang="en-GB" altLang="da-DK" sz="900" b="1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2. </a:t>
            </a:r>
            <a:r>
              <a:rPr lang="en-GB" altLang="da-DK" sz="900" b="0" noProof="1">
                <a:solidFill>
                  <a:srgbClr val="000000"/>
                </a:solidFill>
                <a:latin typeface="+mn-lt"/>
                <a:cs typeface="Arial" panose="020B0604020202020204" pitchFamily="34" charset="0"/>
              </a:rPr>
              <a:t>Or copy an entire slide into your new presentation and then choose a fitting layout. When presentation is done, open an empty presentation (press Ctrl+N). Copy all slides from presentation, paste them into empty one. This will ensure that there are no extra layouts</a:t>
            </a:r>
          </a:p>
          <a:p>
            <a:pPr eaLnBrk="1" hangingPunct="1">
              <a:lnSpc>
                <a:spcPct val="100000"/>
              </a:lnSpc>
              <a:spcAft>
                <a:spcPts val="600"/>
              </a:spcAft>
              <a:defRPr/>
            </a:pPr>
            <a:endParaRPr lang="en-GB" altLang="da-DK" sz="900" b="0" noProof="1">
              <a:solidFill>
                <a:srgbClr val="000000"/>
              </a:solidFill>
              <a:latin typeface="+mn-lt"/>
              <a:cs typeface="Arial" panose="020B0604020202020204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066EECC-2461-0C49-FFE7-C164DD64926E}"/>
              </a:ext>
            </a:extLst>
          </p:cNvPr>
          <p:cNvGrpSpPr/>
          <p:nvPr userDrawn="1"/>
        </p:nvGrpSpPr>
        <p:grpSpPr>
          <a:xfrm>
            <a:off x="6251270" y="4056806"/>
            <a:ext cx="1322734" cy="2015520"/>
            <a:chOff x="6199540" y="4122121"/>
            <a:chExt cx="1322734" cy="201552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DFE5DB9-990F-7667-F2A7-10A55470950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1" cstate="screen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221970" y="4122121"/>
              <a:ext cx="1265349" cy="2015520"/>
            </a:xfrm>
            <a:prstGeom prst="rect">
              <a:avLst/>
            </a:prstGeom>
          </p:spPr>
        </p:pic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67F39F8-AFAA-4F1A-823C-3AD53FA01A6C}"/>
                </a:ext>
              </a:extLst>
            </p:cNvPr>
            <p:cNvSpPr/>
            <p:nvPr userDrawn="1"/>
          </p:nvSpPr>
          <p:spPr>
            <a:xfrm>
              <a:off x="6199540" y="4135123"/>
              <a:ext cx="1322734" cy="322462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/>
              <a:endParaRPr lang="en-GB" sz="1796" err="1"/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71F8064C-EA32-2695-A62E-0FD19E6488D2}"/>
                </a:ext>
              </a:extLst>
            </p:cNvPr>
            <p:cNvGrpSpPr/>
            <p:nvPr userDrawn="1"/>
          </p:nvGrpSpPr>
          <p:grpSpPr>
            <a:xfrm>
              <a:off x="6264683" y="4489006"/>
              <a:ext cx="1227581" cy="430507"/>
              <a:chOff x="9633073" y="4865213"/>
              <a:chExt cx="1340678" cy="543868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275A4E6E-E1F4-43FD-B8CF-26E4922501B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633073" y="4865213"/>
                <a:ext cx="1340678" cy="543868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41D1501F-27A0-4700-9931-9C3FAB584CBF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638376" y="4871464"/>
                <a:ext cx="1325413" cy="537617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5D02872-5612-DE62-3C76-69A4C63D6028}"/>
                </a:ext>
              </a:extLst>
            </p:cNvPr>
            <p:cNvGrpSpPr/>
            <p:nvPr userDrawn="1"/>
          </p:nvGrpSpPr>
          <p:grpSpPr>
            <a:xfrm>
              <a:off x="6272862" y="5981737"/>
              <a:ext cx="1210972" cy="131714"/>
              <a:chOff x="9641250" y="5721348"/>
              <a:chExt cx="1322539" cy="131714"/>
            </a:xfrm>
          </p:grpSpPr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B373B96-DCE8-4A3E-B352-6213002B76D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9644154" y="5721348"/>
                <a:ext cx="1319634" cy="13171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31E09DDC-6C4A-434B-BFC0-03680F334496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 flipV="1">
                <a:off x="9641250" y="5721349"/>
                <a:ext cx="1322539" cy="131713"/>
              </a:xfrm>
              <a:prstGeom prst="line">
                <a:avLst/>
              </a:prstGeom>
              <a:ln w="25400">
                <a:solidFill>
                  <a:srgbClr val="FF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D6A5B63-704C-D12A-FEDD-DDC178A0A966}"/>
                </a:ext>
              </a:extLst>
            </p:cNvPr>
            <p:cNvSpPr/>
            <p:nvPr userDrawn="1"/>
          </p:nvSpPr>
          <p:spPr>
            <a:xfrm>
              <a:off x="6199540" y="5068106"/>
              <a:ext cx="1322734" cy="784053"/>
            </a:xfrm>
            <a:prstGeom prst="rect">
              <a:avLst/>
            </a:prstGeom>
            <a:noFill/>
            <a:ln w="254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/>
              <a:endParaRPr lang="en-GB" sz="1796" err="1"/>
            </a:p>
          </p:txBody>
        </p:sp>
      </p:grpSp>
      <p:pic>
        <p:nvPicPr>
          <p:cNvPr id="37" name="Picture 36">
            <a:extLst>
              <a:ext uri="{FF2B5EF4-FFF2-40B4-BE49-F238E27FC236}">
                <a16:creationId xmlns:a16="http://schemas.microsoft.com/office/drawing/2014/main" id="{B7425079-9463-D918-BC58-9BB2E4C1F1F7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7406" y="2480919"/>
            <a:ext cx="417662" cy="410818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75D611D-0D6D-59ED-1752-C7417ADF4A7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9878" y="1718612"/>
            <a:ext cx="372718" cy="501344"/>
          </a:xfrm>
          <a:prstGeom prst="rect">
            <a:avLst/>
          </a:prstGeom>
        </p:spPr>
      </p:pic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0FFC81C-DE75-1214-530C-10EC7C6CE1D9}"/>
              </a:ext>
            </a:extLst>
          </p:cNvPr>
          <p:cNvCxnSpPr/>
          <p:nvPr userDrawn="1"/>
        </p:nvCxnSpPr>
        <p:spPr>
          <a:xfrm>
            <a:off x="2863780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8E604B8-AFBB-5795-1B7C-568E9E9D9EF4}"/>
              </a:ext>
            </a:extLst>
          </p:cNvPr>
          <p:cNvCxnSpPr/>
          <p:nvPr userDrawn="1"/>
        </p:nvCxnSpPr>
        <p:spPr>
          <a:xfrm>
            <a:off x="5970588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2DB3B3D-C6F0-D7B9-3B2E-EFBC939A7A54}"/>
              </a:ext>
            </a:extLst>
          </p:cNvPr>
          <p:cNvCxnSpPr/>
          <p:nvPr userDrawn="1"/>
        </p:nvCxnSpPr>
        <p:spPr>
          <a:xfrm>
            <a:off x="8829781" y="1142616"/>
            <a:ext cx="0" cy="5210559"/>
          </a:xfrm>
          <a:prstGeom prst="line">
            <a:avLst/>
          </a:prstGeom>
          <a:ln w="12700">
            <a:solidFill>
              <a:srgbClr val="D1EFFF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C95C9E5E-6280-581F-FC2E-BF17F0A6F2DE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>
                <a:latin typeface="72 Brand Medium" panose="020B0604030603020204" pitchFamily="34" charset="0"/>
              </a:rPr>
              <a:t>Tips &amp; tricks – your user guide</a:t>
            </a:r>
          </a:p>
        </p:txBody>
      </p:sp>
      <p:sp>
        <p:nvSpPr>
          <p:cNvPr id="49" name="Slide number">
            <a:extLst>
              <a:ext uri="{FF2B5EF4-FFF2-40B4-BE49-F238E27FC236}">
                <a16:creationId xmlns:a16="http://schemas.microsoft.com/office/drawing/2014/main" id="{08E6B7AB-6B75-1AD1-90E9-9F668FFE5B71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E41DC4AD-29D6-BA7E-0AC2-2D78A458DFDB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2088" y="6085528"/>
            <a:ext cx="2606884" cy="267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0884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SAP BRAND S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Date Placeholder 6" hidden="1">
            <a:extLst>
              <a:ext uri="{FF2B5EF4-FFF2-40B4-BE49-F238E27FC236}">
                <a16:creationId xmlns:a16="http://schemas.microsoft.com/office/drawing/2014/main" id="{56AA1691-6753-45B8-AB77-1105989467F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40000" y="6433200"/>
            <a:ext cx="27432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27BBD34-DD59-49E1-9776-D67684F06344}" type="datetime4">
              <a:rPr lang="en-GB" smtClean="0"/>
              <a:pPr/>
              <a:t>12 September 2026</a:t>
            </a:fld>
            <a:endParaRPr lang="en-GB"/>
          </a:p>
        </p:txBody>
      </p:sp>
      <p:sp>
        <p:nvSpPr>
          <p:cNvPr id="21" name="Footer Placeholder 8" hidden="1">
            <a:extLst>
              <a:ext uri="{FF2B5EF4-FFF2-40B4-BE49-F238E27FC236}">
                <a16:creationId xmlns:a16="http://schemas.microsoft.com/office/drawing/2014/main" id="{2F8C9320-E8BF-471F-8DD3-1BC47902191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038600" y="6433200"/>
            <a:ext cx="4114800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ct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22" name="Slide Number Placeholder 10" hidden="1">
            <a:extLst>
              <a:ext uri="{FF2B5EF4-FFF2-40B4-BE49-F238E27FC236}">
                <a16:creationId xmlns:a16="http://schemas.microsoft.com/office/drawing/2014/main" id="{B01A309B-80AB-481C-AE3F-3C56C2C92EE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313553" y="6433200"/>
            <a:ext cx="335521" cy="180000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rgbClr val="FF0000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95C9E5E-6280-581F-FC2E-BF17F0A6F2DE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>
                <a:latin typeface="72 Brand Medium" panose="020B0604030603020204" pitchFamily="34" charset="0"/>
              </a:rPr>
              <a:t>Tips &amp; tricks – your user guide – SAP brand site</a:t>
            </a:r>
          </a:p>
        </p:txBody>
      </p:sp>
      <p:sp>
        <p:nvSpPr>
          <p:cNvPr id="49" name="Slide number">
            <a:extLst>
              <a:ext uri="{FF2B5EF4-FFF2-40B4-BE49-F238E27FC236}">
                <a16:creationId xmlns:a16="http://schemas.microsoft.com/office/drawing/2014/main" id="{08E6B7AB-6B75-1AD1-90E9-9F668FFE5B71}"/>
              </a:ext>
            </a:extLst>
          </p:cNvPr>
          <p:cNvSpPr txBox="1"/>
          <p:nvPr userDrawn="1"/>
        </p:nvSpPr>
        <p:spPr bwMode="black">
          <a:xfrm>
            <a:off x="11546207" y="6536751"/>
            <a:ext cx="144270" cy="1384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de-DE"/>
            </a:defPPr>
            <a:lvl1pPr marL="84138" indent="-84138">
              <a:buClr>
                <a:schemeClr val="tx1"/>
              </a:buClr>
              <a:buFont typeface="Arial" pitchFamily="34" charset="0"/>
              <a:buChar char="©"/>
              <a:tabLst/>
              <a:defRPr sz="600"/>
            </a:lvl1pPr>
          </a:lstStyle>
          <a:p>
            <a:pPr marL="0" lvl="0" indent="0" algn="r">
              <a:buNone/>
            </a:pPr>
            <a:fld id="{0BDC132A-5C91-4078-9777-31DA19A62E0A}" type="slidenum">
              <a:rPr lang="en-US" sz="900" b="0" i="0" noProof="0" smtClean="0">
                <a:latin typeface="+mn-lt"/>
              </a:rPr>
              <a:pPr marL="0" lvl="0" indent="0" algn="r">
                <a:buNone/>
              </a:pPr>
              <a:t>‹#›</a:t>
            </a:fld>
            <a:endParaRPr lang="en-US" sz="900" b="0" i="0" noProof="0">
              <a:latin typeface="+mn-lt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943137-62A8-B3EC-D111-2BA192EF3065}"/>
              </a:ext>
            </a:extLst>
          </p:cNvPr>
          <p:cNvSpPr txBox="1"/>
          <p:nvPr userDrawn="1"/>
        </p:nvSpPr>
        <p:spPr>
          <a:xfrm>
            <a:off x="3375642" y="1886639"/>
            <a:ext cx="2607498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Download and request licensed and approved photographs, videos, pictograms, icons, and sounds for use in SAP </a:t>
            </a:r>
            <a:br>
              <a:rPr lang="en-US" sz="1600">
                <a:latin typeface="72 Brand" panose="020B0504030603020204" pitchFamily="34" charset="0"/>
              </a:rPr>
            </a:br>
            <a:r>
              <a:rPr lang="en-US" sz="1600">
                <a:latin typeface="72 Brand" panose="020B0504030603020204" pitchFamily="34" charset="0"/>
              </a:rPr>
              <a:t>assets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C7D176-86E4-BAA4-EAFA-777197DB11FB}"/>
              </a:ext>
            </a:extLst>
          </p:cNvPr>
          <p:cNvSpPr txBox="1"/>
          <p:nvPr userDrawn="1"/>
        </p:nvSpPr>
        <p:spPr>
          <a:xfrm>
            <a:off x="3370839" y="1520825"/>
            <a:ext cx="1296830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Media Library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B243CE-B0B3-55AC-0615-A3583693E365}"/>
              </a:ext>
            </a:extLst>
          </p:cNvPr>
          <p:cNvSpPr txBox="1"/>
          <p:nvPr userDrawn="1"/>
        </p:nvSpPr>
        <p:spPr>
          <a:xfrm>
            <a:off x="503238" y="1520825"/>
            <a:ext cx="570669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Brand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66C5F3-F425-CE4C-8D95-04E9E9BDB6FD}"/>
              </a:ext>
            </a:extLst>
          </p:cNvPr>
          <p:cNvSpPr txBox="1"/>
          <p:nvPr userDrawn="1"/>
        </p:nvSpPr>
        <p:spPr>
          <a:xfrm>
            <a:off x="504001" y="1886639"/>
            <a:ext cx="2607498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Find information on our brand strategy, logo, colors, tone of voice, graphics, font, and photography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CF45A1-A43E-037C-50A7-9B62EBFB00BA}"/>
              </a:ext>
            </a:extLst>
          </p:cNvPr>
          <p:cNvSpPr txBox="1"/>
          <p:nvPr userDrawn="1"/>
        </p:nvSpPr>
        <p:spPr>
          <a:xfrm>
            <a:off x="6245122" y="1865573"/>
            <a:ext cx="2607498" cy="172354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Learn how we name our offerings, review the naming process, and guidelines</a:t>
            </a:r>
          </a:p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Request a name</a:t>
            </a:r>
          </a:p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Search for approved names in real time</a:t>
            </a:r>
            <a:endParaRPr lang="en-US" sz="1600" kern="0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0F1F97-371F-BB20-9044-8D5885634D9A}"/>
              </a:ext>
            </a:extLst>
          </p:cNvPr>
          <p:cNvSpPr txBox="1"/>
          <p:nvPr userDrawn="1"/>
        </p:nvSpPr>
        <p:spPr>
          <a:xfrm>
            <a:off x="6218735" y="1520825"/>
            <a:ext cx="140743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Naming Center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279038-CDF3-3E09-8F1B-8E1CB8249534}"/>
              </a:ext>
            </a:extLst>
          </p:cNvPr>
          <p:cNvSpPr txBox="1"/>
          <p:nvPr userDrawn="1"/>
        </p:nvSpPr>
        <p:spPr>
          <a:xfrm>
            <a:off x="9075009" y="1520825"/>
            <a:ext cx="1572546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Writing Assistant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6834DC-FA81-04FD-71E7-2A06BCC314CA}"/>
              </a:ext>
            </a:extLst>
          </p:cNvPr>
          <p:cNvSpPr txBox="1"/>
          <p:nvPr userDrawn="1"/>
        </p:nvSpPr>
        <p:spPr>
          <a:xfrm>
            <a:off x="9082852" y="1886639"/>
            <a:ext cx="2607498" cy="98488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indent="0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  <a:buFontTx/>
              <a:buNone/>
            </a:pPr>
            <a:r>
              <a:rPr lang="en-US" sz="1600">
                <a:latin typeface="72 Brand" panose="020B0504030603020204" pitchFamily="34" charset="0"/>
              </a:rPr>
              <a:t>Copy and paste text </a:t>
            </a:r>
            <a:br>
              <a:rPr lang="en-US" sz="1600">
                <a:latin typeface="72 Brand" panose="020B0504030603020204" pitchFamily="34" charset="0"/>
              </a:rPr>
            </a:br>
            <a:r>
              <a:rPr lang="en-US" sz="1600">
                <a:latin typeface="72 Brand" panose="020B0504030603020204" pitchFamily="34" charset="0"/>
              </a:rPr>
              <a:t>to get instant feedback on grammar, spelling, approved names, style, and tone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E3413D-190F-15AA-863F-0D61520E01E4}"/>
              </a:ext>
            </a:extLst>
          </p:cNvPr>
          <p:cNvSpPr txBox="1"/>
          <p:nvPr userDrawn="1"/>
        </p:nvSpPr>
        <p:spPr>
          <a:xfrm>
            <a:off x="504001" y="4839583"/>
            <a:ext cx="11202163" cy="338554"/>
          </a:xfrm>
          <a:prstGeom prst="rect">
            <a:avLst/>
          </a:prstGeom>
          <a:solidFill>
            <a:srgbClr val="0070F2"/>
          </a:solidFill>
          <a:ln w="28575">
            <a:noFill/>
          </a:ln>
        </p:spPr>
        <p:txBody>
          <a:bodyPr wrap="square">
            <a:spAutoFit/>
          </a:bodyPr>
          <a:lstStyle/>
          <a:p>
            <a:pPr algn="ctr"/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72 Brand Medium" panose="020B0504030603020204" pitchFamily="34" charset="0"/>
                <a:ea typeface="+mj-ea"/>
                <a:cs typeface="+mj-cs"/>
              </a:rPr>
              <a:t>The SAP Brand site has all of the resources you need to bring our brand to life! </a:t>
            </a:r>
            <a:endParaRPr lang="en-DE" sz="1600">
              <a:solidFill>
                <a:schemeClr val="bg1"/>
              </a:solidFill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73180C-291D-F405-90B9-18910307A62C}"/>
              </a:ext>
            </a:extLst>
          </p:cNvPr>
          <p:cNvSpPr/>
          <p:nvPr userDrawn="1"/>
        </p:nvSpPr>
        <p:spPr bwMode="gray">
          <a:xfrm>
            <a:off x="3362325" y="3915601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>
                <a:latin typeface="72 Brand" panose="020B0504030603020204" pitchFamily="34" charset="0"/>
              </a:rPr>
              <a:t>Go to </a:t>
            </a:r>
            <a:r>
              <a:rPr lang="en-US" sz="1400">
                <a:latin typeface="72 Brand" panose="020B0504030603020204" pitchFamily="34" charset="0"/>
                <a:hlinkClick r:id="rId2"/>
              </a:rPr>
              <a:t>Media Library</a:t>
            </a:r>
            <a:endParaRPr lang="en-US" sz="1400">
              <a:latin typeface="72 Brand" panose="020B0504030603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AEA906-0573-FC48-FBB0-4BC3ACE96483}"/>
              </a:ext>
            </a:extLst>
          </p:cNvPr>
          <p:cNvSpPr/>
          <p:nvPr userDrawn="1"/>
        </p:nvSpPr>
        <p:spPr bwMode="gray">
          <a:xfrm>
            <a:off x="503238" y="3904728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>
                <a:latin typeface="72 Brand" panose="020B0504030603020204" pitchFamily="34" charset="0"/>
              </a:rPr>
              <a:t>Go to </a:t>
            </a:r>
            <a:r>
              <a:rPr lang="en-US" sz="1400">
                <a:latin typeface="72 Brand" panose="020B0504030603020204" pitchFamily="34" charset="0"/>
                <a:hlinkClick r:id="rId3"/>
              </a:rPr>
              <a:t>Brand</a:t>
            </a:r>
            <a:endParaRPr lang="en-US" sz="1400">
              <a:latin typeface="72 Brand" panose="020B0504030603020204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4FD586B-C108-1309-C995-0AA9A96F0840}"/>
              </a:ext>
            </a:extLst>
          </p:cNvPr>
          <p:cNvSpPr/>
          <p:nvPr userDrawn="1"/>
        </p:nvSpPr>
        <p:spPr bwMode="gray">
          <a:xfrm>
            <a:off x="6223765" y="3896103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>
                <a:latin typeface="72 Brand" panose="020B0504030603020204" pitchFamily="34" charset="0"/>
              </a:rPr>
              <a:t>Go to </a:t>
            </a:r>
            <a:r>
              <a:rPr lang="en-US" sz="1400">
                <a:latin typeface="72 Brand" panose="020B0504030603020204" pitchFamily="34" charset="0"/>
                <a:hlinkClick r:id="rId4"/>
              </a:rPr>
              <a:t>Naming Center</a:t>
            </a:r>
            <a:endParaRPr lang="en-US" sz="1400">
              <a:latin typeface="72 Brand" panose="020B0504030603020204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2E1815-E9CD-805A-4AB9-E4EFC9E839C8}"/>
              </a:ext>
            </a:extLst>
          </p:cNvPr>
          <p:cNvSpPr/>
          <p:nvPr userDrawn="1"/>
        </p:nvSpPr>
        <p:spPr bwMode="gray">
          <a:xfrm>
            <a:off x="9079677" y="3891295"/>
            <a:ext cx="2607498" cy="594886"/>
          </a:xfrm>
          <a:prstGeom prst="rect">
            <a:avLst/>
          </a:prstGeom>
          <a:solidFill>
            <a:srgbClr val="D1EF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>
                <a:latin typeface="72 Brand" panose="020B0504030603020204" pitchFamily="34" charset="0"/>
                <a:sym typeface="Wingdings" panose="05000000000000000000" pitchFamily="2" charset="2"/>
              </a:rPr>
              <a:t> </a:t>
            </a:r>
            <a:r>
              <a:rPr lang="en-US" sz="1400">
                <a:latin typeface="72 Brand" panose="020B0504030603020204" pitchFamily="34" charset="0"/>
              </a:rPr>
              <a:t>Go to </a:t>
            </a:r>
            <a:r>
              <a:rPr lang="en-US" sz="1400">
                <a:latin typeface="72 Brand" panose="020B0504030603020204" pitchFamily="34" charset="0"/>
                <a:hlinkClick r:id="rId5"/>
              </a:rPr>
              <a:t>Writing </a:t>
            </a:r>
            <a:r>
              <a:rPr lang="en-US" sz="1400" err="1">
                <a:latin typeface="72 Brand" panose="020B0504030603020204" pitchFamily="34" charset="0"/>
                <a:hlinkClick r:id="rId5"/>
              </a:rPr>
              <a:t>Assitant</a:t>
            </a:r>
            <a:endParaRPr lang="en-US" sz="1400">
              <a:latin typeface="72 Brand" panose="020B05040306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07346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58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guide COLOR PALET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63">
            <a:extLst>
              <a:ext uri="{FF2B5EF4-FFF2-40B4-BE49-F238E27FC236}">
                <a16:creationId xmlns:a16="http://schemas.microsoft.com/office/drawing/2014/main" id="{02E2A64A-8B37-7F95-C23A-C3D93C8DEC23}"/>
              </a:ext>
            </a:extLst>
          </p:cNvPr>
          <p:cNvSpPr/>
          <p:nvPr userDrawn="1"/>
        </p:nvSpPr>
        <p:spPr>
          <a:xfrm>
            <a:off x="50400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1EF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Blue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#D1EFFF</a:t>
            </a:r>
          </a:p>
        </p:txBody>
      </p:sp>
      <p:sp>
        <p:nvSpPr>
          <p:cNvPr id="4" name="Freeform 70">
            <a:extLst>
              <a:ext uri="{FF2B5EF4-FFF2-40B4-BE49-F238E27FC236}">
                <a16:creationId xmlns:a16="http://schemas.microsoft.com/office/drawing/2014/main" id="{1F2619C0-AA6B-F516-A35F-C9F0906EB840}"/>
              </a:ext>
            </a:extLst>
          </p:cNvPr>
          <p:cNvSpPr/>
          <p:nvPr userDrawn="1"/>
        </p:nvSpPr>
        <p:spPr>
          <a:xfrm>
            <a:off x="240516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bg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Blue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#89D1FF</a:t>
            </a:r>
          </a:p>
        </p:txBody>
      </p:sp>
      <p:sp>
        <p:nvSpPr>
          <p:cNvPr id="5" name="Freeform 69">
            <a:extLst>
              <a:ext uri="{FF2B5EF4-FFF2-40B4-BE49-F238E27FC236}">
                <a16:creationId xmlns:a16="http://schemas.microsoft.com/office/drawing/2014/main" id="{C529F71A-E6DD-53C4-14B3-0F3BF62A05F0}"/>
              </a:ext>
            </a:extLst>
          </p:cNvPr>
          <p:cNvSpPr/>
          <p:nvPr userDrawn="1"/>
        </p:nvSpPr>
        <p:spPr>
          <a:xfrm>
            <a:off x="4306321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tx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Blue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#1B90FF</a:t>
            </a:r>
          </a:p>
        </p:txBody>
      </p:sp>
      <p:sp>
        <p:nvSpPr>
          <p:cNvPr id="6" name="Freeform 68">
            <a:extLst>
              <a:ext uri="{FF2B5EF4-FFF2-40B4-BE49-F238E27FC236}">
                <a16:creationId xmlns:a16="http://schemas.microsoft.com/office/drawing/2014/main" id="{9CBF79FE-F787-9301-81AD-A56220775062}"/>
              </a:ext>
            </a:extLst>
          </p:cNvPr>
          <p:cNvSpPr/>
          <p:nvPr userDrawn="1"/>
        </p:nvSpPr>
        <p:spPr>
          <a:xfrm>
            <a:off x="6227422" y="114100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70F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Blue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#0070F2</a:t>
            </a:r>
          </a:p>
        </p:txBody>
      </p:sp>
      <p:sp>
        <p:nvSpPr>
          <p:cNvPr id="7" name="Freeform 67">
            <a:extLst>
              <a:ext uri="{FF2B5EF4-FFF2-40B4-BE49-F238E27FC236}">
                <a16:creationId xmlns:a16="http://schemas.microsoft.com/office/drawing/2014/main" id="{5BB0975A-0779-6CF9-4471-2FA97BA36738}"/>
              </a:ext>
            </a:extLst>
          </p:cNvPr>
          <p:cNvSpPr/>
          <p:nvPr userDrawn="1"/>
        </p:nvSpPr>
        <p:spPr>
          <a:xfrm>
            <a:off x="8129588" y="114018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2A8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Blue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#002A86</a:t>
            </a:r>
          </a:p>
        </p:txBody>
      </p:sp>
      <p:sp>
        <p:nvSpPr>
          <p:cNvPr id="8" name="Freeform 66">
            <a:extLst>
              <a:ext uri="{FF2B5EF4-FFF2-40B4-BE49-F238E27FC236}">
                <a16:creationId xmlns:a16="http://schemas.microsoft.com/office/drawing/2014/main" id="{4C6C152D-4698-69B9-D198-F3DD5C9473B5}"/>
              </a:ext>
            </a:extLst>
          </p:cNvPr>
          <p:cNvSpPr/>
          <p:nvPr userDrawn="1"/>
        </p:nvSpPr>
        <p:spPr>
          <a:xfrm>
            <a:off x="10050689" y="114018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0144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Blue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#00144A</a:t>
            </a:r>
          </a:p>
        </p:txBody>
      </p:sp>
      <p:sp>
        <p:nvSpPr>
          <p:cNvPr id="9" name="Freeform 1">
            <a:extLst>
              <a:ext uri="{FF2B5EF4-FFF2-40B4-BE49-F238E27FC236}">
                <a16:creationId xmlns:a16="http://schemas.microsoft.com/office/drawing/2014/main" id="{B6FD5DF5-B272-7F32-7D3F-4B4DE8830832}"/>
              </a:ext>
            </a:extLst>
          </p:cNvPr>
          <p:cNvSpPr/>
          <p:nvPr userDrawn="1"/>
        </p:nvSpPr>
        <p:spPr>
          <a:xfrm>
            <a:off x="50400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AECE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Grey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#EAECEE</a:t>
            </a:r>
          </a:p>
        </p:txBody>
      </p:sp>
      <p:sp>
        <p:nvSpPr>
          <p:cNvPr id="10" name="Freeform 62">
            <a:extLst>
              <a:ext uri="{FF2B5EF4-FFF2-40B4-BE49-F238E27FC236}">
                <a16:creationId xmlns:a16="http://schemas.microsoft.com/office/drawing/2014/main" id="{2A5C5A51-CFBC-CA03-038B-F25ECA420C8D}"/>
              </a:ext>
            </a:extLst>
          </p:cNvPr>
          <p:cNvSpPr/>
          <p:nvPr userDrawn="1"/>
        </p:nvSpPr>
        <p:spPr>
          <a:xfrm>
            <a:off x="240516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A9B4B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Grey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#A9B4BE</a:t>
            </a:r>
          </a:p>
        </p:txBody>
      </p:sp>
      <p:sp>
        <p:nvSpPr>
          <p:cNvPr id="11" name="Freeform 61">
            <a:extLst>
              <a:ext uri="{FF2B5EF4-FFF2-40B4-BE49-F238E27FC236}">
                <a16:creationId xmlns:a16="http://schemas.microsoft.com/office/drawing/2014/main" id="{FD45E536-EBC7-3EE1-021A-E61DE17D01EB}"/>
              </a:ext>
            </a:extLst>
          </p:cNvPr>
          <p:cNvSpPr/>
          <p:nvPr userDrawn="1"/>
        </p:nvSpPr>
        <p:spPr>
          <a:xfrm>
            <a:off x="4306321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B738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Grey 6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#5B738B</a:t>
            </a:r>
          </a:p>
        </p:txBody>
      </p:sp>
      <p:sp>
        <p:nvSpPr>
          <p:cNvPr id="12" name="Freeform 5">
            <a:extLst>
              <a:ext uri="{FF2B5EF4-FFF2-40B4-BE49-F238E27FC236}">
                <a16:creationId xmlns:a16="http://schemas.microsoft.com/office/drawing/2014/main" id="{791E1C1C-66AE-2057-3C91-8B50C4A75DCF}"/>
              </a:ext>
            </a:extLst>
          </p:cNvPr>
          <p:cNvSpPr/>
          <p:nvPr userDrawn="1"/>
        </p:nvSpPr>
        <p:spPr>
          <a:xfrm>
            <a:off x="6227422" y="1735645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475E75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Grey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#475E75</a:t>
            </a:r>
          </a:p>
        </p:txBody>
      </p:sp>
      <p:sp>
        <p:nvSpPr>
          <p:cNvPr id="13" name="Freeform 4">
            <a:extLst>
              <a:ext uri="{FF2B5EF4-FFF2-40B4-BE49-F238E27FC236}">
                <a16:creationId xmlns:a16="http://schemas.microsoft.com/office/drawing/2014/main" id="{E588F81B-1126-0FBD-D1B7-6E42C034BA69}"/>
              </a:ext>
            </a:extLst>
          </p:cNvPr>
          <p:cNvSpPr/>
          <p:nvPr userDrawn="1"/>
        </p:nvSpPr>
        <p:spPr>
          <a:xfrm>
            <a:off x="8129588" y="1734820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A273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Grey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#1A2733</a:t>
            </a:r>
          </a:p>
        </p:txBody>
      </p:sp>
      <p:sp>
        <p:nvSpPr>
          <p:cNvPr id="14" name="Freeform 3">
            <a:extLst>
              <a:ext uri="{FF2B5EF4-FFF2-40B4-BE49-F238E27FC236}">
                <a16:creationId xmlns:a16="http://schemas.microsoft.com/office/drawing/2014/main" id="{B135EB5F-EDA8-1AEE-E89C-944D272C6FDF}"/>
              </a:ext>
            </a:extLst>
          </p:cNvPr>
          <p:cNvSpPr/>
          <p:nvPr userDrawn="1"/>
        </p:nvSpPr>
        <p:spPr>
          <a:xfrm>
            <a:off x="10050689" y="1734820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2171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Grey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#12171C</a:t>
            </a:r>
          </a:p>
        </p:txBody>
      </p:sp>
      <p:sp>
        <p:nvSpPr>
          <p:cNvPr id="15" name="Freeform 71">
            <a:extLst>
              <a:ext uri="{FF2B5EF4-FFF2-40B4-BE49-F238E27FC236}">
                <a16:creationId xmlns:a16="http://schemas.microsoft.com/office/drawing/2014/main" id="{8CA86CA8-FB25-362E-AAA0-57D65C85EE8A}"/>
              </a:ext>
            </a:extLst>
          </p:cNvPr>
          <p:cNvSpPr/>
          <p:nvPr userDrawn="1"/>
        </p:nvSpPr>
        <p:spPr>
          <a:xfrm>
            <a:off x="50400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2FCE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Teal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#C2FCEE</a:t>
            </a:r>
          </a:p>
        </p:txBody>
      </p:sp>
      <p:sp>
        <p:nvSpPr>
          <p:cNvPr id="16" name="Freeform 76">
            <a:extLst>
              <a:ext uri="{FF2B5EF4-FFF2-40B4-BE49-F238E27FC236}">
                <a16:creationId xmlns:a16="http://schemas.microsoft.com/office/drawing/2014/main" id="{3DF36DDD-3194-0FFA-03CE-7942BFAC4F73}"/>
              </a:ext>
            </a:extLst>
          </p:cNvPr>
          <p:cNvSpPr/>
          <p:nvPr userDrawn="1"/>
        </p:nvSpPr>
        <p:spPr>
          <a:xfrm>
            <a:off x="240516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2CE0B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Teal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#2CE0BF</a:t>
            </a:r>
          </a:p>
        </p:txBody>
      </p:sp>
      <p:sp>
        <p:nvSpPr>
          <p:cNvPr id="17" name="Freeform 75">
            <a:extLst>
              <a:ext uri="{FF2B5EF4-FFF2-40B4-BE49-F238E27FC236}">
                <a16:creationId xmlns:a16="http://schemas.microsoft.com/office/drawing/2014/main" id="{DB3A75C6-40E1-8418-08FF-2615CB58D2FB}"/>
              </a:ext>
            </a:extLst>
          </p:cNvPr>
          <p:cNvSpPr/>
          <p:nvPr userDrawn="1"/>
        </p:nvSpPr>
        <p:spPr>
          <a:xfrm>
            <a:off x="4306321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Teal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#049F9A</a:t>
            </a:r>
          </a:p>
        </p:txBody>
      </p:sp>
      <p:sp>
        <p:nvSpPr>
          <p:cNvPr id="18" name="Freeform 74">
            <a:extLst>
              <a:ext uri="{FF2B5EF4-FFF2-40B4-BE49-F238E27FC236}">
                <a16:creationId xmlns:a16="http://schemas.microsoft.com/office/drawing/2014/main" id="{533C3A8A-C333-3134-26BC-8FDFA21FBFA9}"/>
              </a:ext>
            </a:extLst>
          </p:cNvPr>
          <p:cNvSpPr/>
          <p:nvPr userDrawn="1"/>
        </p:nvSpPr>
        <p:spPr>
          <a:xfrm>
            <a:off x="6227422" y="2330283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7838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Teal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#07838F</a:t>
            </a:r>
          </a:p>
        </p:txBody>
      </p:sp>
      <p:sp>
        <p:nvSpPr>
          <p:cNvPr id="19" name="Freeform 73">
            <a:extLst>
              <a:ext uri="{FF2B5EF4-FFF2-40B4-BE49-F238E27FC236}">
                <a16:creationId xmlns:a16="http://schemas.microsoft.com/office/drawing/2014/main" id="{B60C9F30-077E-14E2-CB14-97988F26E630}"/>
              </a:ext>
            </a:extLst>
          </p:cNvPr>
          <p:cNvSpPr/>
          <p:nvPr userDrawn="1"/>
        </p:nvSpPr>
        <p:spPr>
          <a:xfrm>
            <a:off x="8129588" y="2329458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2414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Teal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#02414C</a:t>
            </a:r>
          </a:p>
        </p:txBody>
      </p:sp>
      <p:sp>
        <p:nvSpPr>
          <p:cNvPr id="20" name="Freeform 72">
            <a:extLst>
              <a:ext uri="{FF2B5EF4-FFF2-40B4-BE49-F238E27FC236}">
                <a16:creationId xmlns:a16="http://schemas.microsoft.com/office/drawing/2014/main" id="{85E1218C-9B56-A04B-B32B-BF5584E7EB24}"/>
              </a:ext>
            </a:extLst>
          </p:cNvPr>
          <p:cNvSpPr/>
          <p:nvPr userDrawn="1"/>
        </p:nvSpPr>
        <p:spPr>
          <a:xfrm>
            <a:off x="10050689" y="2329458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1293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Teal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#012931</a:t>
            </a:r>
          </a:p>
        </p:txBody>
      </p:sp>
      <p:sp>
        <p:nvSpPr>
          <p:cNvPr id="21" name="Freeform 77">
            <a:extLst>
              <a:ext uri="{FF2B5EF4-FFF2-40B4-BE49-F238E27FC236}">
                <a16:creationId xmlns:a16="http://schemas.microsoft.com/office/drawing/2014/main" id="{B96DC701-A49C-D4B6-0FAE-8C4D1FE14217}"/>
              </a:ext>
            </a:extLst>
          </p:cNvPr>
          <p:cNvSpPr/>
          <p:nvPr userDrawn="1"/>
        </p:nvSpPr>
        <p:spPr>
          <a:xfrm>
            <a:off x="50400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BF5C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Green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#EBF5CB</a:t>
            </a:r>
          </a:p>
        </p:txBody>
      </p:sp>
      <p:sp>
        <p:nvSpPr>
          <p:cNvPr id="22" name="Freeform 82">
            <a:extLst>
              <a:ext uri="{FF2B5EF4-FFF2-40B4-BE49-F238E27FC236}">
                <a16:creationId xmlns:a16="http://schemas.microsoft.com/office/drawing/2014/main" id="{D3F535AB-FBBB-CC41-AFDB-6251499A2CC3}"/>
              </a:ext>
            </a:extLst>
          </p:cNvPr>
          <p:cNvSpPr/>
          <p:nvPr userDrawn="1"/>
        </p:nvSpPr>
        <p:spPr>
          <a:xfrm>
            <a:off x="240516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97DD4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Green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#97DD40</a:t>
            </a:r>
          </a:p>
        </p:txBody>
      </p:sp>
      <p:sp>
        <p:nvSpPr>
          <p:cNvPr id="23" name="Freeform 81">
            <a:extLst>
              <a:ext uri="{FF2B5EF4-FFF2-40B4-BE49-F238E27FC236}">
                <a16:creationId xmlns:a16="http://schemas.microsoft.com/office/drawing/2014/main" id="{FF2D987A-1AEE-FB6C-9091-4D01FA950169}"/>
              </a:ext>
            </a:extLst>
          </p:cNvPr>
          <p:cNvSpPr/>
          <p:nvPr userDrawn="1"/>
        </p:nvSpPr>
        <p:spPr>
          <a:xfrm>
            <a:off x="4306321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Green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#36A41D</a:t>
            </a:r>
          </a:p>
        </p:txBody>
      </p:sp>
      <p:sp>
        <p:nvSpPr>
          <p:cNvPr id="24" name="Freeform 80">
            <a:extLst>
              <a:ext uri="{FF2B5EF4-FFF2-40B4-BE49-F238E27FC236}">
                <a16:creationId xmlns:a16="http://schemas.microsoft.com/office/drawing/2014/main" id="{AA53ACC2-4E92-5B3D-5509-AE0FC7AE540D}"/>
              </a:ext>
            </a:extLst>
          </p:cNvPr>
          <p:cNvSpPr/>
          <p:nvPr userDrawn="1"/>
        </p:nvSpPr>
        <p:spPr>
          <a:xfrm>
            <a:off x="6227422" y="292492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8891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Green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#188918</a:t>
            </a:r>
          </a:p>
        </p:txBody>
      </p:sp>
      <p:sp>
        <p:nvSpPr>
          <p:cNvPr id="25" name="Freeform 79">
            <a:extLst>
              <a:ext uri="{FF2B5EF4-FFF2-40B4-BE49-F238E27FC236}">
                <a16:creationId xmlns:a16="http://schemas.microsoft.com/office/drawing/2014/main" id="{D105CE5F-854F-E5AA-CD56-9B210266B1D7}"/>
              </a:ext>
            </a:extLst>
          </p:cNvPr>
          <p:cNvSpPr/>
          <p:nvPr userDrawn="1"/>
        </p:nvSpPr>
        <p:spPr>
          <a:xfrm>
            <a:off x="8129588" y="292409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6432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Green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#164323</a:t>
            </a:r>
          </a:p>
        </p:txBody>
      </p:sp>
      <p:sp>
        <p:nvSpPr>
          <p:cNvPr id="26" name="Freeform 78">
            <a:extLst>
              <a:ext uri="{FF2B5EF4-FFF2-40B4-BE49-F238E27FC236}">
                <a16:creationId xmlns:a16="http://schemas.microsoft.com/office/drawing/2014/main" id="{44AC23F7-268E-D9FD-AC0B-EB4A4CB13536}"/>
              </a:ext>
            </a:extLst>
          </p:cNvPr>
          <p:cNvSpPr/>
          <p:nvPr userDrawn="1"/>
        </p:nvSpPr>
        <p:spPr>
          <a:xfrm>
            <a:off x="10050689" y="292409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E2B1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Green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#0E2B16</a:t>
            </a:r>
          </a:p>
        </p:txBody>
      </p:sp>
      <p:sp>
        <p:nvSpPr>
          <p:cNvPr id="27" name="Freeform 83">
            <a:extLst>
              <a:ext uri="{FF2B5EF4-FFF2-40B4-BE49-F238E27FC236}">
                <a16:creationId xmlns:a16="http://schemas.microsoft.com/office/drawing/2014/main" id="{FCD2E78F-C379-DA9E-AC51-45BB0ACD8CDC}"/>
              </a:ext>
            </a:extLst>
          </p:cNvPr>
          <p:cNvSpPr/>
          <p:nvPr userDrawn="1"/>
        </p:nvSpPr>
        <p:spPr>
          <a:xfrm>
            <a:off x="50400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F3B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Mango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#FFF3B8</a:t>
            </a:r>
          </a:p>
        </p:txBody>
      </p:sp>
      <p:sp>
        <p:nvSpPr>
          <p:cNvPr id="28" name="Freeform 88">
            <a:extLst>
              <a:ext uri="{FF2B5EF4-FFF2-40B4-BE49-F238E27FC236}">
                <a16:creationId xmlns:a16="http://schemas.microsoft.com/office/drawing/2014/main" id="{8F604492-C37F-A63E-B6EF-C1D9DA958F6A}"/>
              </a:ext>
            </a:extLst>
          </p:cNvPr>
          <p:cNvSpPr/>
          <p:nvPr userDrawn="1"/>
        </p:nvSpPr>
        <p:spPr>
          <a:xfrm>
            <a:off x="240516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C93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Mango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#FFC933</a:t>
            </a:r>
          </a:p>
        </p:txBody>
      </p:sp>
      <p:sp>
        <p:nvSpPr>
          <p:cNvPr id="29" name="Freeform 87">
            <a:extLst>
              <a:ext uri="{FF2B5EF4-FFF2-40B4-BE49-F238E27FC236}">
                <a16:creationId xmlns:a16="http://schemas.microsoft.com/office/drawing/2014/main" id="{1903B33E-7553-03DE-1850-350C0DCE0478}"/>
              </a:ext>
            </a:extLst>
          </p:cNvPr>
          <p:cNvSpPr/>
          <p:nvPr userDrawn="1"/>
        </p:nvSpPr>
        <p:spPr>
          <a:xfrm>
            <a:off x="4306321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1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Mango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#E76500</a:t>
            </a:r>
          </a:p>
        </p:txBody>
      </p:sp>
      <p:sp>
        <p:nvSpPr>
          <p:cNvPr id="30" name="Freeform 86">
            <a:extLst>
              <a:ext uri="{FF2B5EF4-FFF2-40B4-BE49-F238E27FC236}">
                <a16:creationId xmlns:a16="http://schemas.microsoft.com/office/drawing/2014/main" id="{220419B0-04C2-995C-B267-365BA4A8314C}"/>
              </a:ext>
            </a:extLst>
          </p:cNvPr>
          <p:cNvSpPr/>
          <p:nvPr userDrawn="1"/>
        </p:nvSpPr>
        <p:spPr>
          <a:xfrm>
            <a:off x="6227422" y="351955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355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Mango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#C35500</a:t>
            </a:r>
          </a:p>
        </p:txBody>
      </p:sp>
      <p:sp>
        <p:nvSpPr>
          <p:cNvPr id="31" name="Freeform 85">
            <a:extLst>
              <a:ext uri="{FF2B5EF4-FFF2-40B4-BE49-F238E27FC236}">
                <a16:creationId xmlns:a16="http://schemas.microsoft.com/office/drawing/2014/main" id="{5291C6D6-3C0A-1EC1-0DE4-3468327A01FC}"/>
              </a:ext>
            </a:extLst>
          </p:cNvPr>
          <p:cNvSpPr/>
          <p:nvPr userDrawn="1"/>
        </p:nvSpPr>
        <p:spPr>
          <a:xfrm>
            <a:off x="8129588" y="351873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6D19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Mango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#6D1900</a:t>
            </a:r>
          </a:p>
        </p:txBody>
      </p:sp>
      <p:sp>
        <p:nvSpPr>
          <p:cNvPr id="32" name="Freeform 84">
            <a:extLst>
              <a:ext uri="{FF2B5EF4-FFF2-40B4-BE49-F238E27FC236}">
                <a16:creationId xmlns:a16="http://schemas.microsoft.com/office/drawing/2014/main" id="{0C8AFC63-A495-CD19-A678-5D1C65A0F630}"/>
              </a:ext>
            </a:extLst>
          </p:cNvPr>
          <p:cNvSpPr/>
          <p:nvPr userDrawn="1"/>
        </p:nvSpPr>
        <p:spPr>
          <a:xfrm>
            <a:off x="10050689" y="351873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450B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Mango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#450B00</a:t>
            </a:r>
          </a:p>
        </p:txBody>
      </p:sp>
      <p:sp>
        <p:nvSpPr>
          <p:cNvPr id="33" name="Freeform 89">
            <a:extLst>
              <a:ext uri="{FF2B5EF4-FFF2-40B4-BE49-F238E27FC236}">
                <a16:creationId xmlns:a16="http://schemas.microsoft.com/office/drawing/2014/main" id="{88F1E754-E8C5-5438-3533-D344315E7FC2}"/>
              </a:ext>
            </a:extLst>
          </p:cNvPr>
          <p:cNvSpPr/>
          <p:nvPr userDrawn="1"/>
        </p:nvSpPr>
        <p:spPr>
          <a:xfrm>
            <a:off x="50400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5E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Red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#FFD5EA</a:t>
            </a:r>
          </a:p>
        </p:txBody>
      </p:sp>
      <p:sp>
        <p:nvSpPr>
          <p:cNvPr id="34" name="Freeform 94">
            <a:extLst>
              <a:ext uri="{FF2B5EF4-FFF2-40B4-BE49-F238E27FC236}">
                <a16:creationId xmlns:a16="http://schemas.microsoft.com/office/drawing/2014/main" id="{F9CAB2F5-111E-9B62-A950-2766E6062CBF}"/>
              </a:ext>
            </a:extLst>
          </p:cNvPr>
          <p:cNvSpPr/>
          <p:nvPr userDrawn="1"/>
        </p:nvSpPr>
        <p:spPr>
          <a:xfrm>
            <a:off x="240516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8CB2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Red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#FF8CB2</a:t>
            </a:r>
          </a:p>
        </p:txBody>
      </p:sp>
      <p:sp>
        <p:nvSpPr>
          <p:cNvPr id="35" name="Freeform 93">
            <a:extLst>
              <a:ext uri="{FF2B5EF4-FFF2-40B4-BE49-F238E27FC236}">
                <a16:creationId xmlns:a16="http://schemas.microsoft.com/office/drawing/2014/main" id="{20875E28-2038-256F-D469-19622F84F475}"/>
              </a:ext>
            </a:extLst>
          </p:cNvPr>
          <p:cNvSpPr/>
          <p:nvPr userDrawn="1"/>
        </p:nvSpPr>
        <p:spPr>
          <a:xfrm>
            <a:off x="4306321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E3939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Red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#EE3939</a:t>
            </a:r>
          </a:p>
        </p:txBody>
      </p:sp>
      <p:sp>
        <p:nvSpPr>
          <p:cNvPr id="36" name="Freeform 92">
            <a:extLst>
              <a:ext uri="{FF2B5EF4-FFF2-40B4-BE49-F238E27FC236}">
                <a16:creationId xmlns:a16="http://schemas.microsoft.com/office/drawing/2014/main" id="{54067863-63ED-3E20-7BA9-91BA18863CAC}"/>
              </a:ext>
            </a:extLst>
          </p:cNvPr>
          <p:cNvSpPr/>
          <p:nvPr userDrawn="1"/>
        </p:nvSpPr>
        <p:spPr>
          <a:xfrm>
            <a:off x="6227422" y="411419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20A0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Red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#D20A0A</a:t>
            </a:r>
          </a:p>
        </p:txBody>
      </p:sp>
      <p:sp>
        <p:nvSpPr>
          <p:cNvPr id="37" name="Freeform 91">
            <a:extLst>
              <a:ext uri="{FF2B5EF4-FFF2-40B4-BE49-F238E27FC236}">
                <a16:creationId xmlns:a16="http://schemas.microsoft.com/office/drawing/2014/main" id="{16AC9816-9312-095C-CA75-9BB225C4252E}"/>
              </a:ext>
            </a:extLst>
          </p:cNvPr>
          <p:cNvSpPr/>
          <p:nvPr userDrawn="1"/>
        </p:nvSpPr>
        <p:spPr>
          <a:xfrm>
            <a:off x="8129588" y="411337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A040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Red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#5A0404</a:t>
            </a:r>
          </a:p>
        </p:txBody>
      </p:sp>
      <p:sp>
        <p:nvSpPr>
          <p:cNvPr id="38" name="Freeform 90">
            <a:extLst>
              <a:ext uri="{FF2B5EF4-FFF2-40B4-BE49-F238E27FC236}">
                <a16:creationId xmlns:a16="http://schemas.microsoft.com/office/drawing/2014/main" id="{AEF6149F-55EA-8B85-D5DF-EFB6B2FF4645}"/>
              </a:ext>
            </a:extLst>
          </p:cNvPr>
          <p:cNvSpPr/>
          <p:nvPr userDrawn="1"/>
        </p:nvSpPr>
        <p:spPr>
          <a:xfrm>
            <a:off x="10050689" y="411337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35000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Red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#350000</a:t>
            </a:r>
          </a:p>
        </p:txBody>
      </p:sp>
      <p:sp>
        <p:nvSpPr>
          <p:cNvPr id="39" name="Freeform 95">
            <a:extLst>
              <a:ext uri="{FF2B5EF4-FFF2-40B4-BE49-F238E27FC236}">
                <a16:creationId xmlns:a16="http://schemas.microsoft.com/office/drawing/2014/main" id="{4027EC94-48C6-D9D1-D350-2C19E151F706}"/>
              </a:ext>
            </a:extLst>
          </p:cNvPr>
          <p:cNvSpPr/>
          <p:nvPr userDrawn="1"/>
        </p:nvSpPr>
        <p:spPr>
          <a:xfrm>
            <a:off x="50400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CE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Raspberry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#FFDCE8</a:t>
            </a:r>
          </a:p>
        </p:txBody>
      </p:sp>
      <p:sp>
        <p:nvSpPr>
          <p:cNvPr id="40" name="Freeform 100">
            <a:extLst>
              <a:ext uri="{FF2B5EF4-FFF2-40B4-BE49-F238E27FC236}">
                <a16:creationId xmlns:a16="http://schemas.microsoft.com/office/drawing/2014/main" id="{74AAC3CA-6774-EA05-39D2-6BFA7B4DF9B5}"/>
              </a:ext>
            </a:extLst>
          </p:cNvPr>
          <p:cNvSpPr/>
          <p:nvPr userDrawn="1"/>
        </p:nvSpPr>
        <p:spPr>
          <a:xfrm>
            <a:off x="240516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EADC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Raspberry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#FEADC8</a:t>
            </a:r>
          </a:p>
        </p:txBody>
      </p:sp>
      <p:sp>
        <p:nvSpPr>
          <p:cNvPr id="41" name="Freeform 99">
            <a:extLst>
              <a:ext uri="{FF2B5EF4-FFF2-40B4-BE49-F238E27FC236}">
                <a16:creationId xmlns:a16="http://schemas.microsoft.com/office/drawing/2014/main" id="{81CE6DC8-B91F-EDAE-0084-E839B0BE2C32}"/>
              </a:ext>
            </a:extLst>
          </p:cNvPr>
          <p:cNvSpPr/>
          <p:nvPr userDrawn="1"/>
        </p:nvSpPr>
        <p:spPr>
          <a:xfrm>
            <a:off x="4306321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chemeClr val="accent4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Raspberry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#FA4F96</a:t>
            </a:r>
          </a:p>
        </p:txBody>
      </p:sp>
      <p:sp>
        <p:nvSpPr>
          <p:cNvPr id="42" name="Freeform 98">
            <a:extLst>
              <a:ext uri="{FF2B5EF4-FFF2-40B4-BE49-F238E27FC236}">
                <a16:creationId xmlns:a16="http://schemas.microsoft.com/office/drawing/2014/main" id="{445568CB-5C4B-F612-2395-62D135B605D9}"/>
              </a:ext>
            </a:extLst>
          </p:cNvPr>
          <p:cNvSpPr/>
          <p:nvPr userDrawn="1"/>
        </p:nvSpPr>
        <p:spPr>
          <a:xfrm>
            <a:off x="6227422" y="4708836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DF1278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Raspberry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#DF1278</a:t>
            </a:r>
          </a:p>
        </p:txBody>
      </p:sp>
      <p:sp>
        <p:nvSpPr>
          <p:cNvPr id="43" name="Freeform 97">
            <a:extLst>
              <a:ext uri="{FF2B5EF4-FFF2-40B4-BE49-F238E27FC236}">
                <a16:creationId xmlns:a16="http://schemas.microsoft.com/office/drawing/2014/main" id="{880D550A-2A0C-9B91-BC01-2F055CD55C3E}"/>
              </a:ext>
            </a:extLst>
          </p:cNvPr>
          <p:cNvSpPr/>
          <p:nvPr userDrawn="1"/>
        </p:nvSpPr>
        <p:spPr>
          <a:xfrm>
            <a:off x="8129588" y="470801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71014B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Raspberry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#71014B</a:t>
            </a:r>
          </a:p>
        </p:txBody>
      </p:sp>
      <p:sp>
        <p:nvSpPr>
          <p:cNvPr id="44" name="Freeform 96">
            <a:extLst>
              <a:ext uri="{FF2B5EF4-FFF2-40B4-BE49-F238E27FC236}">
                <a16:creationId xmlns:a16="http://schemas.microsoft.com/office/drawing/2014/main" id="{B990BC40-0AED-879D-23F0-E5EC2B7BFC43}"/>
              </a:ext>
            </a:extLst>
          </p:cNvPr>
          <p:cNvSpPr/>
          <p:nvPr userDrawn="1"/>
        </p:nvSpPr>
        <p:spPr>
          <a:xfrm>
            <a:off x="10050689" y="4708011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10136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Raspberry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#510136</a:t>
            </a:r>
          </a:p>
        </p:txBody>
      </p:sp>
      <p:sp>
        <p:nvSpPr>
          <p:cNvPr id="45" name="Freeform 101">
            <a:extLst>
              <a:ext uri="{FF2B5EF4-FFF2-40B4-BE49-F238E27FC236}">
                <a16:creationId xmlns:a16="http://schemas.microsoft.com/office/drawing/2014/main" id="{917F0007-E6BC-B6A0-B878-68DA78CFED8B}"/>
              </a:ext>
            </a:extLst>
          </p:cNvPr>
          <p:cNvSpPr/>
          <p:nvPr userDrawn="1"/>
        </p:nvSpPr>
        <p:spPr>
          <a:xfrm>
            <a:off x="50400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DCF3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Pink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#FFDCF3</a:t>
            </a:r>
          </a:p>
        </p:txBody>
      </p:sp>
      <p:sp>
        <p:nvSpPr>
          <p:cNvPr id="46" name="Freeform 106">
            <a:extLst>
              <a:ext uri="{FF2B5EF4-FFF2-40B4-BE49-F238E27FC236}">
                <a16:creationId xmlns:a16="http://schemas.microsoft.com/office/drawing/2014/main" id="{0AD9E1EE-5506-751B-38EA-38841C8A80ED}"/>
              </a:ext>
            </a:extLst>
          </p:cNvPr>
          <p:cNvSpPr/>
          <p:nvPr userDrawn="1"/>
        </p:nvSpPr>
        <p:spPr>
          <a:xfrm>
            <a:off x="240516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F8AF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Pink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#FF8AF0</a:t>
            </a:r>
          </a:p>
        </p:txBody>
      </p:sp>
      <p:sp>
        <p:nvSpPr>
          <p:cNvPr id="47" name="Freeform 105">
            <a:extLst>
              <a:ext uri="{FF2B5EF4-FFF2-40B4-BE49-F238E27FC236}">
                <a16:creationId xmlns:a16="http://schemas.microsoft.com/office/drawing/2014/main" id="{33BC0809-597B-D705-027A-A75FF023724C}"/>
              </a:ext>
            </a:extLst>
          </p:cNvPr>
          <p:cNvSpPr/>
          <p:nvPr userDrawn="1"/>
        </p:nvSpPr>
        <p:spPr>
          <a:xfrm>
            <a:off x="4306321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F31DED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latin typeface="72 Brand"/>
              </a:rPr>
              <a:t>Pink 6</a:t>
            </a:r>
            <a:br>
              <a:rPr lang="en-US" sz="1200">
                <a:latin typeface="72 Brand"/>
              </a:rPr>
            </a:br>
            <a:r>
              <a:rPr lang="en-US" sz="1200">
                <a:latin typeface="72 Brand"/>
              </a:rPr>
              <a:t>#F31DED</a:t>
            </a:r>
          </a:p>
        </p:txBody>
      </p:sp>
      <p:sp>
        <p:nvSpPr>
          <p:cNvPr id="48" name="Freeform 104">
            <a:extLst>
              <a:ext uri="{FF2B5EF4-FFF2-40B4-BE49-F238E27FC236}">
                <a16:creationId xmlns:a16="http://schemas.microsoft.com/office/drawing/2014/main" id="{EA8325A0-3800-3844-7028-1335F7DA6DD4}"/>
              </a:ext>
            </a:extLst>
          </p:cNvPr>
          <p:cNvSpPr/>
          <p:nvPr userDrawn="1"/>
        </p:nvSpPr>
        <p:spPr>
          <a:xfrm>
            <a:off x="6227422" y="5303474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CC00DC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Pink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#CC00DC</a:t>
            </a:r>
          </a:p>
        </p:txBody>
      </p:sp>
      <p:sp>
        <p:nvSpPr>
          <p:cNvPr id="49" name="Freeform 103">
            <a:extLst>
              <a:ext uri="{FF2B5EF4-FFF2-40B4-BE49-F238E27FC236}">
                <a16:creationId xmlns:a16="http://schemas.microsoft.com/office/drawing/2014/main" id="{0FAC4B6B-3B2C-409E-6B7B-3332654C7A79}"/>
              </a:ext>
            </a:extLst>
          </p:cNvPr>
          <p:cNvSpPr/>
          <p:nvPr userDrawn="1"/>
        </p:nvSpPr>
        <p:spPr>
          <a:xfrm>
            <a:off x="8129588" y="530264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10080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Pink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#510080</a:t>
            </a:r>
          </a:p>
        </p:txBody>
      </p:sp>
      <p:sp>
        <p:nvSpPr>
          <p:cNvPr id="50" name="Freeform 102">
            <a:extLst>
              <a:ext uri="{FF2B5EF4-FFF2-40B4-BE49-F238E27FC236}">
                <a16:creationId xmlns:a16="http://schemas.microsoft.com/office/drawing/2014/main" id="{6A62005D-6E71-B214-2A29-BFD9F334AEF1}"/>
              </a:ext>
            </a:extLst>
          </p:cNvPr>
          <p:cNvSpPr/>
          <p:nvPr userDrawn="1"/>
        </p:nvSpPr>
        <p:spPr>
          <a:xfrm>
            <a:off x="10050689" y="5302649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28004A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Pink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#28004A</a:t>
            </a:r>
          </a:p>
        </p:txBody>
      </p:sp>
      <p:sp>
        <p:nvSpPr>
          <p:cNvPr id="51" name="Freeform 107">
            <a:extLst>
              <a:ext uri="{FF2B5EF4-FFF2-40B4-BE49-F238E27FC236}">
                <a16:creationId xmlns:a16="http://schemas.microsoft.com/office/drawing/2014/main" id="{F9558B7D-AA7B-F466-C1B6-364275904FF5}"/>
              </a:ext>
            </a:extLst>
          </p:cNvPr>
          <p:cNvSpPr/>
          <p:nvPr userDrawn="1"/>
        </p:nvSpPr>
        <p:spPr>
          <a:xfrm>
            <a:off x="50400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E2D8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Indigo 2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#E2D8FF</a:t>
            </a:r>
          </a:p>
        </p:txBody>
      </p:sp>
      <p:sp>
        <p:nvSpPr>
          <p:cNvPr id="52" name="Freeform 112">
            <a:extLst>
              <a:ext uri="{FF2B5EF4-FFF2-40B4-BE49-F238E27FC236}">
                <a16:creationId xmlns:a16="http://schemas.microsoft.com/office/drawing/2014/main" id="{F58FB485-B376-0DC0-AC60-1825E34C0BFE}"/>
              </a:ext>
            </a:extLst>
          </p:cNvPr>
          <p:cNvSpPr/>
          <p:nvPr userDrawn="1"/>
        </p:nvSpPr>
        <p:spPr>
          <a:xfrm>
            <a:off x="240516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B894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000000"/>
                </a:solidFill>
                <a:latin typeface="72 Brand"/>
              </a:rPr>
              <a:t>Indigo 4</a:t>
            </a:r>
            <a:br>
              <a:rPr lang="en-US" sz="1200">
                <a:solidFill>
                  <a:srgbClr val="000000"/>
                </a:solidFill>
                <a:latin typeface="72 Brand"/>
              </a:rPr>
            </a:br>
            <a:r>
              <a:rPr lang="en-US" sz="1200">
                <a:solidFill>
                  <a:srgbClr val="000000"/>
                </a:solidFill>
                <a:latin typeface="72 Brand"/>
              </a:rPr>
              <a:t>#B894FF</a:t>
            </a:r>
          </a:p>
        </p:txBody>
      </p:sp>
      <p:sp>
        <p:nvSpPr>
          <p:cNvPr id="53" name="Freeform 111">
            <a:extLst>
              <a:ext uri="{FF2B5EF4-FFF2-40B4-BE49-F238E27FC236}">
                <a16:creationId xmlns:a16="http://schemas.microsoft.com/office/drawing/2014/main" id="{E507AF13-4657-238A-2511-149A7719182F}"/>
              </a:ext>
            </a:extLst>
          </p:cNvPr>
          <p:cNvSpPr/>
          <p:nvPr userDrawn="1"/>
        </p:nvSpPr>
        <p:spPr>
          <a:xfrm>
            <a:off x="4306321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7858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Indigo 6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#7858FF</a:t>
            </a:r>
          </a:p>
        </p:txBody>
      </p:sp>
      <p:sp>
        <p:nvSpPr>
          <p:cNvPr id="54" name="Freeform 110">
            <a:extLst>
              <a:ext uri="{FF2B5EF4-FFF2-40B4-BE49-F238E27FC236}">
                <a16:creationId xmlns:a16="http://schemas.microsoft.com/office/drawing/2014/main" id="{D856B3A7-2366-B45C-16D0-FE87105F81DD}"/>
              </a:ext>
            </a:extLst>
          </p:cNvPr>
          <p:cNvSpPr/>
          <p:nvPr userDrawn="1"/>
        </p:nvSpPr>
        <p:spPr>
          <a:xfrm>
            <a:off x="6227422" y="5898112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5D36FF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Indigo 7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#5D36FF</a:t>
            </a:r>
          </a:p>
        </p:txBody>
      </p:sp>
      <p:sp>
        <p:nvSpPr>
          <p:cNvPr id="55" name="Freeform 109">
            <a:extLst>
              <a:ext uri="{FF2B5EF4-FFF2-40B4-BE49-F238E27FC236}">
                <a16:creationId xmlns:a16="http://schemas.microsoft.com/office/drawing/2014/main" id="{7799D5EF-EB56-B65F-BAE3-2C832902B6E1}"/>
              </a:ext>
            </a:extLst>
          </p:cNvPr>
          <p:cNvSpPr/>
          <p:nvPr userDrawn="1"/>
        </p:nvSpPr>
        <p:spPr>
          <a:xfrm>
            <a:off x="8129588" y="589728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1C0C6E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Indigo 10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#1C0C6E</a:t>
            </a:r>
          </a:p>
        </p:txBody>
      </p:sp>
      <p:sp>
        <p:nvSpPr>
          <p:cNvPr id="56" name="Freeform 108">
            <a:extLst>
              <a:ext uri="{FF2B5EF4-FFF2-40B4-BE49-F238E27FC236}">
                <a16:creationId xmlns:a16="http://schemas.microsoft.com/office/drawing/2014/main" id="{FEBFCC16-A965-7C12-80D6-5D77FCCE96ED}"/>
              </a:ext>
            </a:extLst>
          </p:cNvPr>
          <p:cNvSpPr/>
          <p:nvPr userDrawn="1"/>
        </p:nvSpPr>
        <p:spPr>
          <a:xfrm>
            <a:off x="10050689" y="5897287"/>
            <a:ext cx="1656000" cy="455888"/>
          </a:xfrm>
          <a:custGeom>
            <a:avLst/>
            <a:gdLst>
              <a:gd name="connsiteX0" fmla="*/ 0 w 1601333"/>
              <a:gd name="connsiteY0" fmla="*/ 0 h 456007"/>
              <a:gd name="connsiteX1" fmla="*/ 1601334 w 1601333"/>
              <a:gd name="connsiteY1" fmla="*/ 0 h 456007"/>
              <a:gd name="connsiteX2" fmla="*/ 1601334 w 1601333"/>
              <a:gd name="connsiteY2" fmla="*/ 456008 h 456007"/>
              <a:gd name="connsiteX3" fmla="*/ 0 w 1601333"/>
              <a:gd name="connsiteY3" fmla="*/ 456008 h 4560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01333" h="456007">
                <a:moveTo>
                  <a:pt x="0" y="0"/>
                </a:moveTo>
                <a:lnTo>
                  <a:pt x="1601334" y="0"/>
                </a:lnTo>
                <a:lnTo>
                  <a:pt x="1601334" y="456008"/>
                </a:lnTo>
                <a:lnTo>
                  <a:pt x="0" y="456008"/>
                </a:lnTo>
                <a:close/>
              </a:path>
            </a:pathLst>
          </a:custGeom>
          <a:solidFill>
            <a:srgbClr val="0E0637"/>
          </a:solidFill>
          <a:ln w="0" cap="flat">
            <a:noFill/>
            <a:prstDash val="solid"/>
            <a:miter/>
          </a:ln>
        </p:spPr>
        <p:txBody>
          <a:bodyPr rtlCol="0" anchor="ctr"/>
          <a:lstStyle/>
          <a:p>
            <a:pPr algn="ctr" defTabSz="1088449"/>
            <a:r>
              <a:rPr lang="en-US" sz="1200">
                <a:solidFill>
                  <a:srgbClr val="FFFFFF"/>
                </a:solidFill>
                <a:latin typeface="72 Brand"/>
              </a:rPr>
              <a:t>Indigo 11</a:t>
            </a:r>
            <a:br>
              <a:rPr lang="en-US" sz="1200">
                <a:solidFill>
                  <a:srgbClr val="FFFFFF"/>
                </a:solidFill>
                <a:latin typeface="72 Brand"/>
              </a:rPr>
            </a:br>
            <a:r>
              <a:rPr lang="en-US" sz="1200">
                <a:solidFill>
                  <a:srgbClr val="FFFFFF"/>
                </a:solidFill>
                <a:latin typeface="72 Brand"/>
              </a:rPr>
              <a:t>#0E0637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80C01D-E3A8-4569-013D-D597865C884B}"/>
              </a:ext>
            </a:extLst>
          </p:cNvPr>
          <p:cNvSpPr txBox="1"/>
          <p:nvPr userDrawn="1"/>
        </p:nvSpPr>
        <p:spPr>
          <a:xfrm>
            <a:off x="505575" y="537299"/>
            <a:ext cx="10728000" cy="332399"/>
          </a:xfrm>
          <a:prstGeom prst="rect">
            <a:avLst/>
          </a:prstGeom>
          <a:noFill/>
        </p:spPr>
        <p:txBody>
          <a:bodyPr wrap="square" lIns="0" tIns="0" rIns="0" bIns="0" rtlCol="0" anchor="ctr">
            <a:spAutoFit/>
          </a:bodyPr>
          <a:lstStyle/>
          <a:p>
            <a:pPr>
              <a:lnSpc>
                <a:spcPct val="90000"/>
              </a:lnSpc>
            </a:pPr>
            <a:r>
              <a:rPr lang="en-GB" sz="2400">
                <a:latin typeface="72 Brand Medium" panose="020B0604030603020204" pitchFamily="34" charset="0"/>
              </a:rPr>
              <a:t>Tips &amp; tricks – your user guide – </a:t>
            </a:r>
            <a:r>
              <a:rPr lang="en-GB" sz="2400" err="1">
                <a:latin typeface="72 Brand Medium" panose="020B0604030603020204" pitchFamily="34" charset="0"/>
              </a:rPr>
              <a:t>color</a:t>
            </a:r>
            <a:r>
              <a:rPr lang="en-GB" sz="2400">
                <a:latin typeface="72 Brand Medium" panose="020B0604030603020204" pitchFamily="34" charset="0"/>
              </a:rPr>
              <a:t> palette</a:t>
            </a:r>
          </a:p>
        </p:txBody>
      </p:sp>
    </p:spTree>
    <p:extLst>
      <p:ext uri="{BB962C8B-B14F-4D97-AF65-F5344CB8AC3E}">
        <p14:creationId xmlns:p14="http://schemas.microsoft.com/office/powerpoint/2010/main" val="19223483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317">
          <p15:clr>
            <a:srgbClr val="FBAE40"/>
          </p15:clr>
        </p15:guide>
        <p15:guide id="4" orient="horz" pos="55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Copilot layouts 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 bwMode="white">
          <a:xfrm>
            <a:off x="0" y="0"/>
            <a:ext cx="12195175" cy="6858000"/>
          </a:xfrm>
          <a:prstGeom prst="rect">
            <a:avLst/>
          </a:prstGeom>
          <a:solidFill>
            <a:srgbClr val="8E908C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GB" sz="1400" err="1">
              <a:solidFill>
                <a:srgbClr val="A4A6A2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325" y="656823"/>
            <a:ext cx="11359935" cy="28931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>
                <a:solidFill>
                  <a:schemeClr val="bg1"/>
                </a:solidFill>
                <a:latin typeface="+mj-lt"/>
              </a:rPr>
              <a:t>The layouts following this </a:t>
            </a:r>
            <a:r>
              <a:rPr lang="en-GB" sz="4400" b="0" i="1" noProof="0">
                <a:solidFill>
                  <a:schemeClr val="bg1"/>
                </a:solidFill>
                <a:latin typeface="+mj-lt"/>
              </a:rPr>
              <a:t>are MS Copilot ones</a:t>
            </a:r>
            <a:r>
              <a:rPr lang="en-GB" sz="4400" b="0" i="0" noProof="0">
                <a:solidFill>
                  <a:schemeClr val="bg1"/>
                </a:solidFill>
                <a:latin typeface="+mj-lt"/>
              </a:rPr>
              <a:t> – please </a:t>
            </a:r>
            <a:r>
              <a:rPr lang="en-GB" sz="4400" b="0" noProof="0">
                <a:solidFill>
                  <a:schemeClr val="bg1"/>
                </a:solidFill>
                <a:latin typeface="+mn-lt"/>
              </a:rPr>
              <a:t>do not use them. </a:t>
            </a:r>
            <a:br>
              <a:rPr lang="en-GB" sz="4400" b="0" noProof="0">
                <a:solidFill>
                  <a:schemeClr val="bg1"/>
                </a:solidFill>
                <a:latin typeface="+mn-lt"/>
              </a:rPr>
            </a:br>
            <a:r>
              <a:rPr lang="en-GB" sz="4400" b="0" noProof="0">
                <a:solidFill>
                  <a:schemeClr val="bg1"/>
                </a:solidFill>
                <a:latin typeface="+mn-lt"/>
              </a:rPr>
              <a:t>These layouts </a:t>
            </a:r>
            <a:r>
              <a:rPr lang="en-GB" sz="4400" b="0" i="0" u="none" noProof="0">
                <a:solidFill>
                  <a:schemeClr val="bg1"/>
                </a:solidFill>
                <a:latin typeface="72 Brand" panose="020B0504030603020204" pitchFamily="34" charset="0"/>
              </a:rPr>
              <a:t>are</a:t>
            </a:r>
            <a:r>
              <a:rPr lang="en-GB" sz="4400" b="0" i="0" u="none" noProof="0">
                <a:solidFill>
                  <a:schemeClr val="bg1"/>
                </a:solidFill>
                <a:latin typeface="+mj-lt"/>
              </a:rPr>
              <a:t> </a:t>
            </a:r>
            <a:r>
              <a:rPr lang="en-GB" sz="4400" b="0" i="1" u="sng" noProof="0">
                <a:solidFill>
                  <a:schemeClr val="bg1"/>
                </a:solidFill>
                <a:latin typeface="+mj-lt"/>
              </a:rPr>
              <a:t>not</a:t>
            </a:r>
            <a:r>
              <a:rPr lang="en-GB" sz="4400" b="0" i="0" u="none" noProof="0">
                <a:solidFill>
                  <a:schemeClr val="bg1"/>
                </a:solidFill>
                <a:latin typeface="+mj-lt"/>
              </a:rPr>
              <a:t> </a:t>
            </a:r>
            <a:r>
              <a:rPr lang="en-GB" sz="4400" b="0" noProof="0">
                <a:solidFill>
                  <a:schemeClr val="bg1"/>
                </a:solidFill>
                <a:latin typeface="+mn-lt"/>
              </a:rPr>
              <a:t>for manual use</a:t>
            </a:r>
            <a:br>
              <a:rPr lang="en-GB" sz="2800" b="0" noProof="0">
                <a:solidFill>
                  <a:schemeClr val="bg1"/>
                </a:solidFill>
                <a:latin typeface="+mn-lt"/>
              </a:rPr>
            </a:br>
            <a:br>
              <a:rPr lang="en-GB" sz="2800" b="0" noProof="0">
                <a:solidFill>
                  <a:schemeClr val="bg1"/>
                </a:solidFill>
                <a:latin typeface="+mn-lt"/>
              </a:rPr>
            </a:br>
            <a:endParaRPr lang="en-GB" sz="2800" b="0" noProof="0">
              <a:solidFill>
                <a:schemeClr val="bg1"/>
              </a:solidFill>
              <a:latin typeface="+mn-lt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 bwMode="black">
          <a:xfrm rot="8100000">
            <a:off x="10407584" y="3325226"/>
            <a:ext cx="103705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err="1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err="1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325" y="3029169"/>
            <a:ext cx="1015499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9600" b="0" i="1" noProof="0">
                <a:solidFill>
                  <a:schemeClr val="bg1"/>
                </a:solidFill>
                <a:latin typeface="+mj-lt"/>
              </a:rPr>
              <a:t>Copilot layouts</a:t>
            </a:r>
            <a:endParaRPr lang="en-GB" sz="1800" b="0" i="1" noProof="0">
              <a:latin typeface="+mj-lt"/>
            </a:endParaRPr>
          </a:p>
        </p:txBody>
      </p:sp>
      <p:sp>
        <p:nvSpPr>
          <p:cNvPr id="16" name="Do not use">
            <a:extLst>
              <a:ext uri="{FF2B5EF4-FFF2-40B4-BE49-F238E27FC236}">
                <a16:creationId xmlns:a16="http://schemas.microsoft.com/office/drawing/2014/main" id="{A8FA78FA-4D94-4717-B7C6-6F86378D6B01}"/>
              </a:ext>
            </a:extLst>
          </p:cNvPr>
          <p:cNvSpPr txBox="1"/>
          <p:nvPr userDrawn="1"/>
        </p:nvSpPr>
        <p:spPr>
          <a:xfrm>
            <a:off x="430326" y="5186455"/>
            <a:ext cx="11359932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2000" b="0" noProof="0">
                <a:solidFill>
                  <a:schemeClr val="bg1"/>
                </a:solidFill>
                <a:latin typeface="+mn-lt"/>
              </a:rPr>
              <a:t>Due to MS Copilot functionality these layouts are placed in your template to be used ONLY in the Generative AI process. </a:t>
            </a:r>
            <a:br>
              <a:rPr lang="en-GB" sz="2000" b="0" noProof="0">
                <a:solidFill>
                  <a:schemeClr val="bg1"/>
                </a:solidFill>
                <a:latin typeface="+mn-lt"/>
              </a:rPr>
            </a:br>
            <a:endParaRPr lang="en-GB" sz="2000" b="0" noProof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249" y="6537073"/>
            <a:ext cx="985275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BE5A79F-CEE8-4C11-A8A5-0D02CD0019B9}" type="datetime4">
              <a:rPr lang="en-US" smtClean="0"/>
              <a:pPr/>
              <a:t>September 12, 2026</a:t>
            </a:fld>
            <a:endParaRPr lang="en-GB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84685" y="6537073"/>
            <a:ext cx="2948351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20341" y="6537073"/>
            <a:ext cx="265838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b="0" i="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8027895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Phot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preencoded.png">
            <a:extLst>
              <a:ext uri="{FF2B5EF4-FFF2-40B4-BE49-F238E27FC236}">
                <a16:creationId xmlns:a16="http://schemas.microsoft.com/office/drawing/2014/main" id="{9DE307C8-D1C3-00E2-C5B0-2A7EBB98138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0" y="0"/>
            <a:ext cx="12195175" cy="6861496"/>
          </a:xfrm>
          <a:prstGeom prst="rect">
            <a:avLst/>
          </a:prstGeom>
        </p:spPr>
      </p:pic>
      <p:pic>
        <p:nvPicPr>
          <p:cNvPr id="11" name="Image 1" descr="preencoded.png">
            <a:extLst>
              <a:ext uri="{FF2B5EF4-FFF2-40B4-BE49-F238E27FC236}">
                <a16:creationId xmlns:a16="http://schemas.microsoft.com/office/drawing/2014/main" id="{6C575B3E-49FD-8450-F2CB-84C6E7A1153D}"/>
              </a:ext>
            </a:extLst>
          </p:cNvPr>
          <p:cNvPicPr>
            <a:picLocks noChangeAspect="1"/>
          </p:cNvPicPr>
          <p:nvPr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752355" y="1230008"/>
            <a:ext cx="5613722" cy="2756252"/>
          </a:xfrm>
          <a:prstGeom prst="rect">
            <a:avLst/>
          </a:prstGeom>
        </p:spPr>
      </p:pic>
      <p:pic>
        <p:nvPicPr>
          <p:cNvPr id="28936725" name="Acquired Company Logo Placeholder" descr="{&quot;templafy&quot;:{&quot;id&quot;:&quot;e24a6e43-600a-4c6b-89de-bcf3787a4fa8&quot;}}" hidden="1"/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575" y="2141327"/>
            <a:ext cx="4125924" cy="266010"/>
          </a:xfrm>
          <a:prstGeom prst="rect">
            <a:avLst/>
          </a:prstGeom>
        </p:spPr>
      </p:pic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F6D8674-EA25-0C87-7F7A-4B6FFA7F1F1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875176" y="0"/>
            <a:ext cx="4320000" cy="6858000"/>
          </a:xfrm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insert picture</a:t>
            </a:r>
          </a:p>
        </p:txBody>
      </p:sp>
      <p:sp>
        <p:nvSpPr>
          <p:cNvPr id="4" name="Title">
            <a:extLst>
              <a:ext uri="{FF2B5EF4-FFF2-40B4-BE49-F238E27FC236}">
                <a16:creationId xmlns:a16="http://schemas.microsoft.com/office/drawing/2014/main" id="{A222ABC1-A03E-5EDE-02E2-6F3794850C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4000" y="2206502"/>
            <a:ext cx="5465762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980033711" name="LogoWhite-Dynamic" descr="{&quot;templafy&quot;:{&quot;id&quot;:&quot;f6b63be9-146f-4355-b4ef-6e3d37222459&quot;}}"/>
          <p:cNvPicPr>
            <a:picLocks noChangeAspect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504000"/>
            <a:ext cx="727192" cy="360000"/>
          </a:xfrm>
          <a:prstGeom prst="rect">
            <a:avLst/>
          </a:prstGeom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170C7C75-B8E8-8263-D763-8DE1A07D60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000" y="4267200"/>
            <a:ext cx="5471873" cy="49371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1451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orient="horz" pos="1389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34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1B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-form: Shape 4">
            <a:extLst>
              <a:ext uri="{FF2B5EF4-FFF2-40B4-BE49-F238E27FC236}">
                <a16:creationId xmlns:a16="http://schemas.microsoft.com/office/drawing/2014/main" id="{2CB99639-CA6D-C021-C2BB-8FB93A08B673}"/>
              </a:ext>
            </a:extLst>
          </p:cNvPr>
          <p:cNvSpPr/>
          <p:nvPr userDrawn="1"/>
        </p:nvSpPr>
        <p:spPr bwMode="gray">
          <a:xfrm>
            <a:off x="6923314" y="0"/>
            <a:ext cx="5271861" cy="6858000"/>
          </a:xfrm>
          <a:custGeom>
            <a:avLst/>
            <a:gdLst>
              <a:gd name="connsiteX0" fmla="*/ 4527845 w 5271861"/>
              <a:gd name="connsiteY0" fmla="*/ 6407328 h 6858000"/>
              <a:gd name="connsiteX1" fmla="*/ 4527845 w 5271861"/>
              <a:gd name="connsiteY1" fmla="*/ 6579564 h 6858000"/>
              <a:gd name="connsiteX2" fmla="*/ 4716336 w 5271861"/>
              <a:gd name="connsiteY2" fmla="*/ 6579564 h 6858000"/>
              <a:gd name="connsiteX3" fmla="*/ 4898746 w 5271861"/>
              <a:gd name="connsiteY3" fmla="*/ 6407328 h 6858000"/>
              <a:gd name="connsiteX4" fmla="*/ 3485857 w 5271861"/>
              <a:gd name="connsiteY4" fmla="*/ 6407328 h 6858000"/>
              <a:gd name="connsiteX5" fmla="*/ 3485857 w 5271861"/>
              <a:gd name="connsiteY5" fmla="*/ 6579564 h 6858000"/>
              <a:gd name="connsiteX6" fmla="*/ 3674348 w 5271861"/>
              <a:gd name="connsiteY6" fmla="*/ 6579564 h 6858000"/>
              <a:gd name="connsiteX7" fmla="*/ 3856758 w 5271861"/>
              <a:gd name="connsiteY7" fmla="*/ 6407328 h 6858000"/>
              <a:gd name="connsiteX8" fmla="*/ 2443870 w 5271861"/>
              <a:gd name="connsiteY8" fmla="*/ 6407328 h 6858000"/>
              <a:gd name="connsiteX9" fmla="*/ 2443870 w 5271861"/>
              <a:gd name="connsiteY9" fmla="*/ 6579564 h 6858000"/>
              <a:gd name="connsiteX10" fmla="*/ 2635134 w 5271861"/>
              <a:gd name="connsiteY10" fmla="*/ 6579564 h 6858000"/>
              <a:gd name="connsiteX11" fmla="*/ 2820227 w 5271861"/>
              <a:gd name="connsiteY11" fmla="*/ 6407328 h 6858000"/>
              <a:gd name="connsiteX12" fmla="*/ 1407336 w 5271861"/>
              <a:gd name="connsiteY12" fmla="*/ 6407328 h 6858000"/>
              <a:gd name="connsiteX13" fmla="*/ 1407336 w 5271861"/>
              <a:gd name="connsiteY13" fmla="*/ 6579564 h 6858000"/>
              <a:gd name="connsiteX14" fmla="*/ 1595827 w 5271861"/>
              <a:gd name="connsiteY14" fmla="*/ 6579564 h 6858000"/>
              <a:gd name="connsiteX15" fmla="*/ 1778237 w 5271861"/>
              <a:gd name="connsiteY15" fmla="*/ 6407328 h 6858000"/>
              <a:gd name="connsiteX16" fmla="*/ 365348 w 5271861"/>
              <a:gd name="connsiteY16" fmla="*/ 6407328 h 6858000"/>
              <a:gd name="connsiteX17" fmla="*/ 365348 w 5271861"/>
              <a:gd name="connsiteY17" fmla="*/ 6579564 h 6858000"/>
              <a:gd name="connsiteX18" fmla="*/ 553839 w 5271861"/>
              <a:gd name="connsiteY18" fmla="*/ 6579564 h 6858000"/>
              <a:gd name="connsiteX19" fmla="*/ 736249 w 5271861"/>
              <a:gd name="connsiteY19" fmla="*/ 6407328 h 6858000"/>
              <a:gd name="connsiteX20" fmla="*/ 4527845 w 5271861"/>
              <a:gd name="connsiteY20" fmla="*/ 5635335 h 6858000"/>
              <a:gd name="connsiteX21" fmla="*/ 4527845 w 5271861"/>
              <a:gd name="connsiteY21" fmla="*/ 5807571 h 6858000"/>
              <a:gd name="connsiteX22" fmla="*/ 4716336 w 5271861"/>
              <a:gd name="connsiteY22" fmla="*/ 5807571 h 6858000"/>
              <a:gd name="connsiteX23" fmla="*/ 4898746 w 5271861"/>
              <a:gd name="connsiteY23" fmla="*/ 5635335 h 6858000"/>
              <a:gd name="connsiteX24" fmla="*/ 3485857 w 5271861"/>
              <a:gd name="connsiteY24" fmla="*/ 5635335 h 6858000"/>
              <a:gd name="connsiteX25" fmla="*/ 3485857 w 5271861"/>
              <a:gd name="connsiteY25" fmla="*/ 5807571 h 6858000"/>
              <a:gd name="connsiteX26" fmla="*/ 3674348 w 5271861"/>
              <a:gd name="connsiteY26" fmla="*/ 5807571 h 6858000"/>
              <a:gd name="connsiteX27" fmla="*/ 3856758 w 5271861"/>
              <a:gd name="connsiteY27" fmla="*/ 5635335 h 6858000"/>
              <a:gd name="connsiteX28" fmla="*/ 2443870 w 5271861"/>
              <a:gd name="connsiteY28" fmla="*/ 5635335 h 6858000"/>
              <a:gd name="connsiteX29" fmla="*/ 2443870 w 5271861"/>
              <a:gd name="connsiteY29" fmla="*/ 5807571 h 6858000"/>
              <a:gd name="connsiteX30" fmla="*/ 2635134 w 5271861"/>
              <a:gd name="connsiteY30" fmla="*/ 5807571 h 6858000"/>
              <a:gd name="connsiteX31" fmla="*/ 2820227 w 5271861"/>
              <a:gd name="connsiteY31" fmla="*/ 5635335 h 6858000"/>
              <a:gd name="connsiteX32" fmla="*/ 1407336 w 5271861"/>
              <a:gd name="connsiteY32" fmla="*/ 5635335 h 6858000"/>
              <a:gd name="connsiteX33" fmla="*/ 1407336 w 5271861"/>
              <a:gd name="connsiteY33" fmla="*/ 5807571 h 6858000"/>
              <a:gd name="connsiteX34" fmla="*/ 1595827 w 5271861"/>
              <a:gd name="connsiteY34" fmla="*/ 5807571 h 6858000"/>
              <a:gd name="connsiteX35" fmla="*/ 1778237 w 5271861"/>
              <a:gd name="connsiteY35" fmla="*/ 5635335 h 6858000"/>
              <a:gd name="connsiteX36" fmla="*/ 365348 w 5271861"/>
              <a:gd name="connsiteY36" fmla="*/ 5635335 h 6858000"/>
              <a:gd name="connsiteX37" fmla="*/ 365348 w 5271861"/>
              <a:gd name="connsiteY37" fmla="*/ 5807571 h 6858000"/>
              <a:gd name="connsiteX38" fmla="*/ 553839 w 5271861"/>
              <a:gd name="connsiteY38" fmla="*/ 5807571 h 6858000"/>
              <a:gd name="connsiteX39" fmla="*/ 736249 w 5271861"/>
              <a:gd name="connsiteY39" fmla="*/ 5635335 h 6858000"/>
              <a:gd name="connsiteX40" fmla="*/ 4527845 w 5271861"/>
              <a:gd name="connsiteY40" fmla="*/ 4869722 h 6858000"/>
              <a:gd name="connsiteX41" fmla="*/ 4527845 w 5271861"/>
              <a:gd name="connsiteY41" fmla="*/ 5041958 h 6858000"/>
              <a:gd name="connsiteX42" fmla="*/ 4716336 w 5271861"/>
              <a:gd name="connsiteY42" fmla="*/ 5041958 h 6858000"/>
              <a:gd name="connsiteX43" fmla="*/ 4898746 w 5271861"/>
              <a:gd name="connsiteY43" fmla="*/ 4869722 h 6858000"/>
              <a:gd name="connsiteX44" fmla="*/ 3485857 w 5271861"/>
              <a:gd name="connsiteY44" fmla="*/ 4869722 h 6858000"/>
              <a:gd name="connsiteX45" fmla="*/ 3485857 w 5271861"/>
              <a:gd name="connsiteY45" fmla="*/ 5041958 h 6858000"/>
              <a:gd name="connsiteX46" fmla="*/ 3674348 w 5271861"/>
              <a:gd name="connsiteY46" fmla="*/ 5041958 h 6858000"/>
              <a:gd name="connsiteX47" fmla="*/ 3856758 w 5271861"/>
              <a:gd name="connsiteY47" fmla="*/ 4869722 h 6858000"/>
              <a:gd name="connsiteX48" fmla="*/ 2443870 w 5271861"/>
              <a:gd name="connsiteY48" fmla="*/ 4869722 h 6858000"/>
              <a:gd name="connsiteX49" fmla="*/ 2443870 w 5271861"/>
              <a:gd name="connsiteY49" fmla="*/ 5041958 h 6858000"/>
              <a:gd name="connsiteX50" fmla="*/ 2635134 w 5271861"/>
              <a:gd name="connsiteY50" fmla="*/ 5041958 h 6858000"/>
              <a:gd name="connsiteX51" fmla="*/ 2820227 w 5271861"/>
              <a:gd name="connsiteY51" fmla="*/ 4869722 h 6858000"/>
              <a:gd name="connsiteX52" fmla="*/ 1407336 w 5271861"/>
              <a:gd name="connsiteY52" fmla="*/ 4869722 h 6858000"/>
              <a:gd name="connsiteX53" fmla="*/ 1407336 w 5271861"/>
              <a:gd name="connsiteY53" fmla="*/ 5041958 h 6858000"/>
              <a:gd name="connsiteX54" fmla="*/ 1595827 w 5271861"/>
              <a:gd name="connsiteY54" fmla="*/ 5041958 h 6858000"/>
              <a:gd name="connsiteX55" fmla="*/ 1778237 w 5271861"/>
              <a:gd name="connsiteY55" fmla="*/ 4869722 h 6858000"/>
              <a:gd name="connsiteX56" fmla="*/ 365348 w 5271861"/>
              <a:gd name="connsiteY56" fmla="*/ 4869722 h 6858000"/>
              <a:gd name="connsiteX57" fmla="*/ 365348 w 5271861"/>
              <a:gd name="connsiteY57" fmla="*/ 5041958 h 6858000"/>
              <a:gd name="connsiteX58" fmla="*/ 553839 w 5271861"/>
              <a:gd name="connsiteY58" fmla="*/ 5041958 h 6858000"/>
              <a:gd name="connsiteX59" fmla="*/ 736249 w 5271861"/>
              <a:gd name="connsiteY59" fmla="*/ 4869722 h 6858000"/>
              <a:gd name="connsiteX60" fmla="*/ 4527845 w 5271861"/>
              <a:gd name="connsiteY60" fmla="*/ 4097728 h 6858000"/>
              <a:gd name="connsiteX61" fmla="*/ 4527845 w 5271861"/>
              <a:gd name="connsiteY61" fmla="*/ 4269964 h 6858000"/>
              <a:gd name="connsiteX62" fmla="*/ 4716336 w 5271861"/>
              <a:gd name="connsiteY62" fmla="*/ 4269964 h 6858000"/>
              <a:gd name="connsiteX63" fmla="*/ 4898746 w 5271861"/>
              <a:gd name="connsiteY63" fmla="*/ 4097728 h 6858000"/>
              <a:gd name="connsiteX64" fmla="*/ 3485857 w 5271861"/>
              <a:gd name="connsiteY64" fmla="*/ 4097728 h 6858000"/>
              <a:gd name="connsiteX65" fmla="*/ 3485857 w 5271861"/>
              <a:gd name="connsiteY65" fmla="*/ 4269964 h 6858000"/>
              <a:gd name="connsiteX66" fmla="*/ 3674348 w 5271861"/>
              <a:gd name="connsiteY66" fmla="*/ 4269964 h 6858000"/>
              <a:gd name="connsiteX67" fmla="*/ 3856758 w 5271861"/>
              <a:gd name="connsiteY67" fmla="*/ 4097728 h 6858000"/>
              <a:gd name="connsiteX68" fmla="*/ 2443870 w 5271861"/>
              <a:gd name="connsiteY68" fmla="*/ 4097728 h 6858000"/>
              <a:gd name="connsiteX69" fmla="*/ 2443870 w 5271861"/>
              <a:gd name="connsiteY69" fmla="*/ 4269964 h 6858000"/>
              <a:gd name="connsiteX70" fmla="*/ 2635134 w 5271861"/>
              <a:gd name="connsiteY70" fmla="*/ 4269964 h 6858000"/>
              <a:gd name="connsiteX71" fmla="*/ 2820227 w 5271861"/>
              <a:gd name="connsiteY71" fmla="*/ 4097728 h 6858000"/>
              <a:gd name="connsiteX72" fmla="*/ 1407336 w 5271861"/>
              <a:gd name="connsiteY72" fmla="*/ 4097728 h 6858000"/>
              <a:gd name="connsiteX73" fmla="*/ 1407336 w 5271861"/>
              <a:gd name="connsiteY73" fmla="*/ 4269964 h 6858000"/>
              <a:gd name="connsiteX74" fmla="*/ 1595827 w 5271861"/>
              <a:gd name="connsiteY74" fmla="*/ 4269964 h 6858000"/>
              <a:gd name="connsiteX75" fmla="*/ 1778237 w 5271861"/>
              <a:gd name="connsiteY75" fmla="*/ 4097728 h 6858000"/>
              <a:gd name="connsiteX76" fmla="*/ 365348 w 5271861"/>
              <a:gd name="connsiteY76" fmla="*/ 4097728 h 6858000"/>
              <a:gd name="connsiteX77" fmla="*/ 365348 w 5271861"/>
              <a:gd name="connsiteY77" fmla="*/ 4269964 h 6858000"/>
              <a:gd name="connsiteX78" fmla="*/ 553839 w 5271861"/>
              <a:gd name="connsiteY78" fmla="*/ 4269964 h 6858000"/>
              <a:gd name="connsiteX79" fmla="*/ 736249 w 5271861"/>
              <a:gd name="connsiteY79" fmla="*/ 4097728 h 6858000"/>
              <a:gd name="connsiteX80" fmla="*/ 4527847 w 5271861"/>
              <a:gd name="connsiteY80" fmla="*/ 3332115 h 6858000"/>
              <a:gd name="connsiteX81" fmla="*/ 4527847 w 5271861"/>
              <a:gd name="connsiteY81" fmla="*/ 3497972 h 6858000"/>
              <a:gd name="connsiteX82" fmla="*/ 4716338 w 5271861"/>
              <a:gd name="connsiteY82" fmla="*/ 3497972 h 6858000"/>
              <a:gd name="connsiteX83" fmla="*/ 4898750 w 5271861"/>
              <a:gd name="connsiteY83" fmla="*/ 3332115 h 6858000"/>
              <a:gd name="connsiteX84" fmla="*/ 3485859 w 5271861"/>
              <a:gd name="connsiteY84" fmla="*/ 3332115 h 6858000"/>
              <a:gd name="connsiteX85" fmla="*/ 3485859 w 5271861"/>
              <a:gd name="connsiteY85" fmla="*/ 3497972 h 6858000"/>
              <a:gd name="connsiteX86" fmla="*/ 3674350 w 5271861"/>
              <a:gd name="connsiteY86" fmla="*/ 3497972 h 6858000"/>
              <a:gd name="connsiteX87" fmla="*/ 3856762 w 5271861"/>
              <a:gd name="connsiteY87" fmla="*/ 3332115 h 6858000"/>
              <a:gd name="connsiteX88" fmla="*/ 2443871 w 5271861"/>
              <a:gd name="connsiteY88" fmla="*/ 3332115 h 6858000"/>
              <a:gd name="connsiteX89" fmla="*/ 2443871 w 5271861"/>
              <a:gd name="connsiteY89" fmla="*/ 3497972 h 6858000"/>
              <a:gd name="connsiteX90" fmla="*/ 2635134 w 5271861"/>
              <a:gd name="connsiteY90" fmla="*/ 3497972 h 6858000"/>
              <a:gd name="connsiteX91" fmla="*/ 2820228 w 5271861"/>
              <a:gd name="connsiteY91" fmla="*/ 3332115 h 6858000"/>
              <a:gd name="connsiteX92" fmla="*/ 1407338 w 5271861"/>
              <a:gd name="connsiteY92" fmla="*/ 3332115 h 6858000"/>
              <a:gd name="connsiteX93" fmla="*/ 1407338 w 5271861"/>
              <a:gd name="connsiteY93" fmla="*/ 3497972 h 6858000"/>
              <a:gd name="connsiteX94" fmla="*/ 1595829 w 5271861"/>
              <a:gd name="connsiteY94" fmla="*/ 3497972 h 6858000"/>
              <a:gd name="connsiteX95" fmla="*/ 1778241 w 5271861"/>
              <a:gd name="connsiteY95" fmla="*/ 3332115 h 6858000"/>
              <a:gd name="connsiteX96" fmla="*/ 365350 w 5271861"/>
              <a:gd name="connsiteY96" fmla="*/ 3332115 h 6858000"/>
              <a:gd name="connsiteX97" fmla="*/ 365350 w 5271861"/>
              <a:gd name="connsiteY97" fmla="*/ 3497972 h 6858000"/>
              <a:gd name="connsiteX98" fmla="*/ 553841 w 5271861"/>
              <a:gd name="connsiteY98" fmla="*/ 3497972 h 6858000"/>
              <a:gd name="connsiteX99" fmla="*/ 736253 w 5271861"/>
              <a:gd name="connsiteY99" fmla="*/ 3332115 h 6858000"/>
              <a:gd name="connsiteX100" fmla="*/ 4527845 w 5271861"/>
              <a:gd name="connsiteY100" fmla="*/ 2560122 h 6858000"/>
              <a:gd name="connsiteX101" fmla="*/ 4527845 w 5271861"/>
              <a:gd name="connsiteY101" fmla="*/ 2732358 h 6858000"/>
              <a:gd name="connsiteX102" fmla="*/ 4716336 w 5271861"/>
              <a:gd name="connsiteY102" fmla="*/ 2732358 h 6858000"/>
              <a:gd name="connsiteX103" fmla="*/ 4898746 w 5271861"/>
              <a:gd name="connsiteY103" fmla="*/ 2560122 h 6858000"/>
              <a:gd name="connsiteX104" fmla="*/ 3485857 w 5271861"/>
              <a:gd name="connsiteY104" fmla="*/ 2560122 h 6858000"/>
              <a:gd name="connsiteX105" fmla="*/ 3485857 w 5271861"/>
              <a:gd name="connsiteY105" fmla="*/ 2732358 h 6858000"/>
              <a:gd name="connsiteX106" fmla="*/ 3674348 w 5271861"/>
              <a:gd name="connsiteY106" fmla="*/ 2732358 h 6858000"/>
              <a:gd name="connsiteX107" fmla="*/ 3856758 w 5271861"/>
              <a:gd name="connsiteY107" fmla="*/ 2560122 h 6858000"/>
              <a:gd name="connsiteX108" fmla="*/ 2443870 w 5271861"/>
              <a:gd name="connsiteY108" fmla="*/ 2560122 h 6858000"/>
              <a:gd name="connsiteX109" fmla="*/ 2443870 w 5271861"/>
              <a:gd name="connsiteY109" fmla="*/ 2732358 h 6858000"/>
              <a:gd name="connsiteX110" fmla="*/ 2635134 w 5271861"/>
              <a:gd name="connsiteY110" fmla="*/ 2732358 h 6858000"/>
              <a:gd name="connsiteX111" fmla="*/ 2820227 w 5271861"/>
              <a:gd name="connsiteY111" fmla="*/ 2560122 h 6858000"/>
              <a:gd name="connsiteX112" fmla="*/ 1407336 w 5271861"/>
              <a:gd name="connsiteY112" fmla="*/ 2560122 h 6858000"/>
              <a:gd name="connsiteX113" fmla="*/ 1407336 w 5271861"/>
              <a:gd name="connsiteY113" fmla="*/ 2732358 h 6858000"/>
              <a:gd name="connsiteX114" fmla="*/ 1595827 w 5271861"/>
              <a:gd name="connsiteY114" fmla="*/ 2732358 h 6858000"/>
              <a:gd name="connsiteX115" fmla="*/ 1778237 w 5271861"/>
              <a:gd name="connsiteY115" fmla="*/ 2560122 h 6858000"/>
              <a:gd name="connsiteX116" fmla="*/ 365348 w 5271861"/>
              <a:gd name="connsiteY116" fmla="*/ 2560122 h 6858000"/>
              <a:gd name="connsiteX117" fmla="*/ 365348 w 5271861"/>
              <a:gd name="connsiteY117" fmla="*/ 2732357 h 6858000"/>
              <a:gd name="connsiteX118" fmla="*/ 553839 w 5271861"/>
              <a:gd name="connsiteY118" fmla="*/ 2732357 h 6858000"/>
              <a:gd name="connsiteX119" fmla="*/ 736249 w 5271861"/>
              <a:gd name="connsiteY119" fmla="*/ 2560122 h 6858000"/>
              <a:gd name="connsiteX120" fmla="*/ 4527845 w 5271861"/>
              <a:gd name="connsiteY120" fmla="*/ 1788129 h 6858000"/>
              <a:gd name="connsiteX121" fmla="*/ 4527845 w 5271861"/>
              <a:gd name="connsiteY121" fmla="*/ 1960365 h 6858000"/>
              <a:gd name="connsiteX122" fmla="*/ 4716336 w 5271861"/>
              <a:gd name="connsiteY122" fmla="*/ 1960365 h 6858000"/>
              <a:gd name="connsiteX123" fmla="*/ 4898746 w 5271861"/>
              <a:gd name="connsiteY123" fmla="*/ 1788129 h 6858000"/>
              <a:gd name="connsiteX124" fmla="*/ 3485857 w 5271861"/>
              <a:gd name="connsiteY124" fmla="*/ 1788129 h 6858000"/>
              <a:gd name="connsiteX125" fmla="*/ 3485857 w 5271861"/>
              <a:gd name="connsiteY125" fmla="*/ 1960365 h 6858000"/>
              <a:gd name="connsiteX126" fmla="*/ 3674348 w 5271861"/>
              <a:gd name="connsiteY126" fmla="*/ 1960365 h 6858000"/>
              <a:gd name="connsiteX127" fmla="*/ 3856758 w 5271861"/>
              <a:gd name="connsiteY127" fmla="*/ 1788129 h 6858000"/>
              <a:gd name="connsiteX128" fmla="*/ 2443870 w 5271861"/>
              <a:gd name="connsiteY128" fmla="*/ 1788129 h 6858000"/>
              <a:gd name="connsiteX129" fmla="*/ 2443870 w 5271861"/>
              <a:gd name="connsiteY129" fmla="*/ 1960365 h 6858000"/>
              <a:gd name="connsiteX130" fmla="*/ 2635134 w 5271861"/>
              <a:gd name="connsiteY130" fmla="*/ 1960365 h 6858000"/>
              <a:gd name="connsiteX131" fmla="*/ 2820227 w 5271861"/>
              <a:gd name="connsiteY131" fmla="*/ 1788129 h 6858000"/>
              <a:gd name="connsiteX132" fmla="*/ 1407336 w 5271861"/>
              <a:gd name="connsiteY132" fmla="*/ 1788129 h 6858000"/>
              <a:gd name="connsiteX133" fmla="*/ 1407336 w 5271861"/>
              <a:gd name="connsiteY133" fmla="*/ 1960365 h 6858000"/>
              <a:gd name="connsiteX134" fmla="*/ 1595827 w 5271861"/>
              <a:gd name="connsiteY134" fmla="*/ 1960365 h 6858000"/>
              <a:gd name="connsiteX135" fmla="*/ 1778237 w 5271861"/>
              <a:gd name="connsiteY135" fmla="*/ 1788129 h 6858000"/>
              <a:gd name="connsiteX136" fmla="*/ 365348 w 5271861"/>
              <a:gd name="connsiteY136" fmla="*/ 1788128 h 6858000"/>
              <a:gd name="connsiteX137" fmla="*/ 365348 w 5271861"/>
              <a:gd name="connsiteY137" fmla="*/ 1960364 h 6858000"/>
              <a:gd name="connsiteX138" fmla="*/ 553839 w 5271861"/>
              <a:gd name="connsiteY138" fmla="*/ 1960364 h 6858000"/>
              <a:gd name="connsiteX139" fmla="*/ 736249 w 5271861"/>
              <a:gd name="connsiteY139" fmla="*/ 1788128 h 6858000"/>
              <a:gd name="connsiteX140" fmla="*/ 4527845 w 5271861"/>
              <a:gd name="connsiteY140" fmla="*/ 1022516 h 6858000"/>
              <a:gd name="connsiteX141" fmla="*/ 4527845 w 5271861"/>
              <a:gd name="connsiteY141" fmla="*/ 1194753 h 6858000"/>
              <a:gd name="connsiteX142" fmla="*/ 4716336 w 5271861"/>
              <a:gd name="connsiteY142" fmla="*/ 1194753 h 6858000"/>
              <a:gd name="connsiteX143" fmla="*/ 4898746 w 5271861"/>
              <a:gd name="connsiteY143" fmla="*/ 1022516 h 6858000"/>
              <a:gd name="connsiteX144" fmla="*/ 3485857 w 5271861"/>
              <a:gd name="connsiteY144" fmla="*/ 1022516 h 6858000"/>
              <a:gd name="connsiteX145" fmla="*/ 3485857 w 5271861"/>
              <a:gd name="connsiteY145" fmla="*/ 1194753 h 6858000"/>
              <a:gd name="connsiteX146" fmla="*/ 3674348 w 5271861"/>
              <a:gd name="connsiteY146" fmla="*/ 1194753 h 6858000"/>
              <a:gd name="connsiteX147" fmla="*/ 3856758 w 5271861"/>
              <a:gd name="connsiteY147" fmla="*/ 1022516 h 6858000"/>
              <a:gd name="connsiteX148" fmla="*/ 2443870 w 5271861"/>
              <a:gd name="connsiteY148" fmla="*/ 1022516 h 6858000"/>
              <a:gd name="connsiteX149" fmla="*/ 2443870 w 5271861"/>
              <a:gd name="connsiteY149" fmla="*/ 1194753 h 6858000"/>
              <a:gd name="connsiteX150" fmla="*/ 2635134 w 5271861"/>
              <a:gd name="connsiteY150" fmla="*/ 1194753 h 6858000"/>
              <a:gd name="connsiteX151" fmla="*/ 2820227 w 5271861"/>
              <a:gd name="connsiteY151" fmla="*/ 1022516 h 6858000"/>
              <a:gd name="connsiteX152" fmla="*/ 1407336 w 5271861"/>
              <a:gd name="connsiteY152" fmla="*/ 1022516 h 6858000"/>
              <a:gd name="connsiteX153" fmla="*/ 1407336 w 5271861"/>
              <a:gd name="connsiteY153" fmla="*/ 1194753 h 6858000"/>
              <a:gd name="connsiteX154" fmla="*/ 1595827 w 5271861"/>
              <a:gd name="connsiteY154" fmla="*/ 1194753 h 6858000"/>
              <a:gd name="connsiteX155" fmla="*/ 1778237 w 5271861"/>
              <a:gd name="connsiteY155" fmla="*/ 1022516 h 6858000"/>
              <a:gd name="connsiteX156" fmla="*/ 365348 w 5271861"/>
              <a:gd name="connsiteY156" fmla="*/ 1022515 h 6858000"/>
              <a:gd name="connsiteX157" fmla="*/ 365348 w 5271861"/>
              <a:gd name="connsiteY157" fmla="*/ 1194751 h 6858000"/>
              <a:gd name="connsiteX158" fmla="*/ 553839 w 5271861"/>
              <a:gd name="connsiteY158" fmla="*/ 1194751 h 6858000"/>
              <a:gd name="connsiteX159" fmla="*/ 736249 w 5271861"/>
              <a:gd name="connsiteY159" fmla="*/ 1022515 h 6858000"/>
              <a:gd name="connsiteX160" fmla="*/ 4527845 w 5271861"/>
              <a:gd name="connsiteY160" fmla="*/ 250524 h 6858000"/>
              <a:gd name="connsiteX161" fmla="*/ 4527845 w 5271861"/>
              <a:gd name="connsiteY161" fmla="*/ 422759 h 6858000"/>
              <a:gd name="connsiteX162" fmla="*/ 4716336 w 5271861"/>
              <a:gd name="connsiteY162" fmla="*/ 422759 h 6858000"/>
              <a:gd name="connsiteX163" fmla="*/ 4898746 w 5271861"/>
              <a:gd name="connsiteY163" fmla="*/ 250524 h 6858000"/>
              <a:gd name="connsiteX164" fmla="*/ 3485857 w 5271861"/>
              <a:gd name="connsiteY164" fmla="*/ 250524 h 6858000"/>
              <a:gd name="connsiteX165" fmla="*/ 3485857 w 5271861"/>
              <a:gd name="connsiteY165" fmla="*/ 422759 h 6858000"/>
              <a:gd name="connsiteX166" fmla="*/ 3674348 w 5271861"/>
              <a:gd name="connsiteY166" fmla="*/ 422759 h 6858000"/>
              <a:gd name="connsiteX167" fmla="*/ 3856758 w 5271861"/>
              <a:gd name="connsiteY167" fmla="*/ 250524 h 6858000"/>
              <a:gd name="connsiteX168" fmla="*/ 2443870 w 5271861"/>
              <a:gd name="connsiteY168" fmla="*/ 250524 h 6858000"/>
              <a:gd name="connsiteX169" fmla="*/ 2443870 w 5271861"/>
              <a:gd name="connsiteY169" fmla="*/ 422759 h 6858000"/>
              <a:gd name="connsiteX170" fmla="*/ 2635134 w 5271861"/>
              <a:gd name="connsiteY170" fmla="*/ 422759 h 6858000"/>
              <a:gd name="connsiteX171" fmla="*/ 2820227 w 5271861"/>
              <a:gd name="connsiteY171" fmla="*/ 250524 h 6858000"/>
              <a:gd name="connsiteX172" fmla="*/ 1407336 w 5271861"/>
              <a:gd name="connsiteY172" fmla="*/ 250524 h 6858000"/>
              <a:gd name="connsiteX173" fmla="*/ 1407336 w 5271861"/>
              <a:gd name="connsiteY173" fmla="*/ 422759 h 6858000"/>
              <a:gd name="connsiteX174" fmla="*/ 1595827 w 5271861"/>
              <a:gd name="connsiteY174" fmla="*/ 422759 h 6858000"/>
              <a:gd name="connsiteX175" fmla="*/ 1778237 w 5271861"/>
              <a:gd name="connsiteY175" fmla="*/ 250524 h 6858000"/>
              <a:gd name="connsiteX176" fmla="*/ 365348 w 5271861"/>
              <a:gd name="connsiteY176" fmla="*/ 250522 h 6858000"/>
              <a:gd name="connsiteX177" fmla="*/ 365348 w 5271861"/>
              <a:gd name="connsiteY177" fmla="*/ 422758 h 6858000"/>
              <a:gd name="connsiteX178" fmla="*/ 553839 w 5271861"/>
              <a:gd name="connsiteY178" fmla="*/ 422758 h 6858000"/>
              <a:gd name="connsiteX179" fmla="*/ 736249 w 5271861"/>
              <a:gd name="connsiteY179" fmla="*/ 250522 h 6858000"/>
              <a:gd name="connsiteX180" fmla="*/ 0 w 5271861"/>
              <a:gd name="connsiteY180" fmla="*/ 0 h 6858000"/>
              <a:gd name="connsiteX181" fmla="*/ 4923065 w 5271861"/>
              <a:gd name="connsiteY181" fmla="*/ 0 h 6858000"/>
              <a:gd name="connsiteX182" fmla="*/ 5092917 w 5271861"/>
              <a:gd name="connsiteY182" fmla="*/ 0 h 6858000"/>
              <a:gd name="connsiteX183" fmla="*/ 5271861 w 5271861"/>
              <a:gd name="connsiteY183" fmla="*/ 0 h 6858000"/>
              <a:gd name="connsiteX184" fmla="*/ 5271861 w 5271861"/>
              <a:gd name="connsiteY184" fmla="*/ 6858000 h 6858000"/>
              <a:gd name="connsiteX185" fmla="*/ 5092917 w 5271861"/>
              <a:gd name="connsiteY185" fmla="*/ 6858000 h 6858000"/>
              <a:gd name="connsiteX186" fmla="*/ 4923065 w 5271861"/>
              <a:gd name="connsiteY186" fmla="*/ 6858000 h 6858000"/>
              <a:gd name="connsiteX187" fmla="*/ 0 w 5271861"/>
              <a:gd name="connsiteY18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</a:cxnLst>
            <a:rect l="l" t="t" r="r" b="b"/>
            <a:pathLst>
              <a:path w="5271861" h="6858000">
                <a:moveTo>
                  <a:pt x="4527845" y="6407328"/>
                </a:moveTo>
                <a:lnTo>
                  <a:pt x="4527845" y="6579564"/>
                </a:lnTo>
                <a:lnTo>
                  <a:pt x="4716336" y="6579564"/>
                </a:lnTo>
                <a:lnTo>
                  <a:pt x="4898746" y="6407328"/>
                </a:lnTo>
                <a:close/>
                <a:moveTo>
                  <a:pt x="3485857" y="6407328"/>
                </a:moveTo>
                <a:lnTo>
                  <a:pt x="3485857" y="6579564"/>
                </a:lnTo>
                <a:lnTo>
                  <a:pt x="3674348" y="6579564"/>
                </a:lnTo>
                <a:lnTo>
                  <a:pt x="3856758" y="6407328"/>
                </a:lnTo>
                <a:close/>
                <a:moveTo>
                  <a:pt x="2443870" y="6407328"/>
                </a:moveTo>
                <a:lnTo>
                  <a:pt x="2443870" y="6579564"/>
                </a:lnTo>
                <a:lnTo>
                  <a:pt x="2635134" y="6579564"/>
                </a:lnTo>
                <a:lnTo>
                  <a:pt x="2820227" y="6407328"/>
                </a:lnTo>
                <a:close/>
                <a:moveTo>
                  <a:pt x="1407336" y="6407328"/>
                </a:moveTo>
                <a:lnTo>
                  <a:pt x="1407336" y="6579564"/>
                </a:lnTo>
                <a:lnTo>
                  <a:pt x="1595827" y="6579564"/>
                </a:lnTo>
                <a:lnTo>
                  <a:pt x="1778237" y="6407328"/>
                </a:lnTo>
                <a:close/>
                <a:moveTo>
                  <a:pt x="365348" y="6407328"/>
                </a:moveTo>
                <a:lnTo>
                  <a:pt x="365348" y="6579564"/>
                </a:lnTo>
                <a:lnTo>
                  <a:pt x="553839" y="6579564"/>
                </a:lnTo>
                <a:lnTo>
                  <a:pt x="736249" y="6407328"/>
                </a:lnTo>
                <a:close/>
                <a:moveTo>
                  <a:pt x="4527845" y="5635335"/>
                </a:moveTo>
                <a:lnTo>
                  <a:pt x="4527845" y="5807571"/>
                </a:lnTo>
                <a:lnTo>
                  <a:pt x="4716336" y="5807571"/>
                </a:lnTo>
                <a:lnTo>
                  <a:pt x="4898746" y="5635335"/>
                </a:lnTo>
                <a:close/>
                <a:moveTo>
                  <a:pt x="3485857" y="5635335"/>
                </a:moveTo>
                <a:lnTo>
                  <a:pt x="3485857" y="5807571"/>
                </a:lnTo>
                <a:lnTo>
                  <a:pt x="3674348" y="5807571"/>
                </a:lnTo>
                <a:lnTo>
                  <a:pt x="3856758" y="5635335"/>
                </a:lnTo>
                <a:close/>
                <a:moveTo>
                  <a:pt x="2443870" y="5635335"/>
                </a:moveTo>
                <a:lnTo>
                  <a:pt x="2443870" y="5807571"/>
                </a:lnTo>
                <a:lnTo>
                  <a:pt x="2635134" y="5807571"/>
                </a:lnTo>
                <a:lnTo>
                  <a:pt x="2820227" y="5635335"/>
                </a:lnTo>
                <a:close/>
                <a:moveTo>
                  <a:pt x="1407336" y="5635335"/>
                </a:moveTo>
                <a:lnTo>
                  <a:pt x="1407336" y="5807571"/>
                </a:lnTo>
                <a:lnTo>
                  <a:pt x="1595827" y="5807571"/>
                </a:lnTo>
                <a:lnTo>
                  <a:pt x="1778237" y="5635335"/>
                </a:lnTo>
                <a:close/>
                <a:moveTo>
                  <a:pt x="365348" y="5635335"/>
                </a:moveTo>
                <a:lnTo>
                  <a:pt x="365348" y="5807571"/>
                </a:lnTo>
                <a:lnTo>
                  <a:pt x="553839" y="5807571"/>
                </a:lnTo>
                <a:lnTo>
                  <a:pt x="736249" y="5635335"/>
                </a:lnTo>
                <a:close/>
                <a:moveTo>
                  <a:pt x="4527845" y="4869722"/>
                </a:moveTo>
                <a:lnTo>
                  <a:pt x="4527845" y="5041958"/>
                </a:lnTo>
                <a:lnTo>
                  <a:pt x="4716336" y="5041958"/>
                </a:lnTo>
                <a:lnTo>
                  <a:pt x="4898746" y="4869722"/>
                </a:lnTo>
                <a:close/>
                <a:moveTo>
                  <a:pt x="3485857" y="4869722"/>
                </a:moveTo>
                <a:lnTo>
                  <a:pt x="3485857" y="5041958"/>
                </a:lnTo>
                <a:lnTo>
                  <a:pt x="3674348" y="5041958"/>
                </a:lnTo>
                <a:lnTo>
                  <a:pt x="3856758" y="4869722"/>
                </a:lnTo>
                <a:close/>
                <a:moveTo>
                  <a:pt x="2443870" y="4869722"/>
                </a:moveTo>
                <a:lnTo>
                  <a:pt x="2443870" y="5041958"/>
                </a:lnTo>
                <a:lnTo>
                  <a:pt x="2635134" y="5041958"/>
                </a:lnTo>
                <a:lnTo>
                  <a:pt x="2820227" y="4869722"/>
                </a:lnTo>
                <a:close/>
                <a:moveTo>
                  <a:pt x="1407336" y="4869722"/>
                </a:moveTo>
                <a:lnTo>
                  <a:pt x="1407336" y="5041958"/>
                </a:lnTo>
                <a:lnTo>
                  <a:pt x="1595827" y="5041958"/>
                </a:lnTo>
                <a:lnTo>
                  <a:pt x="1778237" y="4869722"/>
                </a:lnTo>
                <a:close/>
                <a:moveTo>
                  <a:pt x="365348" y="4869722"/>
                </a:moveTo>
                <a:lnTo>
                  <a:pt x="365348" y="5041958"/>
                </a:lnTo>
                <a:lnTo>
                  <a:pt x="553839" y="5041958"/>
                </a:lnTo>
                <a:lnTo>
                  <a:pt x="736249" y="4869722"/>
                </a:lnTo>
                <a:close/>
                <a:moveTo>
                  <a:pt x="4527845" y="4097728"/>
                </a:moveTo>
                <a:lnTo>
                  <a:pt x="4527845" y="4269964"/>
                </a:lnTo>
                <a:lnTo>
                  <a:pt x="4716336" y="4269964"/>
                </a:lnTo>
                <a:lnTo>
                  <a:pt x="4898746" y="4097728"/>
                </a:lnTo>
                <a:close/>
                <a:moveTo>
                  <a:pt x="3485857" y="4097728"/>
                </a:moveTo>
                <a:lnTo>
                  <a:pt x="3485857" y="4269964"/>
                </a:lnTo>
                <a:lnTo>
                  <a:pt x="3674348" y="4269964"/>
                </a:lnTo>
                <a:lnTo>
                  <a:pt x="3856758" y="4097728"/>
                </a:lnTo>
                <a:close/>
                <a:moveTo>
                  <a:pt x="2443870" y="4097728"/>
                </a:moveTo>
                <a:lnTo>
                  <a:pt x="2443870" y="4269964"/>
                </a:lnTo>
                <a:lnTo>
                  <a:pt x="2635134" y="4269964"/>
                </a:lnTo>
                <a:lnTo>
                  <a:pt x="2820227" y="4097728"/>
                </a:lnTo>
                <a:close/>
                <a:moveTo>
                  <a:pt x="1407336" y="4097728"/>
                </a:moveTo>
                <a:lnTo>
                  <a:pt x="1407336" y="4269964"/>
                </a:lnTo>
                <a:lnTo>
                  <a:pt x="1595827" y="4269964"/>
                </a:lnTo>
                <a:lnTo>
                  <a:pt x="1778237" y="4097728"/>
                </a:lnTo>
                <a:close/>
                <a:moveTo>
                  <a:pt x="365348" y="4097728"/>
                </a:moveTo>
                <a:lnTo>
                  <a:pt x="365348" y="4269964"/>
                </a:lnTo>
                <a:lnTo>
                  <a:pt x="553839" y="4269964"/>
                </a:lnTo>
                <a:lnTo>
                  <a:pt x="736249" y="4097728"/>
                </a:lnTo>
                <a:close/>
                <a:moveTo>
                  <a:pt x="4527847" y="3332115"/>
                </a:moveTo>
                <a:lnTo>
                  <a:pt x="4527847" y="3497972"/>
                </a:lnTo>
                <a:lnTo>
                  <a:pt x="4716338" y="3497972"/>
                </a:lnTo>
                <a:lnTo>
                  <a:pt x="4898750" y="3332115"/>
                </a:lnTo>
                <a:close/>
                <a:moveTo>
                  <a:pt x="3485859" y="3332115"/>
                </a:moveTo>
                <a:lnTo>
                  <a:pt x="3485859" y="3497972"/>
                </a:lnTo>
                <a:lnTo>
                  <a:pt x="3674350" y="3497972"/>
                </a:lnTo>
                <a:lnTo>
                  <a:pt x="3856762" y="3332115"/>
                </a:lnTo>
                <a:close/>
                <a:moveTo>
                  <a:pt x="2443871" y="3332115"/>
                </a:moveTo>
                <a:lnTo>
                  <a:pt x="2443871" y="3497972"/>
                </a:lnTo>
                <a:lnTo>
                  <a:pt x="2635134" y="3497972"/>
                </a:lnTo>
                <a:lnTo>
                  <a:pt x="2820228" y="3332115"/>
                </a:lnTo>
                <a:close/>
                <a:moveTo>
                  <a:pt x="1407338" y="3332115"/>
                </a:moveTo>
                <a:lnTo>
                  <a:pt x="1407338" y="3497972"/>
                </a:lnTo>
                <a:lnTo>
                  <a:pt x="1595829" y="3497972"/>
                </a:lnTo>
                <a:lnTo>
                  <a:pt x="1778241" y="3332115"/>
                </a:lnTo>
                <a:close/>
                <a:moveTo>
                  <a:pt x="365350" y="3332115"/>
                </a:moveTo>
                <a:lnTo>
                  <a:pt x="365350" y="3497972"/>
                </a:lnTo>
                <a:lnTo>
                  <a:pt x="553841" y="3497972"/>
                </a:lnTo>
                <a:lnTo>
                  <a:pt x="736253" y="3332115"/>
                </a:lnTo>
                <a:close/>
                <a:moveTo>
                  <a:pt x="4527845" y="2560122"/>
                </a:moveTo>
                <a:lnTo>
                  <a:pt x="4527845" y="2732358"/>
                </a:lnTo>
                <a:lnTo>
                  <a:pt x="4716336" y="2732358"/>
                </a:lnTo>
                <a:lnTo>
                  <a:pt x="4898746" y="2560122"/>
                </a:lnTo>
                <a:close/>
                <a:moveTo>
                  <a:pt x="3485857" y="2560122"/>
                </a:moveTo>
                <a:lnTo>
                  <a:pt x="3485857" y="2732358"/>
                </a:lnTo>
                <a:lnTo>
                  <a:pt x="3674348" y="2732358"/>
                </a:lnTo>
                <a:lnTo>
                  <a:pt x="3856758" y="2560122"/>
                </a:lnTo>
                <a:close/>
                <a:moveTo>
                  <a:pt x="2443870" y="2560122"/>
                </a:moveTo>
                <a:lnTo>
                  <a:pt x="2443870" y="2732358"/>
                </a:lnTo>
                <a:lnTo>
                  <a:pt x="2635134" y="2732358"/>
                </a:lnTo>
                <a:lnTo>
                  <a:pt x="2820227" y="2560122"/>
                </a:lnTo>
                <a:close/>
                <a:moveTo>
                  <a:pt x="1407336" y="2560122"/>
                </a:moveTo>
                <a:lnTo>
                  <a:pt x="1407336" y="2732358"/>
                </a:lnTo>
                <a:lnTo>
                  <a:pt x="1595827" y="2732358"/>
                </a:lnTo>
                <a:lnTo>
                  <a:pt x="1778237" y="2560122"/>
                </a:lnTo>
                <a:close/>
                <a:moveTo>
                  <a:pt x="365348" y="2560122"/>
                </a:moveTo>
                <a:lnTo>
                  <a:pt x="365348" y="2732357"/>
                </a:lnTo>
                <a:lnTo>
                  <a:pt x="553839" y="2732357"/>
                </a:lnTo>
                <a:lnTo>
                  <a:pt x="736249" y="2560122"/>
                </a:lnTo>
                <a:close/>
                <a:moveTo>
                  <a:pt x="4527845" y="1788129"/>
                </a:moveTo>
                <a:lnTo>
                  <a:pt x="4527845" y="1960365"/>
                </a:lnTo>
                <a:lnTo>
                  <a:pt x="4716336" y="1960365"/>
                </a:lnTo>
                <a:lnTo>
                  <a:pt x="4898746" y="1788129"/>
                </a:lnTo>
                <a:close/>
                <a:moveTo>
                  <a:pt x="3485857" y="1788129"/>
                </a:moveTo>
                <a:lnTo>
                  <a:pt x="3485857" y="1960365"/>
                </a:lnTo>
                <a:lnTo>
                  <a:pt x="3674348" y="1960365"/>
                </a:lnTo>
                <a:lnTo>
                  <a:pt x="3856758" y="1788129"/>
                </a:lnTo>
                <a:close/>
                <a:moveTo>
                  <a:pt x="2443870" y="1788129"/>
                </a:moveTo>
                <a:lnTo>
                  <a:pt x="2443870" y="1960365"/>
                </a:lnTo>
                <a:lnTo>
                  <a:pt x="2635134" y="1960365"/>
                </a:lnTo>
                <a:lnTo>
                  <a:pt x="2820227" y="1788129"/>
                </a:lnTo>
                <a:close/>
                <a:moveTo>
                  <a:pt x="1407336" y="1788129"/>
                </a:moveTo>
                <a:lnTo>
                  <a:pt x="1407336" y="1960365"/>
                </a:lnTo>
                <a:lnTo>
                  <a:pt x="1595827" y="1960365"/>
                </a:lnTo>
                <a:lnTo>
                  <a:pt x="1778237" y="1788129"/>
                </a:lnTo>
                <a:close/>
                <a:moveTo>
                  <a:pt x="365348" y="1788128"/>
                </a:moveTo>
                <a:lnTo>
                  <a:pt x="365348" y="1960364"/>
                </a:lnTo>
                <a:lnTo>
                  <a:pt x="553839" y="1960364"/>
                </a:lnTo>
                <a:lnTo>
                  <a:pt x="736249" y="1788128"/>
                </a:lnTo>
                <a:close/>
                <a:moveTo>
                  <a:pt x="4527845" y="1022516"/>
                </a:moveTo>
                <a:lnTo>
                  <a:pt x="4527845" y="1194753"/>
                </a:lnTo>
                <a:lnTo>
                  <a:pt x="4716336" y="1194753"/>
                </a:lnTo>
                <a:lnTo>
                  <a:pt x="4898746" y="1022516"/>
                </a:lnTo>
                <a:close/>
                <a:moveTo>
                  <a:pt x="3485857" y="1022516"/>
                </a:moveTo>
                <a:lnTo>
                  <a:pt x="3485857" y="1194753"/>
                </a:lnTo>
                <a:lnTo>
                  <a:pt x="3674348" y="1194753"/>
                </a:lnTo>
                <a:lnTo>
                  <a:pt x="3856758" y="1022516"/>
                </a:lnTo>
                <a:close/>
                <a:moveTo>
                  <a:pt x="2443870" y="1022516"/>
                </a:moveTo>
                <a:lnTo>
                  <a:pt x="2443870" y="1194753"/>
                </a:lnTo>
                <a:lnTo>
                  <a:pt x="2635134" y="1194753"/>
                </a:lnTo>
                <a:lnTo>
                  <a:pt x="2820227" y="1022516"/>
                </a:lnTo>
                <a:close/>
                <a:moveTo>
                  <a:pt x="1407336" y="1022516"/>
                </a:moveTo>
                <a:lnTo>
                  <a:pt x="1407336" y="1194753"/>
                </a:lnTo>
                <a:lnTo>
                  <a:pt x="1595827" y="1194753"/>
                </a:lnTo>
                <a:lnTo>
                  <a:pt x="1778237" y="1022516"/>
                </a:lnTo>
                <a:close/>
                <a:moveTo>
                  <a:pt x="365348" y="1022515"/>
                </a:moveTo>
                <a:lnTo>
                  <a:pt x="365348" y="1194751"/>
                </a:lnTo>
                <a:lnTo>
                  <a:pt x="553839" y="1194751"/>
                </a:lnTo>
                <a:lnTo>
                  <a:pt x="736249" y="1022515"/>
                </a:lnTo>
                <a:close/>
                <a:moveTo>
                  <a:pt x="4527845" y="250524"/>
                </a:moveTo>
                <a:lnTo>
                  <a:pt x="4527845" y="422759"/>
                </a:lnTo>
                <a:lnTo>
                  <a:pt x="4716336" y="422759"/>
                </a:lnTo>
                <a:lnTo>
                  <a:pt x="4898746" y="250524"/>
                </a:lnTo>
                <a:close/>
                <a:moveTo>
                  <a:pt x="3485857" y="250524"/>
                </a:moveTo>
                <a:lnTo>
                  <a:pt x="3485857" y="422759"/>
                </a:lnTo>
                <a:lnTo>
                  <a:pt x="3674348" y="422759"/>
                </a:lnTo>
                <a:lnTo>
                  <a:pt x="3856758" y="250524"/>
                </a:lnTo>
                <a:close/>
                <a:moveTo>
                  <a:pt x="2443870" y="250524"/>
                </a:moveTo>
                <a:lnTo>
                  <a:pt x="2443870" y="422759"/>
                </a:lnTo>
                <a:lnTo>
                  <a:pt x="2635134" y="422759"/>
                </a:lnTo>
                <a:lnTo>
                  <a:pt x="2820227" y="250524"/>
                </a:lnTo>
                <a:close/>
                <a:moveTo>
                  <a:pt x="1407336" y="250524"/>
                </a:moveTo>
                <a:lnTo>
                  <a:pt x="1407336" y="422759"/>
                </a:lnTo>
                <a:lnTo>
                  <a:pt x="1595827" y="422759"/>
                </a:lnTo>
                <a:lnTo>
                  <a:pt x="1778237" y="250524"/>
                </a:lnTo>
                <a:close/>
                <a:moveTo>
                  <a:pt x="365348" y="250522"/>
                </a:moveTo>
                <a:lnTo>
                  <a:pt x="365348" y="422758"/>
                </a:lnTo>
                <a:lnTo>
                  <a:pt x="553839" y="422758"/>
                </a:lnTo>
                <a:lnTo>
                  <a:pt x="736249" y="250522"/>
                </a:lnTo>
                <a:close/>
                <a:moveTo>
                  <a:pt x="0" y="0"/>
                </a:moveTo>
                <a:lnTo>
                  <a:pt x="4923065" y="0"/>
                </a:lnTo>
                <a:lnTo>
                  <a:pt x="5092917" y="0"/>
                </a:lnTo>
                <a:lnTo>
                  <a:pt x="5271861" y="0"/>
                </a:lnTo>
                <a:lnTo>
                  <a:pt x="5271861" y="6858000"/>
                </a:lnTo>
                <a:lnTo>
                  <a:pt x="5092917" y="6858000"/>
                </a:lnTo>
                <a:lnTo>
                  <a:pt x="4923065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9D1FF"/>
          </a:solidFill>
          <a:ln w="28575" algn="ctr">
            <a:noFill/>
            <a:miter lim="800000"/>
            <a:headEnd/>
            <a:tailEnd/>
          </a:ln>
        </p:spPr>
        <p:txBody>
          <a:bodyPr wrap="square" lIns="90000" tIns="72000" rIns="90000" bIns="72000" rtlCol="0" anchor="ctr">
            <a:noAutofit/>
          </a:bodyPr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E" sz="1400" b="0" i="0" u="none" strike="noStrike" kern="0" cap="none" spc="0" normalizeH="0" baseline="0" noProof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pic>
        <p:nvPicPr>
          <p:cNvPr id="370087874" name="LogoWhite-Dynamic" descr="{&quot;templafy&quot;:{&quot;id&quot;:&quot;b40c0a34-001f-4cc8-810a-ebf1d48ddb8c&quot;}}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00" y="504000"/>
            <a:ext cx="727192" cy="360000"/>
          </a:xfrm>
          <a:prstGeom prst="rect">
            <a:avLst/>
          </a:prstGeom>
        </p:spPr>
      </p:pic>
      <p:sp>
        <p:nvSpPr>
          <p:cNvPr id="4" name="Title"/>
          <p:cNvSpPr>
            <a:spLocks noGrp="1"/>
          </p:cNvSpPr>
          <p:nvPr>
            <p:ph type="title" hasCustomPrompt="1"/>
          </p:nvPr>
        </p:nvSpPr>
        <p:spPr>
          <a:xfrm>
            <a:off x="504000" y="2706317"/>
            <a:ext cx="6418067" cy="997196"/>
          </a:xfrm>
        </p:spPr>
        <p:txBody>
          <a:bodyPr anchor="b" anchorCtr="0">
            <a:noAutofit/>
          </a:bodyPr>
          <a:lstStyle>
            <a:lvl1pPr>
              <a:lnSpc>
                <a:spcPct val="90000"/>
              </a:lnSpc>
              <a:defRPr sz="3600" b="0" i="0">
                <a:solidFill>
                  <a:schemeClr val="bg1"/>
                </a:solidFill>
                <a:latin typeface="72 Brand Medium" panose="020B0504030603020204" pitchFamily="34" charset="0"/>
                <a:cs typeface="Arial" panose="020B0604020202020204" pitchFamily="34" charset="0"/>
              </a:defRPr>
            </a:lvl1pPr>
          </a:lstStyle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dirty="0"/>
              <a:t>Title goes here</a:t>
            </a:r>
            <a:br>
              <a:rPr lang="en-US" dirty="0"/>
            </a:br>
            <a:r>
              <a:rPr lang="en-US" dirty="0"/>
              <a:t>and here and here</a:t>
            </a:r>
            <a:endParaRPr lang="de-DE" sz="3600" kern="0" dirty="0" err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3F8C5CA6-1B07-0B13-95CA-1433F380A5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4000" y="4267200"/>
            <a:ext cx="5503449" cy="493713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942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1701">
          <p15:clr>
            <a:srgbClr val="FBAE40"/>
          </p15:clr>
        </p15:guide>
        <p15:guide id="3" orient="horz" pos="2688">
          <p15:clr>
            <a:srgbClr val="FBAE40"/>
          </p15:clr>
        </p15:guide>
        <p15:guide id="4" orient="horz" pos="2341">
          <p15:clr>
            <a:srgbClr val="FBAE40"/>
          </p15:clr>
        </p15:guide>
        <p15:guide id="5" orient="horz" pos="299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11186476" cy="369332"/>
          </a:xfrm>
        </p:spPr>
        <p:txBody>
          <a:bodyPr/>
          <a:lstStyle>
            <a:lvl1pPr>
              <a:defRPr b="0"/>
            </a:lvl1pPr>
          </a:lstStyle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FA2F6B6-06DC-4EF7-2D70-B673B7F346C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3238" y="1543050"/>
            <a:ext cx="11187112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30026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318">
          <p15:clr>
            <a:srgbClr val="FBAE40"/>
          </p15:clr>
        </p15:guide>
        <p15:guide id="5" orient="horz" pos="552">
          <p15:clr>
            <a:srgbClr val="FBAE40"/>
          </p15:clr>
        </p15:guide>
        <p15:guide id="6" orient="horz" pos="972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C0164F-A425-DAFF-4F8D-CCD2435E155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03239" y="1543050"/>
            <a:ext cx="5467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3021143-2BA7-B3E8-AD6C-9FD4302A49E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23000" y="1543050"/>
            <a:ext cx="5467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2391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  <p15:guide id="8" orient="horz" pos="972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/3 right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8127175" y="0"/>
            <a:ext cx="4068000" cy="6858000"/>
          </a:xfrm>
          <a:noFill/>
        </p:spPr>
        <p:txBody>
          <a:bodyPr vert="horz" lIns="0" tIns="2448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image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0" y="504000"/>
            <a:ext cx="7371589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AE487FD-3B81-5414-D8EE-7961A987577D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503238" y="1543050"/>
            <a:ext cx="7372350" cy="48117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166399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111">
          <p15:clr>
            <a:srgbClr val="FBAE40"/>
          </p15:clr>
        </p15:guide>
        <p15:guide id="5" orient="horz" pos="317">
          <p15:clr>
            <a:srgbClr val="FBAE40"/>
          </p15:clr>
        </p15:guide>
        <p15:guide id="6" orient="horz" pos="551">
          <p15:clr>
            <a:srgbClr val="FBAE40"/>
          </p15:clr>
        </p15:guide>
        <p15:guide id="7" orient="horz" pos="972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21413" y="1557338"/>
            <a:ext cx="5469064" cy="4795837"/>
          </a:xfrm>
          <a:noFill/>
        </p:spPr>
        <p:txBody>
          <a:bodyPr vert="horz" lIns="0" tIns="151200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1929"/>
              </a:spcBef>
              <a:buClr>
                <a:schemeClr val="accent1"/>
              </a:buClr>
              <a:buSzPct val="80000"/>
              <a:buFontTx/>
              <a:buNone/>
              <a:defRPr lang="de-DE" sz="1600" b="0" i="0" kern="1200" dirty="0">
                <a:solidFill>
                  <a:schemeClr val="tx1"/>
                </a:solidFill>
                <a:latin typeface="72 Brand" panose="020B0504030603020204" pitchFamily="34" charset="0"/>
                <a:ea typeface="+mn-ea"/>
                <a:cs typeface="+mn-cs"/>
              </a:defRPr>
            </a:lvl1pPr>
          </a:lstStyle>
          <a:p>
            <a:r>
              <a:rPr lang="en-US"/>
              <a:t>Click icon to add screenshot</a:t>
            </a:r>
            <a:endParaRPr lang="de-DE"/>
          </a:p>
        </p:txBody>
      </p:sp>
      <p:sp>
        <p:nvSpPr>
          <p:cNvPr id="3" name="Title"/>
          <p:cNvSpPr>
            <a:spLocks noGrp="1"/>
          </p:cNvSpPr>
          <p:nvPr>
            <p:ph type="title" hasCustomPrompt="1"/>
          </p:nvPr>
        </p:nvSpPr>
        <p:spPr>
          <a:xfrm>
            <a:off x="504001" y="504000"/>
            <a:ext cx="11186476" cy="369332"/>
          </a:xfrm>
        </p:spPr>
        <p:txBody>
          <a:bodyPr/>
          <a:lstStyle/>
          <a:p>
            <a:r>
              <a:rPr lang="en-US" noProof="0" dirty="0"/>
              <a:t>Insert page title (sentence case)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772F2B-0434-6AC5-5E2E-E10ABDD1A745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3237" y="1543050"/>
            <a:ext cx="5464175" cy="4810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25720043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orient="horz" pos="972">
          <p15:clr>
            <a:srgbClr val="FBAE40"/>
          </p15:clr>
        </p15:guide>
        <p15:guide id="6" orient="horz" pos="317">
          <p15:clr>
            <a:srgbClr val="FBAE40"/>
          </p15:clr>
        </p15:guide>
        <p15:guide id="7" orient="horz" pos="55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&gt;DO NOT USE&gt;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124504-36FD-4753-851D-5B7D02D4A2D1}"/>
              </a:ext>
            </a:extLst>
          </p:cNvPr>
          <p:cNvSpPr/>
          <p:nvPr userDrawn="1"/>
        </p:nvSpPr>
        <p:spPr bwMode="white">
          <a:xfrm>
            <a:off x="0" y="0"/>
            <a:ext cx="12195175" cy="6858000"/>
          </a:xfrm>
          <a:prstGeom prst="rect">
            <a:avLst/>
          </a:prstGeom>
          <a:solidFill>
            <a:srgbClr val="EE3939"/>
          </a:solidFill>
          <a:ln w="6350" cap="rnd">
            <a:noFill/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600"/>
              </a:spcBef>
              <a:buClr>
                <a:srgbClr val="003755"/>
              </a:buClr>
            </a:pPr>
            <a:endParaRPr lang="en-GB" sz="1400" err="1">
              <a:solidFill>
                <a:srgbClr val="A4A6A2"/>
              </a:solidFill>
            </a:endParaRPr>
          </a:p>
        </p:txBody>
      </p:sp>
      <p:sp>
        <p:nvSpPr>
          <p:cNvPr id="5" name="Do not use"/>
          <p:cNvSpPr txBox="1"/>
          <p:nvPr userDrawn="1"/>
        </p:nvSpPr>
        <p:spPr>
          <a:xfrm>
            <a:off x="430325" y="656823"/>
            <a:ext cx="11359935" cy="278537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>
                <a:solidFill>
                  <a:schemeClr val="bg1"/>
                </a:solidFill>
                <a:latin typeface="+mj-lt"/>
              </a:rPr>
              <a:t>The layouts following this one belong </a:t>
            </a:r>
            <a:br>
              <a:rPr lang="en-GB" sz="4400" b="0" noProof="0">
                <a:solidFill>
                  <a:schemeClr val="bg1"/>
                </a:solidFill>
                <a:latin typeface="+mj-lt"/>
              </a:rPr>
            </a:br>
            <a:r>
              <a:rPr lang="en-GB" sz="4400" b="0" noProof="0">
                <a:solidFill>
                  <a:schemeClr val="bg1"/>
                </a:solidFill>
                <a:latin typeface="+mj-lt"/>
              </a:rPr>
              <a:t>to templates other than the officially distributed SAP PowerPoint template.</a:t>
            </a:r>
          </a:p>
          <a:p>
            <a:pPr marL="0" marR="0" indent="0" algn="ctr" fontAlgn="auto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3755"/>
              </a:buClr>
              <a:buSzTx/>
              <a:buFontTx/>
              <a:buNone/>
              <a:tabLst/>
            </a:pPr>
            <a:r>
              <a:rPr lang="en-GB" sz="4400" b="0" noProof="0">
                <a:solidFill>
                  <a:schemeClr val="bg1"/>
                </a:solidFill>
                <a:latin typeface="+mn-lt"/>
              </a:rPr>
              <a:t>Please do not use them.</a:t>
            </a:r>
            <a:endParaRPr lang="en-GB" sz="2800" b="0" noProof="0">
              <a:solidFill>
                <a:schemeClr val="bg1"/>
              </a:solidFill>
              <a:latin typeface="72 Brand" panose="020B0504030603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BEB5E5A-DA85-4D5B-80B9-F94482F55D76}"/>
              </a:ext>
            </a:extLst>
          </p:cNvPr>
          <p:cNvGrpSpPr/>
          <p:nvPr userDrawn="1"/>
        </p:nvGrpSpPr>
        <p:grpSpPr bwMode="black">
          <a:xfrm rot="8100000">
            <a:off x="10407583" y="4661326"/>
            <a:ext cx="1037058" cy="1036788"/>
            <a:chOff x="6096000" y="4963130"/>
            <a:chExt cx="1456719" cy="1456719"/>
          </a:xfrm>
          <a:solidFill>
            <a:schemeClr val="bg1"/>
          </a:solidFill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C823227E-A862-4A7F-BC20-0D107430AB2C}"/>
                </a:ext>
              </a:extLst>
            </p:cNvPr>
            <p:cNvSpPr/>
            <p:nvPr userDrawn="1"/>
          </p:nvSpPr>
          <p:spPr bwMode="black">
            <a:xfrm rot="5400000">
              <a:off x="5534135" y="5524995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err="1">
                <a:solidFill>
                  <a:schemeClr val="tx1"/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8501AE6-6504-4184-9443-E89AFACF769D}"/>
                </a:ext>
              </a:extLst>
            </p:cNvPr>
            <p:cNvSpPr/>
            <p:nvPr userDrawn="1"/>
          </p:nvSpPr>
          <p:spPr bwMode="black">
            <a:xfrm rot="10800000">
              <a:off x="6096000" y="4963130"/>
              <a:ext cx="1456719" cy="332990"/>
            </a:xfrm>
            <a:prstGeom prst="rect">
              <a:avLst/>
            </a:prstGeom>
            <a:grpFill/>
            <a:ln w="6350" cap="rnd">
              <a:noFill/>
              <a:round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600"/>
                </a:spcBef>
                <a:buClr>
                  <a:srgbClr val="003755"/>
                </a:buClr>
              </a:pPr>
              <a:endParaRPr lang="en-GB" sz="1400" err="1">
                <a:solidFill>
                  <a:schemeClr val="tx1"/>
                </a:solidFill>
              </a:endParaRP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67CEE09B-6EE1-4BF2-85A3-DE69E91BC4C6}"/>
              </a:ext>
            </a:extLst>
          </p:cNvPr>
          <p:cNvSpPr/>
          <p:nvPr userDrawn="1"/>
        </p:nvSpPr>
        <p:spPr>
          <a:xfrm>
            <a:off x="430324" y="4365269"/>
            <a:ext cx="10154990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9600" b="1" i="1" noProof="0">
                <a:solidFill>
                  <a:schemeClr val="bg1"/>
                </a:solidFill>
                <a:latin typeface="+mj-lt"/>
              </a:rPr>
              <a:t>Other layouts</a:t>
            </a:r>
            <a:endParaRPr lang="en-GB" sz="1800" b="1" i="1" noProof="0">
              <a:latin typeface="+mj-lt"/>
            </a:endParaRPr>
          </a:p>
        </p:txBody>
      </p:sp>
      <p:sp>
        <p:nvSpPr>
          <p:cNvPr id="13" name="Date Placeholder 6" hidden="1">
            <a:extLst>
              <a:ext uri="{FF2B5EF4-FFF2-40B4-BE49-F238E27FC236}">
                <a16:creationId xmlns:a16="http://schemas.microsoft.com/office/drawing/2014/main" id="{706505A8-87EA-4BA0-B698-35156BC765D0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249" y="6537073"/>
            <a:ext cx="985275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8BE5A79F-CEE8-4C11-A8A5-0D02CD0019B9}" type="datetime4">
              <a:rPr lang="en-US" smtClean="0"/>
              <a:pPr/>
              <a:t>September 12, 2026</a:t>
            </a:fld>
            <a:endParaRPr lang="en-GB"/>
          </a:p>
        </p:txBody>
      </p:sp>
      <p:sp>
        <p:nvSpPr>
          <p:cNvPr id="14" name="Footer Placeholder 8" hidden="1">
            <a:extLst>
              <a:ext uri="{FF2B5EF4-FFF2-40B4-BE49-F238E27FC236}">
                <a16:creationId xmlns:a16="http://schemas.microsoft.com/office/drawing/2014/main" id="{AB150C2C-2030-498B-8262-6BD5BCCBB34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1584685" y="6537073"/>
            <a:ext cx="2948351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/>
          </a:p>
        </p:txBody>
      </p:sp>
      <p:sp>
        <p:nvSpPr>
          <p:cNvPr id="15" name="Slide Number Placeholder 10" hidden="1">
            <a:extLst>
              <a:ext uri="{FF2B5EF4-FFF2-40B4-BE49-F238E27FC236}">
                <a16:creationId xmlns:a16="http://schemas.microsoft.com/office/drawing/2014/main" id="{E81B246F-92C7-4EF8-ACD0-05F73C7095B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20341" y="6537073"/>
            <a:ext cx="265838" cy="141861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defPPr>
              <a:defRPr lang="en-US"/>
            </a:defPPr>
            <a:lvl1pPr marL="0" algn="l" defTabSz="914400" rtl="0" eaLnBrk="1" latinLnBrk="0" hangingPunct="1">
              <a:defRPr sz="700" b="0" i="0" kern="1200">
                <a:solidFill>
                  <a:schemeClr val="tx2"/>
                </a:solidFill>
                <a:latin typeface="72 Brand" panose="020B0504030603020204" pitchFamily="34" charset="0"/>
                <a:ea typeface="72 Brand" panose="020B0504030603020204" pitchFamily="34" charset="0"/>
                <a:cs typeface="Arial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3AA811B-2EBD-4900-905E-5BE206449611}" type="slidenum">
              <a:rPr lang="en-US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3678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7" Type="http://schemas.openxmlformats.org/officeDocument/2006/relationships/tags" Target="../tags/tag82.xml"/><Relationship Id="rId21" Type="http://schemas.openxmlformats.org/officeDocument/2006/relationships/slideLayout" Target="../slideLayouts/slideLayout21.xml"/><Relationship Id="rId42" Type="http://schemas.openxmlformats.org/officeDocument/2006/relationships/tags" Target="../tags/tag7.xml"/><Relationship Id="rId63" Type="http://schemas.openxmlformats.org/officeDocument/2006/relationships/tags" Target="../tags/tag28.xml"/><Relationship Id="rId84" Type="http://schemas.openxmlformats.org/officeDocument/2006/relationships/tags" Target="../tags/tag49.xml"/><Relationship Id="rId138" Type="http://schemas.openxmlformats.org/officeDocument/2006/relationships/tags" Target="../tags/tag103.xml"/><Relationship Id="rId159" Type="http://schemas.openxmlformats.org/officeDocument/2006/relationships/tags" Target="../tags/tag124.xml"/><Relationship Id="rId107" Type="http://schemas.openxmlformats.org/officeDocument/2006/relationships/tags" Target="../tags/tag72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53" Type="http://schemas.openxmlformats.org/officeDocument/2006/relationships/tags" Target="../tags/tag18.xml"/><Relationship Id="rId74" Type="http://schemas.openxmlformats.org/officeDocument/2006/relationships/tags" Target="../tags/tag39.xml"/><Relationship Id="rId128" Type="http://schemas.openxmlformats.org/officeDocument/2006/relationships/tags" Target="../tags/tag93.xml"/><Relationship Id="rId149" Type="http://schemas.openxmlformats.org/officeDocument/2006/relationships/tags" Target="../tags/tag114.xml"/><Relationship Id="rId5" Type="http://schemas.openxmlformats.org/officeDocument/2006/relationships/slideLayout" Target="../slideLayouts/slideLayout5.xml"/><Relationship Id="rId95" Type="http://schemas.openxmlformats.org/officeDocument/2006/relationships/tags" Target="../tags/tag60.xml"/><Relationship Id="rId22" Type="http://schemas.openxmlformats.org/officeDocument/2006/relationships/slideLayout" Target="../slideLayouts/slideLayout22.xml"/><Relationship Id="rId43" Type="http://schemas.openxmlformats.org/officeDocument/2006/relationships/tags" Target="../tags/tag8.xml"/><Relationship Id="rId64" Type="http://schemas.openxmlformats.org/officeDocument/2006/relationships/tags" Target="../tags/tag29.xml"/><Relationship Id="rId118" Type="http://schemas.openxmlformats.org/officeDocument/2006/relationships/tags" Target="../tags/tag83.xml"/><Relationship Id="rId139" Type="http://schemas.openxmlformats.org/officeDocument/2006/relationships/tags" Target="../tags/tag104.xml"/><Relationship Id="rId80" Type="http://schemas.openxmlformats.org/officeDocument/2006/relationships/tags" Target="../tags/tag45.xml"/><Relationship Id="rId85" Type="http://schemas.openxmlformats.org/officeDocument/2006/relationships/tags" Target="../tags/tag50.xml"/><Relationship Id="rId150" Type="http://schemas.openxmlformats.org/officeDocument/2006/relationships/tags" Target="../tags/tag115.xml"/><Relationship Id="rId155" Type="http://schemas.openxmlformats.org/officeDocument/2006/relationships/tags" Target="../tags/tag120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33" Type="http://schemas.openxmlformats.org/officeDocument/2006/relationships/slideLayout" Target="../slideLayouts/slideLayout33.xml"/><Relationship Id="rId38" Type="http://schemas.openxmlformats.org/officeDocument/2006/relationships/tags" Target="../tags/tag3.xml"/><Relationship Id="rId59" Type="http://schemas.openxmlformats.org/officeDocument/2006/relationships/tags" Target="../tags/tag24.xml"/><Relationship Id="rId103" Type="http://schemas.openxmlformats.org/officeDocument/2006/relationships/tags" Target="../tags/tag68.xml"/><Relationship Id="rId108" Type="http://schemas.openxmlformats.org/officeDocument/2006/relationships/tags" Target="../tags/tag73.xml"/><Relationship Id="rId124" Type="http://schemas.openxmlformats.org/officeDocument/2006/relationships/tags" Target="../tags/tag89.xml"/><Relationship Id="rId129" Type="http://schemas.openxmlformats.org/officeDocument/2006/relationships/tags" Target="../tags/tag94.xml"/><Relationship Id="rId54" Type="http://schemas.openxmlformats.org/officeDocument/2006/relationships/tags" Target="../tags/tag19.xml"/><Relationship Id="rId70" Type="http://schemas.openxmlformats.org/officeDocument/2006/relationships/tags" Target="../tags/tag35.xml"/><Relationship Id="rId75" Type="http://schemas.openxmlformats.org/officeDocument/2006/relationships/tags" Target="../tags/tag40.xml"/><Relationship Id="rId91" Type="http://schemas.openxmlformats.org/officeDocument/2006/relationships/tags" Target="../tags/tag56.xml"/><Relationship Id="rId96" Type="http://schemas.openxmlformats.org/officeDocument/2006/relationships/tags" Target="../tags/tag61.xml"/><Relationship Id="rId140" Type="http://schemas.openxmlformats.org/officeDocument/2006/relationships/tags" Target="../tags/tag105.xml"/><Relationship Id="rId145" Type="http://schemas.openxmlformats.org/officeDocument/2006/relationships/tags" Target="../tags/tag11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49" Type="http://schemas.openxmlformats.org/officeDocument/2006/relationships/tags" Target="../tags/tag14.xml"/><Relationship Id="rId114" Type="http://schemas.openxmlformats.org/officeDocument/2006/relationships/tags" Target="../tags/tag79.xml"/><Relationship Id="rId119" Type="http://schemas.openxmlformats.org/officeDocument/2006/relationships/tags" Target="../tags/tag84.xml"/><Relationship Id="rId44" Type="http://schemas.openxmlformats.org/officeDocument/2006/relationships/tags" Target="../tags/tag9.xml"/><Relationship Id="rId60" Type="http://schemas.openxmlformats.org/officeDocument/2006/relationships/tags" Target="../tags/tag25.xml"/><Relationship Id="rId65" Type="http://schemas.openxmlformats.org/officeDocument/2006/relationships/tags" Target="../tags/tag30.xml"/><Relationship Id="rId81" Type="http://schemas.openxmlformats.org/officeDocument/2006/relationships/tags" Target="../tags/tag46.xml"/><Relationship Id="rId86" Type="http://schemas.openxmlformats.org/officeDocument/2006/relationships/tags" Target="../tags/tag51.xml"/><Relationship Id="rId130" Type="http://schemas.openxmlformats.org/officeDocument/2006/relationships/tags" Target="../tags/tag95.xml"/><Relationship Id="rId135" Type="http://schemas.openxmlformats.org/officeDocument/2006/relationships/tags" Target="../tags/tag100.xml"/><Relationship Id="rId151" Type="http://schemas.openxmlformats.org/officeDocument/2006/relationships/tags" Target="../tags/tag116.xml"/><Relationship Id="rId156" Type="http://schemas.openxmlformats.org/officeDocument/2006/relationships/tags" Target="../tags/tag121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tags" Target="../tags/tag4.xml"/><Relationship Id="rId109" Type="http://schemas.openxmlformats.org/officeDocument/2006/relationships/tags" Target="../tags/tag74.xml"/><Relationship Id="rId34" Type="http://schemas.openxmlformats.org/officeDocument/2006/relationships/slideLayout" Target="../slideLayouts/slideLayout34.xml"/><Relationship Id="rId50" Type="http://schemas.openxmlformats.org/officeDocument/2006/relationships/tags" Target="../tags/tag15.xml"/><Relationship Id="rId55" Type="http://schemas.openxmlformats.org/officeDocument/2006/relationships/tags" Target="../tags/tag20.xml"/><Relationship Id="rId76" Type="http://schemas.openxmlformats.org/officeDocument/2006/relationships/tags" Target="../tags/tag41.xml"/><Relationship Id="rId97" Type="http://schemas.openxmlformats.org/officeDocument/2006/relationships/tags" Target="../tags/tag62.xml"/><Relationship Id="rId104" Type="http://schemas.openxmlformats.org/officeDocument/2006/relationships/tags" Target="../tags/tag69.xml"/><Relationship Id="rId120" Type="http://schemas.openxmlformats.org/officeDocument/2006/relationships/tags" Target="../tags/tag85.xml"/><Relationship Id="rId125" Type="http://schemas.openxmlformats.org/officeDocument/2006/relationships/tags" Target="../tags/tag90.xml"/><Relationship Id="rId141" Type="http://schemas.openxmlformats.org/officeDocument/2006/relationships/tags" Target="../tags/tag106.xml"/><Relationship Id="rId146" Type="http://schemas.openxmlformats.org/officeDocument/2006/relationships/tags" Target="../tags/tag111.xml"/><Relationship Id="rId7" Type="http://schemas.openxmlformats.org/officeDocument/2006/relationships/slideLayout" Target="../slideLayouts/slideLayout7.xml"/><Relationship Id="rId71" Type="http://schemas.openxmlformats.org/officeDocument/2006/relationships/tags" Target="../tags/tag36.xml"/><Relationship Id="rId92" Type="http://schemas.openxmlformats.org/officeDocument/2006/relationships/tags" Target="../tags/tag57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tags" Target="../tags/tag5.xml"/><Relationship Id="rId45" Type="http://schemas.openxmlformats.org/officeDocument/2006/relationships/tags" Target="../tags/tag10.xml"/><Relationship Id="rId66" Type="http://schemas.openxmlformats.org/officeDocument/2006/relationships/tags" Target="../tags/tag31.xml"/><Relationship Id="rId87" Type="http://schemas.openxmlformats.org/officeDocument/2006/relationships/tags" Target="../tags/tag52.xml"/><Relationship Id="rId110" Type="http://schemas.openxmlformats.org/officeDocument/2006/relationships/tags" Target="../tags/tag75.xml"/><Relationship Id="rId115" Type="http://schemas.openxmlformats.org/officeDocument/2006/relationships/tags" Target="../tags/tag80.xml"/><Relationship Id="rId131" Type="http://schemas.openxmlformats.org/officeDocument/2006/relationships/tags" Target="../tags/tag96.xml"/><Relationship Id="rId136" Type="http://schemas.openxmlformats.org/officeDocument/2006/relationships/tags" Target="../tags/tag101.xml"/><Relationship Id="rId157" Type="http://schemas.openxmlformats.org/officeDocument/2006/relationships/tags" Target="../tags/tag122.xml"/><Relationship Id="rId61" Type="http://schemas.openxmlformats.org/officeDocument/2006/relationships/tags" Target="../tags/tag26.xml"/><Relationship Id="rId82" Type="http://schemas.openxmlformats.org/officeDocument/2006/relationships/tags" Target="../tags/tag47.xml"/><Relationship Id="rId152" Type="http://schemas.openxmlformats.org/officeDocument/2006/relationships/tags" Target="../tags/tag117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56" Type="http://schemas.openxmlformats.org/officeDocument/2006/relationships/tags" Target="../tags/tag21.xml"/><Relationship Id="rId77" Type="http://schemas.openxmlformats.org/officeDocument/2006/relationships/tags" Target="../tags/tag42.xml"/><Relationship Id="rId100" Type="http://schemas.openxmlformats.org/officeDocument/2006/relationships/tags" Target="../tags/tag65.xml"/><Relationship Id="rId105" Type="http://schemas.openxmlformats.org/officeDocument/2006/relationships/tags" Target="../tags/tag70.xml"/><Relationship Id="rId126" Type="http://schemas.openxmlformats.org/officeDocument/2006/relationships/tags" Target="../tags/tag91.xml"/><Relationship Id="rId147" Type="http://schemas.openxmlformats.org/officeDocument/2006/relationships/tags" Target="../tags/tag112.xml"/><Relationship Id="rId8" Type="http://schemas.openxmlformats.org/officeDocument/2006/relationships/slideLayout" Target="../slideLayouts/slideLayout8.xml"/><Relationship Id="rId51" Type="http://schemas.openxmlformats.org/officeDocument/2006/relationships/tags" Target="../tags/tag16.xml"/><Relationship Id="rId72" Type="http://schemas.openxmlformats.org/officeDocument/2006/relationships/tags" Target="../tags/tag37.xml"/><Relationship Id="rId93" Type="http://schemas.openxmlformats.org/officeDocument/2006/relationships/tags" Target="../tags/tag58.xml"/><Relationship Id="rId98" Type="http://schemas.openxmlformats.org/officeDocument/2006/relationships/tags" Target="../tags/tag63.xml"/><Relationship Id="rId121" Type="http://schemas.openxmlformats.org/officeDocument/2006/relationships/tags" Target="../tags/tag86.xml"/><Relationship Id="rId142" Type="http://schemas.openxmlformats.org/officeDocument/2006/relationships/tags" Target="../tags/tag107.xml"/><Relationship Id="rId3" Type="http://schemas.openxmlformats.org/officeDocument/2006/relationships/slideLayout" Target="../slideLayouts/slideLayout3.xml"/><Relationship Id="rId25" Type="http://schemas.openxmlformats.org/officeDocument/2006/relationships/slideLayout" Target="../slideLayouts/slideLayout25.xml"/><Relationship Id="rId46" Type="http://schemas.openxmlformats.org/officeDocument/2006/relationships/tags" Target="../tags/tag11.xml"/><Relationship Id="rId67" Type="http://schemas.openxmlformats.org/officeDocument/2006/relationships/tags" Target="../tags/tag32.xml"/><Relationship Id="rId116" Type="http://schemas.openxmlformats.org/officeDocument/2006/relationships/tags" Target="../tags/tag81.xml"/><Relationship Id="rId137" Type="http://schemas.openxmlformats.org/officeDocument/2006/relationships/tags" Target="../tags/tag102.xml"/><Relationship Id="rId158" Type="http://schemas.openxmlformats.org/officeDocument/2006/relationships/tags" Target="../tags/tag123.xml"/><Relationship Id="rId20" Type="http://schemas.openxmlformats.org/officeDocument/2006/relationships/slideLayout" Target="../slideLayouts/slideLayout20.xml"/><Relationship Id="rId41" Type="http://schemas.openxmlformats.org/officeDocument/2006/relationships/tags" Target="../tags/tag6.xml"/><Relationship Id="rId62" Type="http://schemas.openxmlformats.org/officeDocument/2006/relationships/tags" Target="../tags/tag27.xml"/><Relationship Id="rId83" Type="http://schemas.openxmlformats.org/officeDocument/2006/relationships/tags" Target="../tags/tag48.xml"/><Relationship Id="rId88" Type="http://schemas.openxmlformats.org/officeDocument/2006/relationships/tags" Target="../tags/tag53.xml"/><Relationship Id="rId111" Type="http://schemas.openxmlformats.org/officeDocument/2006/relationships/tags" Target="../tags/tag76.xml"/><Relationship Id="rId132" Type="http://schemas.openxmlformats.org/officeDocument/2006/relationships/tags" Target="../tags/tag97.xml"/><Relationship Id="rId153" Type="http://schemas.openxmlformats.org/officeDocument/2006/relationships/tags" Target="../tags/tag118.xml"/><Relationship Id="rId15" Type="http://schemas.openxmlformats.org/officeDocument/2006/relationships/slideLayout" Target="../slideLayouts/slideLayout15.xml"/><Relationship Id="rId36" Type="http://schemas.openxmlformats.org/officeDocument/2006/relationships/theme" Target="../theme/theme1.xml"/><Relationship Id="rId57" Type="http://schemas.openxmlformats.org/officeDocument/2006/relationships/tags" Target="../tags/tag22.xml"/><Relationship Id="rId106" Type="http://schemas.openxmlformats.org/officeDocument/2006/relationships/tags" Target="../tags/tag71.xml"/><Relationship Id="rId127" Type="http://schemas.openxmlformats.org/officeDocument/2006/relationships/tags" Target="../tags/tag92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52" Type="http://schemas.openxmlformats.org/officeDocument/2006/relationships/tags" Target="../tags/tag17.xml"/><Relationship Id="rId73" Type="http://schemas.openxmlformats.org/officeDocument/2006/relationships/tags" Target="../tags/tag38.xml"/><Relationship Id="rId78" Type="http://schemas.openxmlformats.org/officeDocument/2006/relationships/tags" Target="../tags/tag43.xml"/><Relationship Id="rId94" Type="http://schemas.openxmlformats.org/officeDocument/2006/relationships/tags" Target="../tags/tag59.xml"/><Relationship Id="rId99" Type="http://schemas.openxmlformats.org/officeDocument/2006/relationships/tags" Target="../tags/tag64.xml"/><Relationship Id="rId101" Type="http://schemas.openxmlformats.org/officeDocument/2006/relationships/tags" Target="../tags/tag66.xml"/><Relationship Id="rId122" Type="http://schemas.openxmlformats.org/officeDocument/2006/relationships/tags" Target="../tags/tag87.xml"/><Relationship Id="rId143" Type="http://schemas.openxmlformats.org/officeDocument/2006/relationships/tags" Target="../tags/tag108.xml"/><Relationship Id="rId148" Type="http://schemas.openxmlformats.org/officeDocument/2006/relationships/tags" Target="../tags/tag11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47" Type="http://schemas.openxmlformats.org/officeDocument/2006/relationships/tags" Target="../tags/tag12.xml"/><Relationship Id="rId68" Type="http://schemas.openxmlformats.org/officeDocument/2006/relationships/tags" Target="../tags/tag33.xml"/><Relationship Id="rId89" Type="http://schemas.openxmlformats.org/officeDocument/2006/relationships/tags" Target="../tags/tag54.xml"/><Relationship Id="rId112" Type="http://schemas.openxmlformats.org/officeDocument/2006/relationships/tags" Target="../tags/tag77.xml"/><Relationship Id="rId133" Type="http://schemas.openxmlformats.org/officeDocument/2006/relationships/tags" Target="../tags/tag98.xml"/><Relationship Id="rId154" Type="http://schemas.openxmlformats.org/officeDocument/2006/relationships/tags" Target="../tags/tag119.xml"/><Relationship Id="rId16" Type="http://schemas.openxmlformats.org/officeDocument/2006/relationships/slideLayout" Target="../slideLayouts/slideLayout16.xml"/><Relationship Id="rId37" Type="http://schemas.openxmlformats.org/officeDocument/2006/relationships/tags" Target="../tags/tag2.xml"/><Relationship Id="rId58" Type="http://schemas.openxmlformats.org/officeDocument/2006/relationships/tags" Target="../tags/tag23.xml"/><Relationship Id="rId79" Type="http://schemas.openxmlformats.org/officeDocument/2006/relationships/tags" Target="../tags/tag44.xml"/><Relationship Id="rId102" Type="http://schemas.openxmlformats.org/officeDocument/2006/relationships/tags" Target="../tags/tag67.xml"/><Relationship Id="rId123" Type="http://schemas.openxmlformats.org/officeDocument/2006/relationships/tags" Target="../tags/tag88.xml"/><Relationship Id="rId144" Type="http://schemas.openxmlformats.org/officeDocument/2006/relationships/tags" Target="../tags/tag109.xml"/><Relationship Id="rId90" Type="http://schemas.openxmlformats.org/officeDocument/2006/relationships/tags" Target="../tags/tag55.xml"/><Relationship Id="rId27" Type="http://schemas.openxmlformats.org/officeDocument/2006/relationships/slideLayout" Target="../slideLayouts/slideLayout27.xml"/><Relationship Id="rId48" Type="http://schemas.openxmlformats.org/officeDocument/2006/relationships/tags" Target="../tags/tag13.xml"/><Relationship Id="rId69" Type="http://schemas.openxmlformats.org/officeDocument/2006/relationships/tags" Target="../tags/tag34.xml"/><Relationship Id="rId113" Type="http://schemas.openxmlformats.org/officeDocument/2006/relationships/tags" Target="../tags/tag78.xml"/><Relationship Id="rId134" Type="http://schemas.openxmlformats.org/officeDocument/2006/relationships/tags" Target="../tags/tag9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"/>
          <p:cNvSpPr>
            <a:spLocks noGrp="1"/>
          </p:cNvSpPr>
          <p:nvPr userDrawn="1">
            <p:ph type="body" idx="1"/>
          </p:nvPr>
        </p:nvSpPr>
        <p:spPr bwMode="black">
          <a:xfrm>
            <a:off x="504001" y="1548560"/>
            <a:ext cx="11186476" cy="480461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dirty="0"/>
              <a:t>Start typing to add text</a:t>
            </a:r>
          </a:p>
          <a:p>
            <a:pPr lvl="1"/>
            <a:r>
              <a:rPr lang="en-US" dirty="0"/>
              <a:t>Level 2</a:t>
            </a:r>
          </a:p>
          <a:p>
            <a:pPr lvl="2"/>
            <a:r>
              <a:rPr lang="en-US" dirty="0"/>
              <a:t>Level 3</a:t>
            </a:r>
          </a:p>
          <a:p>
            <a:pPr lvl="3"/>
            <a:r>
              <a:rPr lang="en-US" dirty="0"/>
              <a:t>Level 4</a:t>
            </a:r>
          </a:p>
          <a:p>
            <a:pPr lvl="4"/>
            <a:r>
              <a:rPr lang="en-US" dirty="0"/>
              <a:t>Level 5</a:t>
            </a:r>
          </a:p>
          <a:p>
            <a:pPr lvl="5"/>
            <a:r>
              <a:rPr lang="en-US" dirty="0"/>
              <a:t>Level 6</a:t>
            </a:r>
          </a:p>
          <a:p>
            <a:pPr lvl="6"/>
            <a:r>
              <a:rPr lang="en-US" dirty="0"/>
              <a:t>Level 7</a:t>
            </a:r>
          </a:p>
          <a:p>
            <a:pPr lvl="7"/>
            <a:r>
              <a:rPr lang="en-US" dirty="0"/>
              <a:t>Level 8</a:t>
            </a:r>
          </a:p>
          <a:p>
            <a:pPr lvl="8"/>
            <a:r>
              <a:rPr lang="en-US" dirty="0"/>
              <a:t>Level 9</a:t>
            </a:r>
          </a:p>
          <a:p>
            <a:pPr lvl="0"/>
            <a:endParaRPr lang="en-US" noProof="0" dirty="0"/>
          </a:p>
        </p:txBody>
      </p:sp>
      <p:sp>
        <p:nvSpPr>
          <p:cNvPr id="2" name="Title Placeholder"/>
          <p:cNvSpPr>
            <a:spLocks noGrp="1"/>
          </p:cNvSpPr>
          <p:nvPr userDrawn="1">
            <p:ph type="title"/>
          </p:nvPr>
        </p:nvSpPr>
        <p:spPr bwMode="black">
          <a:xfrm>
            <a:off x="504001" y="504000"/>
            <a:ext cx="11183174" cy="369332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en-US" noProof="0" dirty="0"/>
              <a:t>Insert page title (sentence case)</a:t>
            </a:r>
          </a:p>
        </p:txBody>
      </p:sp>
      <p:grpSp>
        <p:nvGrpSpPr>
          <p:cNvPr id="6" name="Harvey 3" hidden="1">
            <a:extLst>
              <a:ext uri="{FF2B5EF4-FFF2-40B4-BE49-F238E27FC236}">
                <a16:creationId xmlns:a16="http://schemas.microsoft.com/office/drawing/2014/main" id="{B3E7C216-6801-4AB8-8D95-E7D60F39B210}"/>
              </a:ext>
            </a:extLst>
          </p:cNvPr>
          <p:cNvGrpSpPr>
            <a:grpSpLocks/>
          </p:cNvGrpSpPr>
          <p:nvPr userDrawn="1">
            <p:custDataLst>
              <p:tags r:id="rId37"/>
            </p:custDataLst>
          </p:nvPr>
        </p:nvGrpSpPr>
        <p:grpSpPr>
          <a:xfrm>
            <a:off x="3938798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7" name="Harvey 0/3 [0]">
              <a:extLst>
                <a:ext uri="{FF2B5EF4-FFF2-40B4-BE49-F238E27FC236}">
                  <a16:creationId xmlns:a16="http://schemas.microsoft.com/office/drawing/2014/main" id="{FC8CECD5-A3FB-4DD5-A846-DC09FDB6EB04}"/>
                </a:ext>
              </a:extLst>
            </p:cNvPr>
            <p:cNvSpPr>
              <a:spLocks noChangeAspect="1"/>
            </p:cNvSpPr>
            <p:nvPr>
              <p:custDataLst>
                <p:tags r:id="rId15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8" name="Harvey 1/3 [1]">
              <a:extLst>
                <a:ext uri="{FF2B5EF4-FFF2-40B4-BE49-F238E27FC236}">
                  <a16:creationId xmlns:a16="http://schemas.microsoft.com/office/drawing/2014/main" id="{750B853B-8389-4427-AFB9-1CE880FE9BEE}"/>
                </a:ext>
              </a:extLst>
            </p:cNvPr>
            <p:cNvSpPr>
              <a:spLocks noChangeAspect="1"/>
            </p:cNvSpPr>
            <p:nvPr>
              <p:custDataLst>
                <p:tags r:id="rId15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2463" y="476249"/>
                  </a:moveTo>
                  <a:arcTo wR="317500" hR="317500" stAng="1800000" swAng="14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9" name="Harvey 2/3 [2]">
              <a:extLst>
                <a:ext uri="{FF2B5EF4-FFF2-40B4-BE49-F238E27FC236}">
                  <a16:creationId xmlns:a16="http://schemas.microsoft.com/office/drawing/2014/main" id="{0CA9A207-7055-4A72-8ED2-D82605C3D0C8}"/>
                </a:ext>
              </a:extLst>
            </p:cNvPr>
            <p:cNvSpPr>
              <a:spLocks noChangeAspect="1"/>
            </p:cNvSpPr>
            <p:nvPr>
              <p:custDataLst>
                <p:tags r:id="rId15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2536" y="476250"/>
                  </a:moveTo>
                  <a:arcTo wR="317500" hR="317500" stAng="9000000" swAng="7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0" name="Harvey 3/3 [3]">
              <a:extLst>
                <a:ext uri="{FF2B5EF4-FFF2-40B4-BE49-F238E27FC236}">
                  <a16:creationId xmlns:a16="http://schemas.microsoft.com/office/drawing/2014/main" id="{4422C816-875A-41F5-9DC0-8DBAE4C5C6CB}"/>
                </a:ext>
              </a:extLst>
            </p:cNvPr>
            <p:cNvSpPr>
              <a:spLocks noChangeAspect="1"/>
            </p:cNvSpPr>
            <p:nvPr>
              <p:custDataLst>
                <p:tags r:id="rId15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1" name="Harvey 4" hidden="1">
            <a:extLst>
              <a:ext uri="{FF2B5EF4-FFF2-40B4-BE49-F238E27FC236}">
                <a16:creationId xmlns:a16="http://schemas.microsoft.com/office/drawing/2014/main" id="{DDC5C333-7028-4F79-8940-98DC17723588}"/>
              </a:ext>
            </a:extLst>
          </p:cNvPr>
          <p:cNvGrpSpPr>
            <a:grpSpLocks/>
          </p:cNvGrpSpPr>
          <p:nvPr userDrawn="1">
            <p:custDataLst>
              <p:tags r:id="rId38"/>
            </p:custDataLst>
          </p:nvPr>
        </p:nvGrpSpPr>
        <p:grpSpPr>
          <a:xfrm>
            <a:off x="5391506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13" name="Harvey 0/4 [0]">
              <a:extLst>
                <a:ext uri="{FF2B5EF4-FFF2-40B4-BE49-F238E27FC236}">
                  <a16:creationId xmlns:a16="http://schemas.microsoft.com/office/drawing/2014/main" id="{70B331E2-39A8-4BAF-8DDD-C631B51EB56E}"/>
                </a:ext>
              </a:extLst>
            </p:cNvPr>
            <p:cNvSpPr>
              <a:spLocks noChangeAspect="1"/>
            </p:cNvSpPr>
            <p:nvPr>
              <p:custDataLst>
                <p:tags r:id="rId151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4" name="Harvey 1/4 [1]">
              <a:extLst>
                <a:ext uri="{FF2B5EF4-FFF2-40B4-BE49-F238E27FC236}">
                  <a16:creationId xmlns:a16="http://schemas.microsoft.com/office/drawing/2014/main" id="{47F66FBA-2801-4875-BD13-0BF512FC3C6A}"/>
                </a:ext>
              </a:extLst>
            </p:cNvPr>
            <p:cNvSpPr>
              <a:spLocks noChangeAspect="1"/>
            </p:cNvSpPr>
            <p:nvPr>
              <p:custDataLst>
                <p:tags r:id="rId15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5" name="Harvey 2/4 [2]">
              <a:extLst>
                <a:ext uri="{FF2B5EF4-FFF2-40B4-BE49-F238E27FC236}">
                  <a16:creationId xmlns:a16="http://schemas.microsoft.com/office/drawing/2014/main" id="{99673DAB-5272-45DC-B222-CA8CAA9FD2BB}"/>
                </a:ext>
              </a:extLst>
            </p:cNvPr>
            <p:cNvSpPr>
              <a:spLocks noChangeAspect="1"/>
            </p:cNvSpPr>
            <p:nvPr>
              <p:custDataLst>
                <p:tags r:id="rId15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6" name="Harvey 3/4 [3]">
              <a:extLst>
                <a:ext uri="{FF2B5EF4-FFF2-40B4-BE49-F238E27FC236}">
                  <a16:creationId xmlns:a16="http://schemas.microsoft.com/office/drawing/2014/main" id="{F9B9444B-C98D-45FC-BA92-881D06827328}"/>
                </a:ext>
              </a:extLst>
            </p:cNvPr>
            <p:cNvSpPr>
              <a:spLocks noChangeAspect="1"/>
            </p:cNvSpPr>
            <p:nvPr>
              <p:custDataLst>
                <p:tags r:id="rId15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17" name="Harvey 4/4 [4]">
              <a:extLst>
                <a:ext uri="{FF2B5EF4-FFF2-40B4-BE49-F238E27FC236}">
                  <a16:creationId xmlns:a16="http://schemas.microsoft.com/office/drawing/2014/main" id="{5FFB853D-F550-4F16-8269-A070A19E381C}"/>
                </a:ext>
              </a:extLst>
            </p:cNvPr>
            <p:cNvSpPr>
              <a:spLocks noChangeAspect="1"/>
            </p:cNvSpPr>
            <p:nvPr>
              <p:custDataLst>
                <p:tags r:id="rId15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18" name="Harvey 8" hidden="1">
            <a:extLst>
              <a:ext uri="{FF2B5EF4-FFF2-40B4-BE49-F238E27FC236}">
                <a16:creationId xmlns:a16="http://schemas.microsoft.com/office/drawing/2014/main" id="{0630AB66-7B5F-41CE-A2EB-2EB4C67794AE}"/>
              </a:ext>
            </a:extLst>
          </p:cNvPr>
          <p:cNvGrpSpPr>
            <a:grpSpLocks/>
          </p:cNvGrpSpPr>
          <p:nvPr userDrawn="1">
            <p:custDataLst>
              <p:tags r:id="rId39"/>
            </p:custDataLst>
          </p:nvPr>
        </p:nvGrpSpPr>
        <p:grpSpPr>
          <a:xfrm>
            <a:off x="6844214" y="3978000"/>
            <a:ext cx="1024878" cy="1024878"/>
            <a:chOff x="0" y="0"/>
            <a:chExt cx="914400" cy="914400"/>
          </a:xfrm>
          <a:solidFill>
            <a:schemeClr val="tx2"/>
          </a:solidFill>
        </p:grpSpPr>
        <p:sp>
          <p:nvSpPr>
            <p:cNvPr id="19" name="Harvey 0/8 [0]">
              <a:extLst>
                <a:ext uri="{FF2B5EF4-FFF2-40B4-BE49-F238E27FC236}">
                  <a16:creationId xmlns:a16="http://schemas.microsoft.com/office/drawing/2014/main" id="{051D5678-1EFE-40CF-8563-B5E9EA35A271}"/>
                </a:ext>
              </a:extLst>
            </p:cNvPr>
            <p:cNvSpPr>
              <a:spLocks noChangeAspect="1"/>
            </p:cNvSpPr>
            <p:nvPr>
              <p:custDataLst>
                <p:tags r:id="rId142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0" name="Harvey 1/8 [1]">
              <a:extLst>
                <a:ext uri="{FF2B5EF4-FFF2-40B4-BE49-F238E27FC236}">
                  <a16:creationId xmlns:a16="http://schemas.microsoft.com/office/drawing/2014/main" id="{E5DDEB4B-B8B3-42DA-AF30-4FD0A1770D91}"/>
                </a:ext>
              </a:extLst>
            </p:cNvPr>
            <p:cNvSpPr>
              <a:spLocks noChangeAspect="1"/>
            </p:cNvSpPr>
            <p:nvPr>
              <p:custDataLst>
                <p:tags r:id="rId143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7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92993"/>
                  </a:moveTo>
                  <a:arcTo wR="317500" hR="317500" stAng="-2700000" swAng="189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1" name="Harvey 2/8 [2]">
              <a:extLst>
                <a:ext uri="{FF2B5EF4-FFF2-40B4-BE49-F238E27FC236}">
                  <a16:creationId xmlns:a16="http://schemas.microsoft.com/office/drawing/2014/main" id="{FB9200C4-0418-4CEF-BBB8-18F997AD7CA8}"/>
                </a:ext>
              </a:extLst>
            </p:cNvPr>
            <p:cNvSpPr>
              <a:spLocks noChangeAspect="1"/>
            </p:cNvSpPr>
            <p:nvPr>
              <p:custDataLst>
                <p:tags r:id="rId144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2" name="Harvey 3/8 [3]">
              <a:extLst>
                <a:ext uri="{FF2B5EF4-FFF2-40B4-BE49-F238E27FC236}">
                  <a16:creationId xmlns:a16="http://schemas.microsoft.com/office/drawing/2014/main" id="{8E4DE7E8-0809-4E2E-BE6A-E989A6AEBF62}"/>
                </a:ext>
              </a:extLst>
            </p:cNvPr>
            <p:cNvSpPr>
              <a:spLocks noChangeAspect="1"/>
            </p:cNvSpPr>
            <p:nvPr>
              <p:custDataLst>
                <p:tags r:id="rId145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1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2006" y="542006"/>
                  </a:moveTo>
                  <a:arcTo wR="317500" hR="317500" stAng="2700000" swAng="135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3" name="Harvey 4/8 [4]">
              <a:extLst>
                <a:ext uri="{FF2B5EF4-FFF2-40B4-BE49-F238E27FC236}">
                  <a16:creationId xmlns:a16="http://schemas.microsoft.com/office/drawing/2014/main" id="{F839E6A9-0DED-402B-8F4C-2176769B55CD}"/>
                </a:ext>
              </a:extLst>
            </p:cNvPr>
            <p:cNvSpPr>
              <a:spLocks noChangeAspect="1"/>
            </p:cNvSpPr>
            <p:nvPr>
              <p:custDataLst>
                <p:tags r:id="rId146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4" name="Harvey 5/8 [5]">
              <a:extLst>
                <a:ext uri="{FF2B5EF4-FFF2-40B4-BE49-F238E27FC236}">
                  <a16:creationId xmlns:a16="http://schemas.microsoft.com/office/drawing/2014/main" id="{C3EE8663-AD08-4237-8344-6543EC4B688C}"/>
                </a:ext>
              </a:extLst>
            </p:cNvPr>
            <p:cNvSpPr>
              <a:spLocks noChangeAspect="1"/>
            </p:cNvSpPr>
            <p:nvPr>
              <p:custDataLst>
                <p:tags r:id="rId147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5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542006"/>
                  </a:moveTo>
                  <a:arcTo wR="317500" hR="317500" stAng="8100000" swAng="81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5" name="Harvey 6/8 [6]">
              <a:extLst>
                <a:ext uri="{FF2B5EF4-FFF2-40B4-BE49-F238E27FC236}">
                  <a16:creationId xmlns:a16="http://schemas.microsoft.com/office/drawing/2014/main" id="{ADE6F931-D156-4E59-A3ED-0B14B5F0EF7E}"/>
                </a:ext>
              </a:extLst>
            </p:cNvPr>
            <p:cNvSpPr>
              <a:spLocks noChangeAspect="1"/>
            </p:cNvSpPr>
            <p:nvPr>
              <p:custDataLst>
                <p:tags r:id="rId148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6" name="Harvey 7/8 [7]">
              <a:extLst>
                <a:ext uri="{FF2B5EF4-FFF2-40B4-BE49-F238E27FC236}">
                  <a16:creationId xmlns:a16="http://schemas.microsoft.com/office/drawing/2014/main" id="{A36821AE-2FF1-4F6E-AAF3-1BEA6AE153B8}"/>
                </a:ext>
              </a:extLst>
            </p:cNvPr>
            <p:cNvSpPr>
              <a:spLocks noChangeAspect="1"/>
            </p:cNvSpPr>
            <p:nvPr>
              <p:custDataLst>
                <p:tags r:id="rId149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9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2993" y="92993"/>
                  </a:moveTo>
                  <a:arcTo wR="317500" hR="317500" stAng="13500000" swAng="27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  <p:sp>
          <p:nvSpPr>
            <p:cNvPr id="27" name="Harvey 8/8 [8]">
              <a:extLst>
                <a:ext uri="{FF2B5EF4-FFF2-40B4-BE49-F238E27FC236}">
                  <a16:creationId xmlns:a16="http://schemas.microsoft.com/office/drawing/2014/main" id="{2D277E47-45D5-4503-8443-BED560C6560A}"/>
                </a:ext>
              </a:extLst>
            </p:cNvPr>
            <p:cNvSpPr>
              <a:spLocks noChangeAspect="1"/>
            </p:cNvSpPr>
            <p:nvPr>
              <p:custDataLst>
                <p:tags r:id="rId150"/>
              </p:custDataLst>
            </p:nvPr>
          </p:nvSpPr>
          <p:spPr>
            <a:xfrm>
              <a:off x="0" y="0"/>
              <a:ext cx="914400" cy="914400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solidFill>
                  <a:schemeClr val="tx1"/>
                </a:solidFill>
                <a:latin typeface="72 Brand" panose="020B0504030603020204" pitchFamily="34" charset="0"/>
              </a:endParaRPr>
            </a:p>
          </p:txBody>
        </p:sp>
      </p:grpSp>
      <p:grpSp>
        <p:nvGrpSpPr>
          <p:cNvPr id="28" name="Harvey 100" hidden="1">
            <a:extLst>
              <a:ext uri="{FF2B5EF4-FFF2-40B4-BE49-F238E27FC236}">
                <a16:creationId xmlns:a16="http://schemas.microsoft.com/office/drawing/2014/main" id="{6D5D9337-395C-4FE4-97E6-E1CD47A644E9}"/>
              </a:ext>
            </a:extLst>
          </p:cNvPr>
          <p:cNvGrpSpPr/>
          <p:nvPr userDrawn="1">
            <p:custDataLst>
              <p:tags r:id="rId40"/>
            </p:custDataLst>
          </p:nvPr>
        </p:nvGrpSpPr>
        <p:grpSpPr>
          <a:xfrm>
            <a:off x="8296922" y="3978000"/>
            <a:ext cx="1024878" cy="1024878"/>
            <a:chOff x="4334905" y="3282696"/>
            <a:chExt cx="292608" cy="292608"/>
          </a:xfrm>
          <a:solidFill>
            <a:schemeClr val="tx2"/>
          </a:solidFill>
        </p:grpSpPr>
        <p:sp>
          <p:nvSpPr>
            <p:cNvPr id="29" name="Harvey 0/100 [0]">
              <a:extLst>
                <a:ext uri="{FF2B5EF4-FFF2-40B4-BE49-F238E27FC236}">
                  <a16:creationId xmlns:a16="http://schemas.microsoft.com/office/drawing/2014/main" id="{C2D4C837-2D4B-4D6B-81F8-9B001989609B}"/>
                </a:ext>
              </a:extLst>
            </p:cNvPr>
            <p:cNvSpPr>
              <a:spLocks noChangeAspect="1"/>
            </p:cNvSpPr>
            <p:nvPr>
              <p:custDataLst>
                <p:tags r:id="rId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 fill="none">
                  <a:moveTo>
                    <a:pt x="317500" y="0"/>
                  </a:moveTo>
                  <a:arcTo wR="317500" hR="317500" stAng="-5400000" swAng="216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0" name="Harvey 1/100 [1]">
              <a:extLst>
                <a:ext uri="{FF2B5EF4-FFF2-40B4-BE49-F238E27FC236}">
                  <a16:creationId xmlns:a16="http://schemas.microsoft.com/office/drawing/2014/main" id="{BACD6AAA-4A1C-46BE-B491-9A4A9C7C56F3}"/>
                </a:ext>
              </a:extLst>
            </p:cNvPr>
            <p:cNvSpPr>
              <a:spLocks noChangeAspect="1"/>
            </p:cNvSpPr>
            <p:nvPr>
              <p:custDataLst>
                <p:tags r:id="rId4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26"/>
                  </a:moveTo>
                  <a:arcTo wR="317500" hR="317500" stAng="-5184000" swAng="2138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1" name="Harvey 2/100 [2]">
              <a:extLst>
                <a:ext uri="{FF2B5EF4-FFF2-40B4-BE49-F238E27FC236}">
                  <a16:creationId xmlns:a16="http://schemas.microsoft.com/office/drawing/2014/main" id="{701024C3-4DEF-477C-9CFB-100E0303499E}"/>
                </a:ext>
              </a:extLst>
            </p:cNvPr>
            <p:cNvSpPr>
              <a:spLocks noChangeAspect="1"/>
            </p:cNvSpPr>
            <p:nvPr>
              <p:custDataLst>
                <p:tags r:id="rId4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2503"/>
                  </a:moveTo>
                  <a:arcTo wR="317500" hR="317500" stAng="-4968000" swAng="211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2" name="Harvey 3/100 [3]">
              <a:extLst>
                <a:ext uri="{FF2B5EF4-FFF2-40B4-BE49-F238E27FC236}">
                  <a16:creationId xmlns:a16="http://schemas.microsoft.com/office/drawing/2014/main" id="{46A461CD-8D28-4422-AF2A-8267EFA51CAD}"/>
                </a:ext>
              </a:extLst>
            </p:cNvPr>
            <p:cNvSpPr>
              <a:spLocks noChangeAspect="1"/>
            </p:cNvSpPr>
            <p:nvPr>
              <p:custDataLst>
                <p:tags r:id="rId4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5623"/>
                  </a:moveTo>
                  <a:arcTo wR="317500" hR="317500" stAng="-4752000" swAng="209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3" name="Harvey 4/100 [4]">
              <a:extLst>
                <a:ext uri="{FF2B5EF4-FFF2-40B4-BE49-F238E27FC236}">
                  <a16:creationId xmlns:a16="http://schemas.microsoft.com/office/drawing/2014/main" id="{0A337C3A-F021-437D-9E3D-FDE5AF266029}"/>
                </a:ext>
              </a:extLst>
            </p:cNvPr>
            <p:cNvSpPr>
              <a:spLocks noChangeAspect="1"/>
            </p:cNvSpPr>
            <p:nvPr>
              <p:custDataLst>
                <p:tags r:id="rId4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9974"/>
                  </a:moveTo>
                  <a:arcTo wR="317500" hR="317500" stAng="-4536000" swAng="2073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5" name="Harvey 5/100 [5]">
              <a:extLst>
                <a:ext uri="{FF2B5EF4-FFF2-40B4-BE49-F238E27FC236}">
                  <a16:creationId xmlns:a16="http://schemas.microsoft.com/office/drawing/2014/main" id="{BDF66AF7-3D75-4118-B7E6-241B2C41B2C9}"/>
                </a:ext>
              </a:extLst>
            </p:cNvPr>
            <p:cNvSpPr>
              <a:spLocks noChangeAspect="1"/>
            </p:cNvSpPr>
            <p:nvPr>
              <p:custDataLst>
                <p:tags r:id="rId4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15539"/>
                  </a:moveTo>
                  <a:arcTo wR="317500" hR="317500" stAng="-4320000" swAng="2052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6" name="Harvey 6/100 [6]">
              <a:extLst>
                <a:ext uri="{FF2B5EF4-FFF2-40B4-BE49-F238E27FC236}">
                  <a16:creationId xmlns:a16="http://schemas.microsoft.com/office/drawing/2014/main" id="{E74E7438-4315-4097-9BA7-F0CE3252AC14}"/>
                </a:ext>
              </a:extLst>
            </p:cNvPr>
            <p:cNvSpPr>
              <a:spLocks noChangeAspect="1"/>
            </p:cNvSpPr>
            <p:nvPr>
              <p:custDataLst>
                <p:tags r:id="rId4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22295"/>
                  </a:moveTo>
                  <a:arcTo wR="317500" hR="317500" stAng="-4104000" swAng="2030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7" name="Harvey 7/100 [7]">
              <a:extLst>
                <a:ext uri="{FF2B5EF4-FFF2-40B4-BE49-F238E27FC236}">
                  <a16:creationId xmlns:a16="http://schemas.microsoft.com/office/drawing/2014/main" id="{FEBA4E91-97BB-4DAC-B193-66FA4828DB26}"/>
                </a:ext>
              </a:extLst>
            </p:cNvPr>
            <p:cNvSpPr>
              <a:spLocks noChangeAspect="1"/>
            </p:cNvSpPr>
            <p:nvPr>
              <p:custDataLst>
                <p:tags r:id="rId4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30217"/>
                  </a:moveTo>
                  <a:arcTo wR="317500" hR="317500" stAng="-3888000" swAng="2008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8" name="Harvey 8/100 [8]">
              <a:extLst>
                <a:ext uri="{FF2B5EF4-FFF2-40B4-BE49-F238E27FC236}">
                  <a16:creationId xmlns:a16="http://schemas.microsoft.com/office/drawing/2014/main" id="{EEB85E02-177B-40CF-B926-A4423CC7C827}"/>
                </a:ext>
              </a:extLst>
            </p:cNvPr>
            <p:cNvSpPr>
              <a:spLocks noChangeAspect="1"/>
            </p:cNvSpPr>
            <p:nvPr>
              <p:custDataLst>
                <p:tags r:id="rId4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39272"/>
                  </a:moveTo>
                  <a:arcTo wR="317500" hR="317500" stAng="-3672000" swAng="198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39" name="Harvey 9/100 [9]">
              <a:extLst>
                <a:ext uri="{FF2B5EF4-FFF2-40B4-BE49-F238E27FC236}">
                  <a16:creationId xmlns:a16="http://schemas.microsoft.com/office/drawing/2014/main" id="{C133BC7F-B0E3-404F-92D1-BB930C4F3311}"/>
                </a:ext>
              </a:extLst>
            </p:cNvPr>
            <p:cNvSpPr>
              <a:spLocks noChangeAspect="1"/>
            </p:cNvSpPr>
            <p:nvPr>
              <p:custDataLst>
                <p:tags r:id="rId5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49425"/>
                  </a:moveTo>
                  <a:arcTo wR="317500" hR="317500" stAng="-3456000" swAng="196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0" name="Harvey 10/100 [10]">
              <a:extLst>
                <a:ext uri="{FF2B5EF4-FFF2-40B4-BE49-F238E27FC236}">
                  <a16:creationId xmlns:a16="http://schemas.microsoft.com/office/drawing/2014/main" id="{F2FB72A6-CDF7-48B3-A3B8-5A5FC061802C}"/>
                </a:ext>
              </a:extLst>
            </p:cNvPr>
            <p:cNvSpPr>
              <a:spLocks noChangeAspect="1"/>
            </p:cNvSpPr>
            <p:nvPr>
              <p:custDataLst>
                <p:tags r:id="rId5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60637"/>
                  </a:moveTo>
                  <a:arcTo wR="317500" hR="317500" stAng="-3240000" swAng="194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1" name="Harvey 11/100 [11]">
              <a:extLst>
                <a:ext uri="{FF2B5EF4-FFF2-40B4-BE49-F238E27FC236}">
                  <a16:creationId xmlns:a16="http://schemas.microsoft.com/office/drawing/2014/main" id="{F3110C8B-1B18-4579-AB3F-0F4A0840CF38}"/>
                </a:ext>
              </a:extLst>
            </p:cNvPr>
            <p:cNvSpPr>
              <a:spLocks noChangeAspect="1"/>
            </p:cNvSpPr>
            <p:nvPr>
              <p:custDataLst>
                <p:tags r:id="rId5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3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72862"/>
                  </a:moveTo>
                  <a:arcTo wR="317500" hR="317500" stAng="-3024000" swAng="192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2" name="Harvey 12/100 [12]">
              <a:extLst>
                <a:ext uri="{FF2B5EF4-FFF2-40B4-BE49-F238E27FC236}">
                  <a16:creationId xmlns:a16="http://schemas.microsoft.com/office/drawing/2014/main" id="{84A1B722-E5AC-45F7-9498-7FF502B6FA2B}"/>
                </a:ext>
              </a:extLst>
            </p:cNvPr>
            <p:cNvSpPr>
              <a:spLocks noChangeAspect="1"/>
            </p:cNvSpPr>
            <p:nvPr>
              <p:custDataLst>
                <p:tags r:id="rId5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5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86052"/>
                  </a:moveTo>
                  <a:arcTo wR="317500" hR="317500" stAng="-2808000" swAng="190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3" name="Harvey 13/100 [13]">
              <a:extLst>
                <a:ext uri="{FF2B5EF4-FFF2-40B4-BE49-F238E27FC236}">
                  <a16:creationId xmlns:a16="http://schemas.microsoft.com/office/drawing/2014/main" id="{A5599F20-B957-4DF9-8B04-F2B77AAF0BDB}"/>
                </a:ext>
              </a:extLst>
            </p:cNvPr>
            <p:cNvSpPr>
              <a:spLocks noChangeAspect="1"/>
            </p:cNvSpPr>
            <p:nvPr>
              <p:custDataLst>
                <p:tags r:id="rId5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8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100156"/>
                  </a:moveTo>
                  <a:arcTo wR="317500" hR="317500" stAng="-2591999" swAng="1879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4" name="Harvey 14/100 [14]">
              <a:extLst>
                <a:ext uri="{FF2B5EF4-FFF2-40B4-BE49-F238E27FC236}">
                  <a16:creationId xmlns:a16="http://schemas.microsoft.com/office/drawing/2014/main" id="{F74357FC-EB3D-46C4-B56A-5007C9F4FB84}"/>
                </a:ext>
              </a:extLst>
            </p:cNvPr>
            <p:cNvSpPr>
              <a:spLocks noChangeAspect="1"/>
            </p:cNvSpPr>
            <p:nvPr>
              <p:custDataLst>
                <p:tags r:id="rId5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0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115117"/>
                  </a:moveTo>
                  <a:arcTo wR="317500" hR="317500" stAng="-2375999" swAng="185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5" name="Harvey 15/100 [15]">
              <a:extLst>
                <a:ext uri="{FF2B5EF4-FFF2-40B4-BE49-F238E27FC236}">
                  <a16:creationId xmlns:a16="http://schemas.microsoft.com/office/drawing/2014/main" id="{32E8E8F3-9DBC-46F4-9700-CAF071913650}"/>
                </a:ext>
              </a:extLst>
            </p:cNvPr>
            <p:cNvSpPr>
              <a:spLocks noChangeAspect="1"/>
            </p:cNvSpPr>
            <p:nvPr>
              <p:custDataLst>
                <p:tags r:id="rId5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2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130878"/>
                  </a:moveTo>
                  <a:arcTo wR="317500" hR="317500" stAng="-2160000" swAng="1836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6" name="Harvey 16/100 [16]">
              <a:extLst>
                <a:ext uri="{FF2B5EF4-FFF2-40B4-BE49-F238E27FC236}">
                  <a16:creationId xmlns:a16="http://schemas.microsoft.com/office/drawing/2014/main" id="{71360883-3CF3-4439-9568-E456C60454A8}"/>
                </a:ext>
              </a:extLst>
            </p:cNvPr>
            <p:cNvSpPr>
              <a:spLocks noChangeAspect="1"/>
            </p:cNvSpPr>
            <p:nvPr>
              <p:custDataLst>
                <p:tags r:id="rId5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4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147374"/>
                  </a:moveTo>
                  <a:arcTo wR="317500" hR="317500" stAng="-1944000" swAng="1814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7" name="Harvey 17/100 [17]">
              <a:extLst>
                <a:ext uri="{FF2B5EF4-FFF2-40B4-BE49-F238E27FC236}">
                  <a16:creationId xmlns:a16="http://schemas.microsoft.com/office/drawing/2014/main" id="{AE88FC9E-FB95-4413-AE3E-B8BF504735B5}"/>
                </a:ext>
              </a:extLst>
            </p:cNvPr>
            <p:cNvSpPr>
              <a:spLocks noChangeAspect="1"/>
            </p:cNvSpPr>
            <p:nvPr>
              <p:custDataLst>
                <p:tags r:id="rId5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6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164543"/>
                  </a:moveTo>
                  <a:arcTo wR="317500" hR="317500" stAng="-1727999" swAng="1792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8" name="Harvey 18/100 [18]">
              <a:extLst>
                <a:ext uri="{FF2B5EF4-FFF2-40B4-BE49-F238E27FC236}">
                  <a16:creationId xmlns:a16="http://schemas.microsoft.com/office/drawing/2014/main" id="{62593B83-E4BE-4CE8-9B0B-25AF9B7D4254}"/>
                </a:ext>
              </a:extLst>
            </p:cNvPr>
            <p:cNvSpPr>
              <a:spLocks noChangeAspect="1"/>
            </p:cNvSpPr>
            <p:nvPr>
              <p:custDataLst>
                <p:tags r:id="rId5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38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182315"/>
                  </a:moveTo>
                  <a:arcTo wR="317500" hR="317500" stAng="-1512000" swAng="1771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49" name="Harvey 19/100 [19]">
              <a:extLst>
                <a:ext uri="{FF2B5EF4-FFF2-40B4-BE49-F238E27FC236}">
                  <a16:creationId xmlns:a16="http://schemas.microsoft.com/office/drawing/2014/main" id="{CD41838E-0172-403D-9B68-FD51310F5400}"/>
                </a:ext>
              </a:extLst>
            </p:cNvPr>
            <p:cNvSpPr>
              <a:spLocks noChangeAspect="1"/>
            </p:cNvSpPr>
            <p:nvPr>
              <p:custDataLst>
                <p:tags r:id="rId6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1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200620"/>
                  </a:moveTo>
                  <a:arcTo wR="317500" hR="317500" stAng="-1295999" swAng="174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0" name="Harvey 20/100 [20]">
              <a:extLst>
                <a:ext uri="{FF2B5EF4-FFF2-40B4-BE49-F238E27FC236}">
                  <a16:creationId xmlns:a16="http://schemas.microsoft.com/office/drawing/2014/main" id="{EDE3F4CF-CB3E-40C2-B070-AC09F1E8FBD5}"/>
                </a:ext>
              </a:extLst>
            </p:cNvPr>
            <p:cNvSpPr>
              <a:spLocks noChangeAspect="1"/>
            </p:cNvSpPr>
            <p:nvPr>
              <p:custDataLst>
                <p:tags r:id="rId6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3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219387"/>
                  </a:moveTo>
                  <a:arcTo wR="317500" hR="317500" stAng="-1080000" swAng="172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1" name="Harvey 21/100 [21]">
              <a:extLst>
                <a:ext uri="{FF2B5EF4-FFF2-40B4-BE49-F238E27FC236}">
                  <a16:creationId xmlns:a16="http://schemas.microsoft.com/office/drawing/2014/main" id="{CD8E25E7-83D2-4F78-92A7-435281704491}"/>
                </a:ext>
              </a:extLst>
            </p:cNvPr>
            <p:cNvSpPr>
              <a:spLocks noChangeAspect="1"/>
            </p:cNvSpPr>
            <p:nvPr>
              <p:custDataLst>
                <p:tags r:id="rId6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5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238540"/>
                  </a:moveTo>
                  <a:arcTo wR="317500" hR="317500" stAng="-864000" swAng="170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2" name="Harvey 22/100 [22]">
              <a:extLst>
                <a:ext uri="{FF2B5EF4-FFF2-40B4-BE49-F238E27FC236}">
                  <a16:creationId xmlns:a16="http://schemas.microsoft.com/office/drawing/2014/main" id="{C6A696FB-9EFC-47F6-9860-247C48C1FC3D}"/>
                </a:ext>
              </a:extLst>
            </p:cNvPr>
            <p:cNvSpPr>
              <a:spLocks noChangeAspect="1"/>
            </p:cNvSpPr>
            <p:nvPr>
              <p:custDataLst>
                <p:tags r:id="rId6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7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258006"/>
                  </a:moveTo>
                  <a:arcTo wR="317500" hR="317500" stAng="-647999" swAng="168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3" name="Harvey 23/100 [23]">
              <a:extLst>
                <a:ext uri="{FF2B5EF4-FFF2-40B4-BE49-F238E27FC236}">
                  <a16:creationId xmlns:a16="http://schemas.microsoft.com/office/drawing/2014/main" id="{252958D2-EE89-4FBF-BF7B-C8AFAD704413}"/>
                </a:ext>
              </a:extLst>
            </p:cNvPr>
            <p:cNvSpPr>
              <a:spLocks noChangeAspect="1"/>
            </p:cNvSpPr>
            <p:nvPr>
              <p:custDataLst>
                <p:tags r:id="rId6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49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277706"/>
                  </a:moveTo>
                  <a:arcTo wR="317500" hR="317500" stAng="-432000" swAng="166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4" name="Harvey 24/100 [24]">
              <a:extLst>
                <a:ext uri="{FF2B5EF4-FFF2-40B4-BE49-F238E27FC236}">
                  <a16:creationId xmlns:a16="http://schemas.microsoft.com/office/drawing/2014/main" id="{314E82DC-04B6-406C-9D65-1115F4D2AA22}"/>
                </a:ext>
              </a:extLst>
            </p:cNvPr>
            <p:cNvSpPr>
              <a:spLocks noChangeAspect="1"/>
            </p:cNvSpPr>
            <p:nvPr>
              <p:custDataLst>
                <p:tags r:id="rId6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1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297564"/>
                  </a:moveTo>
                  <a:arcTo wR="317500" hR="317500" stAng="-216000" swAng="164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5" name="Harvey 25/100 [25]">
              <a:extLst>
                <a:ext uri="{FF2B5EF4-FFF2-40B4-BE49-F238E27FC236}">
                  <a16:creationId xmlns:a16="http://schemas.microsoft.com/office/drawing/2014/main" id="{669D1B60-A74F-4296-8610-F3DCDDC15022}"/>
                </a:ext>
              </a:extLst>
            </p:cNvPr>
            <p:cNvSpPr>
              <a:spLocks noChangeAspect="1"/>
            </p:cNvSpPr>
            <p:nvPr>
              <p:custDataLst>
                <p:tags r:id="rId6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4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5000" y="317500"/>
                  </a:moveTo>
                  <a:arcTo wR="317500" hR="317500" stAng="0" swAng="162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6" name="Harvey 26/100 [26]">
              <a:extLst>
                <a:ext uri="{FF2B5EF4-FFF2-40B4-BE49-F238E27FC236}">
                  <a16:creationId xmlns:a16="http://schemas.microsoft.com/office/drawing/2014/main" id="{FF6DD112-04B6-4656-AB9D-1F9950FEE2D9}"/>
                </a:ext>
              </a:extLst>
            </p:cNvPr>
            <p:cNvSpPr>
              <a:spLocks noChangeAspect="1"/>
            </p:cNvSpPr>
            <p:nvPr>
              <p:custDataLst>
                <p:tags r:id="rId6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6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4373" y="337435"/>
                  </a:moveTo>
                  <a:arcTo wR="317500" hR="317500" stAng="216000" swAng="1598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7" name="Harvey 27/100 [27]">
              <a:extLst>
                <a:ext uri="{FF2B5EF4-FFF2-40B4-BE49-F238E27FC236}">
                  <a16:creationId xmlns:a16="http://schemas.microsoft.com/office/drawing/2014/main" id="{E2928B53-FC5C-427C-AE65-9286773D84B2}"/>
                </a:ext>
              </a:extLst>
            </p:cNvPr>
            <p:cNvSpPr>
              <a:spLocks noChangeAspect="1"/>
            </p:cNvSpPr>
            <p:nvPr>
              <p:custDataLst>
                <p:tags r:id="rId6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58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32496" y="357293"/>
                  </a:moveTo>
                  <a:arcTo wR="317500" hR="317500" stAng="432000" swAng="157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8" name="Harvey 28/100 [28]">
              <a:extLst>
                <a:ext uri="{FF2B5EF4-FFF2-40B4-BE49-F238E27FC236}">
                  <a16:creationId xmlns:a16="http://schemas.microsoft.com/office/drawing/2014/main" id="{D8CF4F20-8FEC-47FF-9B86-E818143B2C19}"/>
                </a:ext>
              </a:extLst>
            </p:cNvPr>
            <p:cNvSpPr>
              <a:spLocks noChangeAspect="1"/>
            </p:cNvSpPr>
            <p:nvPr>
              <p:custDataLst>
                <p:tags r:id="rId6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0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9376" y="376993"/>
                  </a:moveTo>
                  <a:arcTo wR="317500" hR="317500" stAng="648000" swAng="155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59" name="Harvey 29/100 [29]">
              <a:extLst>
                <a:ext uri="{FF2B5EF4-FFF2-40B4-BE49-F238E27FC236}">
                  <a16:creationId xmlns:a16="http://schemas.microsoft.com/office/drawing/2014/main" id="{E1AF074D-4599-4D0E-8078-66303FEBDE44}"/>
                </a:ext>
              </a:extLst>
            </p:cNvPr>
            <p:cNvSpPr>
              <a:spLocks noChangeAspect="1"/>
            </p:cNvSpPr>
            <p:nvPr>
              <p:custDataLst>
                <p:tags r:id="rId7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26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5025" y="396459"/>
                  </a:moveTo>
                  <a:arcTo wR="317500" hR="317500" stAng="863999" swAng="153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0" name="Harvey 30/100 [30]">
              <a:extLst>
                <a:ext uri="{FF2B5EF4-FFF2-40B4-BE49-F238E27FC236}">
                  <a16:creationId xmlns:a16="http://schemas.microsoft.com/office/drawing/2014/main" id="{2DF9C982-C062-4899-8A5F-20F49AD9E1B5}"/>
                </a:ext>
              </a:extLst>
            </p:cNvPr>
            <p:cNvSpPr>
              <a:spLocks noChangeAspect="1"/>
            </p:cNvSpPr>
            <p:nvPr>
              <p:custDataLst>
                <p:tags r:id="rId7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4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9460" y="415612"/>
                  </a:moveTo>
                  <a:arcTo wR="317500" hR="317500" stAng="1080000" swAng="151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1" name="Harvey 31/100 [31]">
              <a:extLst>
                <a:ext uri="{FF2B5EF4-FFF2-40B4-BE49-F238E27FC236}">
                  <a16:creationId xmlns:a16="http://schemas.microsoft.com/office/drawing/2014/main" id="{E98CD797-9DD9-4143-9058-D1ABF95E7406}"/>
                </a:ext>
              </a:extLst>
            </p:cNvPr>
            <p:cNvSpPr>
              <a:spLocks noChangeAspect="1"/>
            </p:cNvSpPr>
            <p:nvPr>
              <p:custDataLst>
                <p:tags r:id="rId7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6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12704" y="434379"/>
                  </a:moveTo>
                  <a:arcTo wR="317500" hR="317500" stAng="1295999" swAng="149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2" name="Harvey 32/100 [32]">
              <a:extLst>
                <a:ext uri="{FF2B5EF4-FFF2-40B4-BE49-F238E27FC236}">
                  <a16:creationId xmlns:a16="http://schemas.microsoft.com/office/drawing/2014/main" id="{39029FE4-844F-47DA-8FEF-FB68673FF10C}"/>
                </a:ext>
              </a:extLst>
            </p:cNvPr>
            <p:cNvSpPr>
              <a:spLocks noChangeAspect="1"/>
            </p:cNvSpPr>
            <p:nvPr>
              <p:custDataLst>
                <p:tags r:id="rId7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69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4782" y="452684"/>
                  </a:moveTo>
                  <a:arcTo wR="317500" hR="317500" stAng="1512000" swAng="1468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3" name="Harvey 33/100 [33]">
              <a:extLst>
                <a:ext uri="{FF2B5EF4-FFF2-40B4-BE49-F238E27FC236}">
                  <a16:creationId xmlns:a16="http://schemas.microsoft.com/office/drawing/2014/main" id="{B99AA4D4-9C74-447B-89EF-8FD268FF95EE}"/>
                </a:ext>
              </a:extLst>
            </p:cNvPr>
            <p:cNvSpPr>
              <a:spLocks noChangeAspect="1"/>
            </p:cNvSpPr>
            <p:nvPr>
              <p:custDataLst>
                <p:tags r:id="rId7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1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95727" y="470456"/>
                  </a:moveTo>
                  <a:arcTo wR="317500" hR="317500" stAng="1728000" swAng="144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4" name="Harvey 34/100 [34]">
              <a:extLst>
                <a:ext uri="{FF2B5EF4-FFF2-40B4-BE49-F238E27FC236}">
                  <a16:creationId xmlns:a16="http://schemas.microsoft.com/office/drawing/2014/main" id="{0880CCDE-4DDE-49A8-AFB2-FDDCE314B4D3}"/>
                </a:ext>
              </a:extLst>
            </p:cNvPr>
            <p:cNvSpPr>
              <a:spLocks noChangeAspect="1"/>
            </p:cNvSpPr>
            <p:nvPr>
              <p:custDataLst>
                <p:tags r:id="rId7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3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85574" y="487625"/>
                  </a:moveTo>
                  <a:arcTo wR="317500" hR="317500" stAng="1944000" swAng="1425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5" name="Harvey 35/100 [35]">
              <a:extLst>
                <a:ext uri="{FF2B5EF4-FFF2-40B4-BE49-F238E27FC236}">
                  <a16:creationId xmlns:a16="http://schemas.microsoft.com/office/drawing/2014/main" id="{F37E834A-F9D8-4623-BC85-60359856CCD0}"/>
                </a:ext>
              </a:extLst>
            </p:cNvPr>
            <p:cNvSpPr>
              <a:spLocks noChangeAspect="1"/>
            </p:cNvSpPr>
            <p:nvPr>
              <p:custDataLst>
                <p:tags r:id="rId7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55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74362" y="504121"/>
                  </a:moveTo>
                  <a:arcTo wR="317500" hR="317500" stAng="2159999" swAng="140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6" name="Harvey 36/100 [36]">
              <a:extLst>
                <a:ext uri="{FF2B5EF4-FFF2-40B4-BE49-F238E27FC236}">
                  <a16:creationId xmlns:a16="http://schemas.microsoft.com/office/drawing/2014/main" id="{15163940-B229-4368-B727-3714123C78AB}"/>
                </a:ext>
              </a:extLst>
            </p:cNvPr>
            <p:cNvSpPr>
              <a:spLocks noChangeAspect="1"/>
            </p:cNvSpPr>
            <p:nvPr>
              <p:custDataLst>
                <p:tags r:id="rId7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7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137" y="519882"/>
                  </a:moveTo>
                  <a:arcTo wR="317500" hR="317500" stAng="2375999" swAng="138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7" name="Harvey 37/100 [37]">
              <a:extLst>
                <a:ext uri="{FF2B5EF4-FFF2-40B4-BE49-F238E27FC236}">
                  <a16:creationId xmlns:a16="http://schemas.microsoft.com/office/drawing/2014/main" id="{64BAECDC-27C7-4333-B9D8-59DE42A1B1AA}"/>
                </a:ext>
              </a:extLst>
            </p:cNvPr>
            <p:cNvSpPr>
              <a:spLocks noChangeAspect="1"/>
            </p:cNvSpPr>
            <p:nvPr>
              <p:custDataLst>
                <p:tags r:id="rId7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7991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48947" y="534843"/>
                  </a:moveTo>
                  <a:arcTo wR="317500" hR="317500" stAng="2591999" swAng="136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8" name="Harvey 38/100 [38]">
              <a:extLst>
                <a:ext uri="{FF2B5EF4-FFF2-40B4-BE49-F238E27FC236}">
                  <a16:creationId xmlns:a16="http://schemas.microsoft.com/office/drawing/2014/main" id="{4F018A0A-A74A-4E47-BC47-203679D4F8C0}"/>
                </a:ext>
              </a:extLst>
            </p:cNvPr>
            <p:cNvSpPr>
              <a:spLocks noChangeAspect="1"/>
            </p:cNvSpPr>
            <p:nvPr>
              <p:custDataLst>
                <p:tags r:id="rId7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2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34843" y="548947"/>
                  </a:moveTo>
                  <a:arcTo wR="317500" hR="317500" stAng="2808000" swAng="1339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69" name="Harvey 39/100 [39]">
              <a:extLst>
                <a:ext uri="{FF2B5EF4-FFF2-40B4-BE49-F238E27FC236}">
                  <a16:creationId xmlns:a16="http://schemas.microsoft.com/office/drawing/2014/main" id="{ACA75957-9FDB-46A2-82EC-77103CBEAC52}"/>
                </a:ext>
              </a:extLst>
            </p:cNvPr>
            <p:cNvSpPr>
              <a:spLocks noChangeAspect="1"/>
            </p:cNvSpPr>
            <p:nvPr>
              <p:custDataLst>
                <p:tags r:id="rId8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4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19882" y="562137"/>
                  </a:moveTo>
                  <a:arcTo wR="317500" hR="317500" stAng="3024000" swAng="131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0" name="Harvey 40/100 [40]">
              <a:extLst>
                <a:ext uri="{FF2B5EF4-FFF2-40B4-BE49-F238E27FC236}">
                  <a16:creationId xmlns:a16="http://schemas.microsoft.com/office/drawing/2014/main" id="{025DFA7F-A073-422A-8D20-E27D1ABE4342}"/>
                </a:ext>
              </a:extLst>
            </p:cNvPr>
            <p:cNvSpPr>
              <a:spLocks noChangeAspect="1"/>
            </p:cNvSpPr>
            <p:nvPr>
              <p:custDataLst>
                <p:tags r:id="rId8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6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04121" y="574362"/>
                  </a:moveTo>
                  <a:arcTo wR="317500" hR="317500" stAng="3240000" swAng="1296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1" name="Harvey 41/100 [41]">
              <a:extLst>
                <a:ext uri="{FF2B5EF4-FFF2-40B4-BE49-F238E27FC236}">
                  <a16:creationId xmlns:a16="http://schemas.microsoft.com/office/drawing/2014/main" id="{BF311CE9-A4CB-4965-8F0F-5B6811E9FB20}"/>
                </a:ext>
              </a:extLst>
            </p:cNvPr>
            <p:cNvSpPr>
              <a:spLocks noChangeAspect="1"/>
            </p:cNvSpPr>
            <p:nvPr>
              <p:custDataLst>
                <p:tags r:id="rId8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88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87625" y="585574"/>
                  </a:moveTo>
                  <a:arcTo wR="317500" hR="317500" stAng="3455999" swAng="1274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2" name="Harvey 42/100 [42]">
              <a:extLst>
                <a:ext uri="{FF2B5EF4-FFF2-40B4-BE49-F238E27FC236}">
                  <a16:creationId xmlns:a16="http://schemas.microsoft.com/office/drawing/2014/main" id="{1B415A3D-1E85-4E6A-8BAB-3BB56600BA4F}"/>
                </a:ext>
              </a:extLst>
            </p:cNvPr>
            <p:cNvSpPr>
              <a:spLocks noChangeAspect="1"/>
            </p:cNvSpPr>
            <p:nvPr>
              <p:custDataLst>
                <p:tags r:id="rId8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0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70456" y="595727"/>
                  </a:moveTo>
                  <a:arcTo wR="317500" hR="317500" stAng="3671999" swAng="1252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3" name="Harvey 43/100 [43]">
              <a:extLst>
                <a:ext uri="{FF2B5EF4-FFF2-40B4-BE49-F238E27FC236}">
                  <a16:creationId xmlns:a16="http://schemas.microsoft.com/office/drawing/2014/main" id="{7EAD6077-4487-4E7D-846D-445E65B5291C}"/>
                </a:ext>
              </a:extLst>
            </p:cNvPr>
            <p:cNvSpPr>
              <a:spLocks noChangeAspect="1"/>
            </p:cNvSpPr>
            <p:nvPr>
              <p:custDataLst>
                <p:tags r:id="rId8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2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52684" y="604782"/>
                  </a:moveTo>
                  <a:arcTo wR="317500" hR="317500" stAng="3888000" swAng="1231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4" name="Harvey 44/100 [44]">
              <a:extLst>
                <a:ext uri="{FF2B5EF4-FFF2-40B4-BE49-F238E27FC236}">
                  <a16:creationId xmlns:a16="http://schemas.microsoft.com/office/drawing/2014/main" id="{4B57ADAF-4A83-4CB4-8920-E2B9F994E83E}"/>
                </a:ext>
              </a:extLst>
            </p:cNvPr>
            <p:cNvSpPr>
              <a:spLocks noChangeAspect="1"/>
            </p:cNvSpPr>
            <p:nvPr>
              <p:custDataLst>
                <p:tags r:id="rId8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5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34379" y="612704"/>
                  </a:moveTo>
                  <a:arcTo wR="317500" hR="317500" stAng="4104000" swAng="120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5" name="Harvey 45/100 [45]">
              <a:extLst>
                <a:ext uri="{FF2B5EF4-FFF2-40B4-BE49-F238E27FC236}">
                  <a16:creationId xmlns:a16="http://schemas.microsoft.com/office/drawing/2014/main" id="{FF3E5416-AC43-4CBB-A32A-A966ED03106F}"/>
                </a:ext>
              </a:extLst>
            </p:cNvPr>
            <p:cNvSpPr>
              <a:spLocks noChangeAspect="1"/>
            </p:cNvSpPr>
            <p:nvPr>
              <p:custDataLst>
                <p:tags r:id="rId8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7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15612" y="619460"/>
                  </a:moveTo>
                  <a:arcTo wR="317500" hR="317500" stAng="4320000" swAng="118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6" name="Harvey 46/100 [46]">
              <a:extLst>
                <a:ext uri="{FF2B5EF4-FFF2-40B4-BE49-F238E27FC236}">
                  <a16:creationId xmlns:a16="http://schemas.microsoft.com/office/drawing/2014/main" id="{49AFF9C1-C19A-487C-A4C1-47DA87277C3B}"/>
                </a:ext>
              </a:extLst>
            </p:cNvPr>
            <p:cNvSpPr>
              <a:spLocks noChangeAspect="1"/>
            </p:cNvSpPr>
            <p:nvPr>
              <p:custDataLst>
                <p:tags r:id="rId8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99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6459" y="625025"/>
                  </a:moveTo>
                  <a:arcTo wR="317500" hR="317500" stAng="4536000" swAng="116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7" name="Harvey 47/100 [47]">
              <a:extLst>
                <a:ext uri="{FF2B5EF4-FFF2-40B4-BE49-F238E27FC236}">
                  <a16:creationId xmlns:a16="http://schemas.microsoft.com/office/drawing/2014/main" id="{F35AEE09-D82F-438F-9D01-96C6876241F1}"/>
                </a:ext>
              </a:extLst>
            </p:cNvPr>
            <p:cNvSpPr>
              <a:spLocks noChangeAspect="1"/>
            </p:cNvSpPr>
            <p:nvPr>
              <p:custDataLst>
                <p:tags r:id="rId8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1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76993" y="629376"/>
                  </a:moveTo>
                  <a:arcTo wR="317500" hR="317500" stAng="4751999" swAng="114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8" name="Harvey 48/100 [48]">
              <a:extLst>
                <a:ext uri="{FF2B5EF4-FFF2-40B4-BE49-F238E27FC236}">
                  <a16:creationId xmlns:a16="http://schemas.microsoft.com/office/drawing/2014/main" id="{4FC3325B-EEB2-4420-9715-1149CEACE9AC}"/>
                </a:ext>
              </a:extLst>
            </p:cNvPr>
            <p:cNvSpPr>
              <a:spLocks noChangeAspect="1"/>
            </p:cNvSpPr>
            <p:nvPr>
              <p:custDataLst>
                <p:tags r:id="rId8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36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57293" y="632496"/>
                  </a:moveTo>
                  <a:arcTo wR="317500" hR="317500" stAng="4967999" swAng="112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79" name="Harvey 49/100 [49]">
              <a:extLst>
                <a:ext uri="{FF2B5EF4-FFF2-40B4-BE49-F238E27FC236}">
                  <a16:creationId xmlns:a16="http://schemas.microsoft.com/office/drawing/2014/main" id="{3BE00D50-8FCE-4E11-AA24-10B621732F20}"/>
                </a:ext>
              </a:extLst>
            </p:cNvPr>
            <p:cNvSpPr>
              <a:spLocks noChangeAspect="1"/>
            </p:cNvSpPr>
            <p:nvPr>
              <p:custDataLst>
                <p:tags r:id="rId9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5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37435" y="634373"/>
                  </a:moveTo>
                  <a:arcTo wR="317500" hR="317500" stAng="5184000" swAng="110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0" name="Harvey 50/100 [50]">
              <a:extLst>
                <a:ext uri="{FF2B5EF4-FFF2-40B4-BE49-F238E27FC236}">
                  <a16:creationId xmlns:a16="http://schemas.microsoft.com/office/drawing/2014/main" id="{97083993-8BFD-443F-A3A3-D28EF389CE2B}"/>
                </a:ext>
              </a:extLst>
            </p:cNvPr>
            <p:cNvSpPr>
              <a:spLocks noChangeAspect="1"/>
            </p:cNvSpPr>
            <p:nvPr>
              <p:custDataLst>
                <p:tags r:id="rId9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08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17500" y="635000"/>
                  </a:moveTo>
                  <a:arcTo wR="317500" hR="317500" stAng="5400000" swAng="108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1" name="Harvey 51/100 [51]">
              <a:extLst>
                <a:ext uri="{FF2B5EF4-FFF2-40B4-BE49-F238E27FC236}">
                  <a16:creationId xmlns:a16="http://schemas.microsoft.com/office/drawing/2014/main" id="{BDE38762-18E9-47FF-895E-325F5976ECAA}"/>
                </a:ext>
              </a:extLst>
            </p:cNvPr>
            <p:cNvSpPr>
              <a:spLocks noChangeAspect="1"/>
            </p:cNvSpPr>
            <p:nvPr>
              <p:custDataLst>
                <p:tags r:id="rId9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0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34373"/>
                  </a:moveTo>
                  <a:arcTo wR="317500" hR="317500" stAng="5616000" swAng="1058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2" name="Harvey 52/100 [52]">
              <a:extLst>
                <a:ext uri="{FF2B5EF4-FFF2-40B4-BE49-F238E27FC236}">
                  <a16:creationId xmlns:a16="http://schemas.microsoft.com/office/drawing/2014/main" id="{785EAA21-FBCD-46DC-8430-7AB12F5A66AF}"/>
                </a:ext>
              </a:extLst>
            </p:cNvPr>
            <p:cNvSpPr>
              <a:spLocks noChangeAspect="1"/>
            </p:cNvSpPr>
            <p:nvPr>
              <p:custDataLst>
                <p:tags r:id="rId9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2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632496"/>
                  </a:moveTo>
                  <a:arcTo wR="317500" hR="317500" stAng="5832000" swAng="1036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3" name="Harvey 53/100 [53]">
              <a:extLst>
                <a:ext uri="{FF2B5EF4-FFF2-40B4-BE49-F238E27FC236}">
                  <a16:creationId xmlns:a16="http://schemas.microsoft.com/office/drawing/2014/main" id="{858D54BA-F4A5-4C67-830E-E85FF6EE735D}"/>
                </a:ext>
              </a:extLst>
            </p:cNvPr>
            <p:cNvSpPr>
              <a:spLocks noChangeAspect="1"/>
            </p:cNvSpPr>
            <p:nvPr>
              <p:custDataLst>
                <p:tags r:id="rId9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4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629376"/>
                  </a:moveTo>
                  <a:arcTo wR="317500" hR="317500" stAng="6048000" swAng="1015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4" name="Harvey 54/100 [54]">
              <a:extLst>
                <a:ext uri="{FF2B5EF4-FFF2-40B4-BE49-F238E27FC236}">
                  <a16:creationId xmlns:a16="http://schemas.microsoft.com/office/drawing/2014/main" id="{AC41BD7B-E1FA-4AED-B11C-E03936A672E6}"/>
                </a:ext>
              </a:extLst>
            </p:cNvPr>
            <p:cNvSpPr>
              <a:spLocks noChangeAspect="1"/>
            </p:cNvSpPr>
            <p:nvPr>
              <p:custDataLst>
                <p:tags r:id="rId9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6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625025"/>
                  </a:moveTo>
                  <a:arcTo wR="317500" hR="317500" stAng="6264000" swAng="99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5" name="Harvey 55/100 [55]">
              <a:extLst>
                <a:ext uri="{FF2B5EF4-FFF2-40B4-BE49-F238E27FC236}">
                  <a16:creationId xmlns:a16="http://schemas.microsoft.com/office/drawing/2014/main" id="{BAF901A0-5FD1-4B29-9AF9-DB8B19412429}"/>
                </a:ext>
              </a:extLst>
            </p:cNvPr>
            <p:cNvSpPr>
              <a:spLocks noChangeAspect="1"/>
            </p:cNvSpPr>
            <p:nvPr>
              <p:custDataLst>
                <p:tags r:id="rId9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18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619460"/>
                  </a:moveTo>
                  <a:arcTo wR="317500" hR="317500" stAng="6480000" swAng="97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6" name="Harvey 56/100 [56]">
              <a:extLst>
                <a:ext uri="{FF2B5EF4-FFF2-40B4-BE49-F238E27FC236}">
                  <a16:creationId xmlns:a16="http://schemas.microsoft.com/office/drawing/2014/main" id="{3EFF555D-6B7F-481F-ADC2-746953BA7F97}"/>
                </a:ext>
              </a:extLst>
            </p:cNvPr>
            <p:cNvSpPr>
              <a:spLocks noChangeAspect="1"/>
            </p:cNvSpPr>
            <p:nvPr>
              <p:custDataLst>
                <p:tags r:id="rId9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0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612704"/>
                  </a:moveTo>
                  <a:arcTo wR="317500" hR="317500" stAng="6696000" swAng="95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7" name="Harvey 57/100 [57]">
              <a:extLst>
                <a:ext uri="{FF2B5EF4-FFF2-40B4-BE49-F238E27FC236}">
                  <a16:creationId xmlns:a16="http://schemas.microsoft.com/office/drawing/2014/main" id="{A4D3BE31-8C07-4912-AB8B-8331A665C238}"/>
                </a:ext>
              </a:extLst>
            </p:cNvPr>
            <p:cNvSpPr>
              <a:spLocks noChangeAspect="1"/>
            </p:cNvSpPr>
            <p:nvPr>
              <p:custDataLst>
                <p:tags r:id="rId9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3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604782"/>
                  </a:moveTo>
                  <a:arcTo wR="317500" hR="317500" stAng="6911999" swAng="928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8" name="Harvey 58/100 [58]">
              <a:extLst>
                <a:ext uri="{FF2B5EF4-FFF2-40B4-BE49-F238E27FC236}">
                  <a16:creationId xmlns:a16="http://schemas.microsoft.com/office/drawing/2014/main" id="{E7B5A5D9-6DD2-4B0A-9557-7A7AF774103E}"/>
                </a:ext>
              </a:extLst>
            </p:cNvPr>
            <p:cNvSpPr>
              <a:spLocks noChangeAspect="1"/>
            </p:cNvSpPr>
            <p:nvPr>
              <p:custDataLst>
                <p:tags r:id="rId9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527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595727"/>
                  </a:moveTo>
                  <a:arcTo wR="317500" hR="317500" stAng="7127999" swAng="90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89" name="Harvey 59/100 [59]">
              <a:extLst>
                <a:ext uri="{FF2B5EF4-FFF2-40B4-BE49-F238E27FC236}">
                  <a16:creationId xmlns:a16="http://schemas.microsoft.com/office/drawing/2014/main" id="{88458C0E-D234-4C86-A6CC-B8CD6C445F00}"/>
                </a:ext>
              </a:extLst>
            </p:cNvPr>
            <p:cNvSpPr>
              <a:spLocks noChangeAspect="1"/>
            </p:cNvSpPr>
            <p:nvPr>
              <p:custDataLst>
                <p:tags r:id="rId10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74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585574"/>
                  </a:moveTo>
                  <a:arcTo wR="317500" hR="317500" stAng="7343999" swAng="88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0" name="Harvey 60/100 [60]">
              <a:extLst>
                <a:ext uri="{FF2B5EF4-FFF2-40B4-BE49-F238E27FC236}">
                  <a16:creationId xmlns:a16="http://schemas.microsoft.com/office/drawing/2014/main" id="{0924D2C6-D224-49FD-A4B8-312AFD605E78}"/>
                </a:ext>
              </a:extLst>
            </p:cNvPr>
            <p:cNvSpPr>
              <a:spLocks noChangeAspect="1"/>
            </p:cNvSpPr>
            <p:nvPr>
              <p:custDataLst>
                <p:tags r:id="rId10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29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574362"/>
                  </a:moveTo>
                  <a:arcTo wR="317500" hR="317500" stAng="7560000" swAng="86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1" name="Harvey 61/100 [61]">
              <a:extLst>
                <a:ext uri="{FF2B5EF4-FFF2-40B4-BE49-F238E27FC236}">
                  <a16:creationId xmlns:a16="http://schemas.microsoft.com/office/drawing/2014/main" id="{F9FB23C2-D568-49AC-B8FD-0480EB019739}"/>
                </a:ext>
              </a:extLst>
            </p:cNvPr>
            <p:cNvSpPr>
              <a:spLocks noChangeAspect="1"/>
            </p:cNvSpPr>
            <p:nvPr>
              <p:custDataLst>
                <p:tags r:id="rId10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1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562137"/>
                  </a:moveTo>
                  <a:arcTo wR="317500" hR="317500" stAng="7776000" swAng="84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2" name="Harvey 62/100 [62]">
              <a:extLst>
                <a:ext uri="{FF2B5EF4-FFF2-40B4-BE49-F238E27FC236}">
                  <a16:creationId xmlns:a16="http://schemas.microsoft.com/office/drawing/2014/main" id="{9EF3159D-F4FB-4032-BCCB-55E6ED5EEFC7}"/>
                </a:ext>
              </a:extLst>
            </p:cNvPr>
            <p:cNvSpPr>
              <a:spLocks noChangeAspect="1"/>
            </p:cNvSpPr>
            <p:nvPr>
              <p:custDataLst>
                <p:tags r:id="rId10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3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548947"/>
                  </a:moveTo>
                  <a:arcTo wR="317500" hR="317500" stAng="7991999" swAng="82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3" name="Harvey 63/100 [63]">
              <a:extLst>
                <a:ext uri="{FF2B5EF4-FFF2-40B4-BE49-F238E27FC236}">
                  <a16:creationId xmlns:a16="http://schemas.microsoft.com/office/drawing/2014/main" id="{9362C8EA-6D15-4E0C-8AE9-B1B50EB297B8}"/>
                </a:ext>
              </a:extLst>
            </p:cNvPr>
            <p:cNvSpPr>
              <a:spLocks noChangeAspect="1"/>
            </p:cNvSpPr>
            <p:nvPr>
              <p:custDataLst>
                <p:tags r:id="rId10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6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534843"/>
                  </a:moveTo>
                  <a:arcTo wR="317500" hR="317500" stAng="8208000" swAng="799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4" name="Harvey 64/100 [64]">
              <a:extLst>
                <a:ext uri="{FF2B5EF4-FFF2-40B4-BE49-F238E27FC236}">
                  <a16:creationId xmlns:a16="http://schemas.microsoft.com/office/drawing/2014/main" id="{91EB375D-1444-4BE3-A696-66272A1564CD}"/>
                </a:ext>
              </a:extLst>
            </p:cNvPr>
            <p:cNvSpPr>
              <a:spLocks noChangeAspect="1"/>
            </p:cNvSpPr>
            <p:nvPr>
              <p:custDataLst>
                <p:tags r:id="rId10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38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519882"/>
                  </a:moveTo>
                  <a:arcTo wR="317500" hR="317500" stAng="8424000" swAng="777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5" name="Harvey 65/100 [65]">
              <a:extLst>
                <a:ext uri="{FF2B5EF4-FFF2-40B4-BE49-F238E27FC236}">
                  <a16:creationId xmlns:a16="http://schemas.microsoft.com/office/drawing/2014/main" id="{9A3002B1-5D17-4BCB-9A44-B2FB4025D02F}"/>
                </a:ext>
              </a:extLst>
            </p:cNvPr>
            <p:cNvSpPr>
              <a:spLocks noChangeAspect="1"/>
            </p:cNvSpPr>
            <p:nvPr>
              <p:custDataLst>
                <p:tags r:id="rId10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0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504121"/>
                  </a:moveTo>
                  <a:arcTo wR="317500" hR="317500" stAng="8640000" swAng="755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6" name="Harvey 66/100 [66]">
              <a:extLst>
                <a:ext uri="{FF2B5EF4-FFF2-40B4-BE49-F238E27FC236}">
                  <a16:creationId xmlns:a16="http://schemas.microsoft.com/office/drawing/2014/main" id="{E5F2FDE4-04B2-4A45-A685-14E0C51883A5}"/>
                </a:ext>
              </a:extLst>
            </p:cNvPr>
            <p:cNvSpPr>
              <a:spLocks noChangeAspect="1"/>
            </p:cNvSpPr>
            <p:nvPr>
              <p:custDataLst>
                <p:tags r:id="rId10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2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487625"/>
                  </a:moveTo>
                  <a:arcTo wR="317500" hR="317500" stAng="8856000" swAng="734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7" name="Harvey 67/100 [67]">
              <a:extLst>
                <a:ext uri="{FF2B5EF4-FFF2-40B4-BE49-F238E27FC236}">
                  <a16:creationId xmlns:a16="http://schemas.microsoft.com/office/drawing/2014/main" id="{D399A169-3845-4CD5-A62C-F4586F1FAFE8}"/>
                </a:ext>
              </a:extLst>
            </p:cNvPr>
            <p:cNvSpPr>
              <a:spLocks noChangeAspect="1"/>
            </p:cNvSpPr>
            <p:nvPr>
              <p:custDataLst>
                <p:tags r:id="rId10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4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470456"/>
                  </a:moveTo>
                  <a:arcTo wR="317500" hR="317500" stAng="9072000" swAng="712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8" name="Harvey 68/100 [68]">
              <a:extLst>
                <a:ext uri="{FF2B5EF4-FFF2-40B4-BE49-F238E27FC236}">
                  <a16:creationId xmlns:a16="http://schemas.microsoft.com/office/drawing/2014/main" id="{E12F5173-9960-47F5-9A91-B043294E14CB}"/>
                </a:ext>
              </a:extLst>
            </p:cNvPr>
            <p:cNvSpPr>
              <a:spLocks noChangeAspect="1"/>
            </p:cNvSpPr>
            <p:nvPr>
              <p:custDataLst>
                <p:tags r:id="rId10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6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452684"/>
                  </a:moveTo>
                  <a:arcTo wR="317500" hR="317500" stAng="9288000" swAng="691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99" name="Harvey 69/100 [69]">
              <a:extLst>
                <a:ext uri="{FF2B5EF4-FFF2-40B4-BE49-F238E27FC236}">
                  <a16:creationId xmlns:a16="http://schemas.microsoft.com/office/drawing/2014/main" id="{DD9B9229-3D3A-4706-BEEC-04C19A30C5C3}"/>
                </a:ext>
              </a:extLst>
            </p:cNvPr>
            <p:cNvSpPr>
              <a:spLocks noChangeAspect="1"/>
            </p:cNvSpPr>
            <p:nvPr>
              <p:custDataLst>
                <p:tags r:id="rId11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490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434379"/>
                  </a:moveTo>
                  <a:arcTo wR="317500" hR="317500" stAng="9503999" swAng="66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0" name="Harvey 70/100 [70]">
              <a:extLst>
                <a:ext uri="{FF2B5EF4-FFF2-40B4-BE49-F238E27FC236}">
                  <a16:creationId xmlns:a16="http://schemas.microsoft.com/office/drawing/2014/main" id="{795A4CC8-0C08-491C-8D7F-95EC8E0E25B8}"/>
                </a:ext>
              </a:extLst>
            </p:cNvPr>
            <p:cNvSpPr>
              <a:spLocks noChangeAspect="1"/>
            </p:cNvSpPr>
            <p:nvPr>
              <p:custDataLst>
                <p:tags r:id="rId11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119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415612"/>
                  </a:moveTo>
                  <a:arcTo wR="317500" hR="317500" stAng="9719999" swAng="64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1" name="Harvey 71/100 [71]">
              <a:extLst>
                <a:ext uri="{FF2B5EF4-FFF2-40B4-BE49-F238E27FC236}">
                  <a16:creationId xmlns:a16="http://schemas.microsoft.com/office/drawing/2014/main" id="{91862A76-5FCC-4C25-9A3F-A10651AC7725}"/>
                </a:ext>
              </a:extLst>
            </p:cNvPr>
            <p:cNvSpPr>
              <a:spLocks noChangeAspect="1"/>
            </p:cNvSpPr>
            <p:nvPr>
              <p:custDataLst>
                <p:tags r:id="rId11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33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396459"/>
                  </a:moveTo>
                  <a:arcTo wR="317500" hR="317500" stAng="9936000" swAng="62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2" name="Harvey 72/100 [72]">
              <a:extLst>
                <a:ext uri="{FF2B5EF4-FFF2-40B4-BE49-F238E27FC236}">
                  <a16:creationId xmlns:a16="http://schemas.microsoft.com/office/drawing/2014/main" id="{46969644-17D9-45C9-A88A-9A88622DCE45}"/>
                </a:ext>
              </a:extLst>
            </p:cNvPr>
            <p:cNvSpPr>
              <a:spLocks noChangeAspect="1"/>
            </p:cNvSpPr>
            <p:nvPr>
              <p:custDataLst>
                <p:tags r:id="rId11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5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376993"/>
                  </a:moveTo>
                  <a:arcTo wR="317500" hR="317500" stAng="10152000" swAng="60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3" name="Harvey 73/100 [73]">
              <a:extLst>
                <a:ext uri="{FF2B5EF4-FFF2-40B4-BE49-F238E27FC236}">
                  <a16:creationId xmlns:a16="http://schemas.microsoft.com/office/drawing/2014/main" id="{F89621F9-3ABB-450D-913E-7B467F289A9B}"/>
                </a:ext>
              </a:extLst>
            </p:cNvPr>
            <p:cNvSpPr>
              <a:spLocks noChangeAspect="1"/>
            </p:cNvSpPr>
            <p:nvPr>
              <p:custDataLst>
                <p:tags r:id="rId11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7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357293"/>
                  </a:moveTo>
                  <a:arcTo wR="317500" hR="317500" stAng="10368000" swAng="58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4" name="Harvey 74/100 [74]">
              <a:extLst>
                <a:ext uri="{FF2B5EF4-FFF2-40B4-BE49-F238E27FC236}">
                  <a16:creationId xmlns:a16="http://schemas.microsoft.com/office/drawing/2014/main" id="{89EE4B1F-E703-471D-8307-BFB9EDEDB9F7}"/>
                </a:ext>
              </a:extLst>
            </p:cNvPr>
            <p:cNvSpPr>
              <a:spLocks noChangeAspect="1"/>
            </p:cNvSpPr>
            <p:nvPr>
              <p:custDataLst>
                <p:tags r:id="rId11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5983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337435"/>
                  </a:moveTo>
                  <a:arcTo wR="317500" hR="317500" stAng="10583999" swAng="56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5" name="Harvey 75/100 [75]">
              <a:extLst>
                <a:ext uri="{FF2B5EF4-FFF2-40B4-BE49-F238E27FC236}">
                  <a16:creationId xmlns:a16="http://schemas.microsoft.com/office/drawing/2014/main" id="{8AB2EEA8-04AC-4B6C-8D90-28093DB647E6}"/>
                </a:ext>
              </a:extLst>
            </p:cNvPr>
            <p:cNvSpPr>
              <a:spLocks noChangeAspect="1"/>
            </p:cNvSpPr>
            <p:nvPr>
              <p:custDataLst>
                <p:tags r:id="rId11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20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0" y="317500"/>
                  </a:moveTo>
                  <a:arcTo wR="317500" hR="317500" stAng="10800000" swAng="540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6" name="Harvey 76/100 [76]">
              <a:extLst>
                <a:ext uri="{FF2B5EF4-FFF2-40B4-BE49-F238E27FC236}">
                  <a16:creationId xmlns:a16="http://schemas.microsoft.com/office/drawing/2014/main" id="{6F4E00F2-EA6F-4809-B2FD-4CE3ABE8C480}"/>
                </a:ext>
              </a:extLst>
            </p:cNvPr>
            <p:cNvSpPr>
              <a:spLocks noChangeAspect="1"/>
            </p:cNvSpPr>
            <p:nvPr>
              <p:custDataLst>
                <p:tags r:id="rId11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41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26" y="297564"/>
                  </a:moveTo>
                  <a:arcTo wR="317500" hR="317500" stAng="11016000" swAng="518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7" name="Harvey 77/100 [77]">
              <a:extLst>
                <a:ext uri="{FF2B5EF4-FFF2-40B4-BE49-F238E27FC236}">
                  <a16:creationId xmlns:a16="http://schemas.microsoft.com/office/drawing/2014/main" id="{CF5CA593-7B87-4492-9B35-2255514CB496}"/>
                </a:ext>
              </a:extLst>
            </p:cNvPr>
            <p:cNvSpPr>
              <a:spLocks noChangeAspect="1"/>
            </p:cNvSpPr>
            <p:nvPr>
              <p:custDataLst>
                <p:tags r:id="rId11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63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03" y="277706"/>
                  </a:moveTo>
                  <a:arcTo wR="317500" hR="317500" stAng="11232000" swAng="496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8" name="Harvey 78/100 [78]">
              <a:extLst>
                <a:ext uri="{FF2B5EF4-FFF2-40B4-BE49-F238E27FC236}">
                  <a16:creationId xmlns:a16="http://schemas.microsoft.com/office/drawing/2014/main" id="{8C036464-458E-48D4-BAC8-84819F820C60}"/>
                </a:ext>
              </a:extLst>
            </p:cNvPr>
            <p:cNvSpPr>
              <a:spLocks noChangeAspect="1"/>
            </p:cNvSpPr>
            <p:nvPr>
              <p:custDataLst>
                <p:tags r:id="rId11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684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5623" y="258006"/>
                  </a:moveTo>
                  <a:arcTo wR="317500" hR="317500" stAng="11448000" swAng="475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09" name="Harvey 79/100 [79]">
              <a:extLst>
                <a:ext uri="{FF2B5EF4-FFF2-40B4-BE49-F238E27FC236}">
                  <a16:creationId xmlns:a16="http://schemas.microsoft.com/office/drawing/2014/main" id="{6FD5AC00-8293-447C-B728-B963DD67B1C2}"/>
                </a:ext>
              </a:extLst>
            </p:cNvPr>
            <p:cNvSpPr>
              <a:spLocks noChangeAspect="1"/>
            </p:cNvSpPr>
            <p:nvPr>
              <p:custDataLst>
                <p:tags r:id="rId12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06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9974" y="238540"/>
                  </a:moveTo>
                  <a:arcTo wR="317500" hR="317500" stAng="11664000" swAng="453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0" name="Harvey 80/100 [80]">
              <a:extLst>
                <a:ext uri="{FF2B5EF4-FFF2-40B4-BE49-F238E27FC236}">
                  <a16:creationId xmlns:a16="http://schemas.microsoft.com/office/drawing/2014/main" id="{29C0F859-BC49-430F-8C59-C0B9109E47A3}"/>
                </a:ext>
              </a:extLst>
            </p:cNvPr>
            <p:cNvSpPr>
              <a:spLocks noChangeAspect="1"/>
            </p:cNvSpPr>
            <p:nvPr>
              <p:custDataLst>
                <p:tags r:id="rId12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28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5539" y="219387"/>
                  </a:moveTo>
                  <a:arcTo wR="317500" hR="317500" stAng="11880000" swAng="431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1" name="Harvey 81/100 [81]">
              <a:extLst>
                <a:ext uri="{FF2B5EF4-FFF2-40B4-BE49-F238E27FC236}">
                  <a16:creationId xmlns:a16="http://schemas.microsoft.com/office/drawing/2014/main" id="{F78719E3-0417-4867-B70D-21538B3AC36E}"/>
                </a:ext>
              </a:extLst>
            </p:cNvPr>
            <p:cNvSpPr>
              <a:spLocks noChangeAspect="1"/>
            </p:cNvSpPr>
            <p:nvPr>
              <p:custDataLst>
                <p:tags r:id="rId12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49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2295" y="200620"/>
                  </a:moveTo>
                  <a:arcTo wR="317500" hR="317500" stAng="12096000" swAng="410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2" name="Harvey 82/100 [82]">
              <a:extLst>
                <a:ext uri="{FF2B5EF4-FFF2-40B4-BE49-F238E27FC236}">
                  <a16:creationId xmlns:a16="http://schemas.microsoft.com/office/drawing/2014/main" id="{9C5D0905-7412-4C75-BC20-E51105CA783D}"/>
                </a:ext>
              </a:extLst>
            </p:cNvPr>
            <p:cNvSpPr>
              <a:spLocks noChangeAspect="1"/>
            </p:cNvSpPr>
            <p:nvPr>
              <p:custDataLst>
                <p:tags r:id="rId12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71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0217" y="182315"/>
                  </a:moveTo>
                  <a:arcTo wR="317500" hR="317500" stAng="12312000" swAng="388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3" name="Harvey 83/100 [83]">
              <a:extLst>
                <a:ext uri="{FF2B5EF4-FFF2-40B4-BE49-F238E27FC236}">
                  <a16:creationId xmlns:a16="http://schemas.microsoft.com/office/drawing/2014/main" id="{96AA2E20-CC65-4632-B3D4-93E962B59D4C}"/>
                </a:ext>
              </a:extLst>
            </p:cNvPr>
            <p:cNvSpPr>
              <a:spLocks noChangeAspect="1"/>
            </p:cNvSpPr>
            <p:nvPr>
              <p:custDataLst>
                <p:tags r:id="rId12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792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39272" y="164543"/>
                  </a:moveTo>
                  <a:arcTo wR="317500" hR="317500" stAng="12528000" swAng="367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4" name="Harvey 84/100 [84]">
              <a:extLst>
                <a:ext uri="{FF2B5EF4-FFF2-40B4-BE49-F238E27FC236}">
                  <a16:creationId xmlns:a16="http://schemas.microsoft.com/office/drawing/2014/main" id="{9B4360A3-E0B2-48F7-B5A8-D24513748A82}"/>
                </a:ext>
              </a:extLst>
            </p:cNvPr>
            <p:cNvSpPr>
              <a:spLocks noChangeAspect="1"/>
            </p:cNvSpPr>
            <p:nvPr>
              <p:custDataLst>
                <p:tags r:id="rId12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14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49425" y="147374"/>
                  </a:moveTo>
                  <a:arcTo wR="317500" hR="317500" stAng="12743999" swAng="345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5" name="Harvey 85/100 [85]">
              <a:extLst>
                <a:ext uri="{FF2B5EF4-FFF2-40B4-BE49-F238E27FC236}">
                  <a16:creationId xmlns:a16="http://schemas.microsoft.com/office/drawing/2014/main" id="{D694B21E-EEA0-48FA-A35C-7B6570B3F861}"/>
                </a:ext>
              </a:extLst>
            </p:cNvPr>
            <p:cNvSpPr>
              <a:spLocks noChangeAspect="1"/>
            </p:cNvSpPr>
            <p:nvPr>
              <p:custDataLst>
                <p:tags r:id="rId12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36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60637" y="130878"/>
                  </a:moveTo>
                  <a:arcTo wR="317500" hR="317500" stAng="12960000" swAng="324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6" name="Harvey 86/100 [86]">
              <a:extLst>
                <a:ext uri="{FF2B5EF4-FFF2-40B4-BE49-F238E27FC236}">
                  <a16:creationId xmlns:a16="http://schemas.microsoft.com/office/drawing/2014/main" id="{85E1AF41-C21D-4514-B37E-CC830BC09C0A}"/>
                </a:ext>
              </a:extLst>
            </p:cNvPr>
            <p:cNvSpPr>
              <a:spLocks noChangeAspect="1"/>
            </p:cNvSpPr>
            <p:nvPr>
              <p:custDataLst>
                <p:tags r:id="rId12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57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72862" y="115117"/>
                  </a:moveTo>
                  <a:arcTo wR="317500" hR="317500" stAng="13176000" swAng="302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7" name="Harvey 87/100 [87]">
              <a:extLst>
                <a:ext uri="{FF2B5EF4-FFF2-40B4-BE49-F238E27FC236}">
                  <a16:creationId xmlns:a16="http://schemas.microsoft.com/office/drawing/2014/main" id="{E3948F2E-FD5F-4107-B122-9AC75FE0CD9E}"/>
                </a:ext>
              </a:extLst>
            </p:cNvPr>
            <p:cNvSpPr>
              <a:spLocks noChangeAspect="1"/>
            </p:cNvSpPr>
            <p:nvPr>
              <p:custDataLst>
                <p:tags r:id="rId12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879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86052" y="100156"/>
                  </a:moveTo>
                  <a:arcTo wR="317500" hR="317500" stAng="13392000" swAng="280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8" name="Harvey 88/100 [88]">
              <a:extLst>
                <a:ext uri="{FF2B5EF4-FFF2-40B4-BE49-F238E27FC236}">
                  <a16:creationId xmlns:a16="http://schemas.microsoft.com/office/drawing/2014/main" id="{744E57ED-019F-4A8B-A06E-9FB965FEBB23}"/>
                </a:ext>
              </a:extLst>
            </p:cNvPr>
            <p:cNvSpPr>
              <a:spLocks noChangeAspect="1"/>
            </p:cNvSpPr>
            <p:nvPr>
              <p:custDataLst>
                <p:tags r:id="rId12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00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00156" y="86052"/>
                  </a:moveTo>
                  <a:arcTo wR="317500" hR="317500" stAng="13608000" swAng="259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19" name="Harvey 89/100 [89]">
              <a:extLst>
                <a:ext uri="{FF2B5EF4-FFF2-40B4-BE49-F238E27FC236}">
                  <a16:creationId xmlns:a16="http://schemas.microsoft.com/office/drawing/2014/main" id="{5567719B-31CA-4A86-801E-E0531122E504}"/>
                </a:ext>
              </a:extLst>
            </p:cNvPr>
            <p:cNvSpPr>
              <a:spLocks noChangeAspect="1"/>
            </p:cNvSpPr>
            <p:nvPr>
              <p:custDataLst>
                <p:tags r:id="rId13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22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15117" y="72862"/>
                  </a:moveTo>
                  <a:arcTo wR="317500" hR="317500" stAng="13823999" swAng="2375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0" name="Harvey 90/100 [90]">
              <a:extLst>
                <a:ext uri="{FF2B5EF4-FFF2-40B4-BE49-F238E27FC236}">
                  <a16:creationId xmlns:a16="http://schemas.microsoft.com/office/drawing/2014/main" id="{2CD4B3A1-B882-43A6-A4CA-C9FCA394B28B}"/>
                </a:ext>
              </a:extLst>
            </p:cNvPr>
            <p:cNvSpPr>
              <a:spLocks noChangeAspect="1"/>
            </p:cNvSpPr>
            <p:nvPr>
              <p:custDataLst>
                <p:tags r:id="rId13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44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30878" y="60637"/>
                  </a:moveTo>
                  <a:arcTo wR="317500" hR="317500" stAng="14040000" swAng="2159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1" name="Harvey 91/100 [91]">
              <a:extLst>
                <a:ext uri="{FF2B5EF4-FFF2-40B4-BE49-F238E27FC236}">
                  <a16:creationId xmlns:a16="http://schemas.microsoft.com/office/drawing/2014/main" id="{68606D93-5175-4900-AD89-6D0710AFE75F}"/>
                </a:ext>
              </a:extLst>
            </p:cNvPr>
            <p:cNvSpPr>
              <a:spLocks noChangeAspect="1"/>
            </p:cNvSpPr>
            <p:nvPr>
              <p:custDataLst>
                <p:tags r:id="rId132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656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47374" y="49425"/>
                  </a:moveTo>
                  <a:arcTo wR="317500" hR="317500" stAng="14256000" swAng="1943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2" name="Harvey 92/100 [92]">
              <a:extLst>
                <a:ext uri="{FF2B5EF4-FFF2-40B4-BE49-F238E27FC236}">
                  <a16:creationId xmlns:a16="http://schemas.microsoft.com/office/drawing/2014/main" id="{7EE30864-DDCC-4BBA-B70A-48810E224581}"/>
                </a:ext>
              </a:extLst>
            </p:cNvPr>
            <p:cNvSpPr>
              <a:spLocks noChangeAspect="1"/>
            </p:cNvSpPr>
            <p:nvPr>
              <p:custDataLst>
                <p:tags r:id="rId133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1987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64543" y="39272"/>
                  </a:moveTo>
                  <a:arcTo wR="317500" hR="317500" stAng="14472000" swAng="1727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3" name="Harvey 93/100 [93]">
              <a:extLst>
                <a:ext uri="{FF2B5EF4-FFF2-40B4-BE49-F238E27FC236}">
                  <a16:creationId xmlns:a16="http://schemas.microsoft.com/office/drawing/2014/main" id="{608CA488-A707-4C7A-9287-9DA9A38ED3D4}"/>
                </a:ext>
              </a:extLst>
            </p:cNvPr>
            <p:cNvSpPr>
              <a:spLocks noChangeAspect="1"/>
            </p:cNvSpPr>
            <p:nvPr>
              <p:custDataLst>
                <p:tags r:id="rId134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08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182315" y="30217"/>
                  </a:moveTo>
                  <a:arcTo wR="317500" hR="317500" stAng="14688000" swAng="1511999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4" name="Harvey 94/100 [94]">
              <a:extLst>
                <a:ext uri="{FF2B5EF4-FFF2-40B4-BE49-F238E27FC236}">
                  <a16:creationId xmlns:a16="http://schemas.microsoft.com/office/drawing/2014/main" id="{FE1836A9-F92A-4F07-BBB8-2274E290E952}"/>
                </a:ext>
              </a:extLst>
            </p:cNvPr>
            <p:cNvSpPr>
              <a:spLocks noChangeAspect="1"/>
            </p:cNvSpPr>
            <p:nvPr>
              <p:custDataLst>
                <p:tags r:id="rId135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30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00620" y="22295"/>
                  </a:moveTo>
                  <a:arcTo wR="317500" hR="317500" stAng="14903999" swAng="129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5" name="Harvey 95/100 [95]">
              <a:extLst>
                <a:ext uri="{FF2B5EF4-FFF2-40B4-BE49-F238E27FC236}">
                  <a16:creationId xmlns:a16="http://schemas.microsoft.com/office/drawing/2014/main" id="{3169BE73-7F99-46E3-BDA9-D9BB85BE343E}"/>
                </a:ext>
              </a:extLst>
            </p:cNvPr>
            <p:cNvSpPr>
              <a:spLocks noChangeAspect="1"/>
            </p:cNvSpPr>
            <p:nvPr>
              <p:custDataLst>
                <p:tags r:id="rId136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520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19387" y="15539"/>
                  </a:moveTo>
                  <a:arcTo wR="317500" hR="317500" stAng="15120000" swAng="1080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6" name="Harvey 96/100 [96]">
              <a:extLst>
                <a:ext uri="{FF2B5EF4-FFF2-40B4-BE49-F238E27FC236}">
                  <a16:creationId xmlns:a16="http://schemas.microsoft.com/office/drawing/2014/main" id="{12E3B5ED-B1AB-4A99-BD20-FF638135BE37}"/>
                </a:ext>
              </a:extLst>
            </p:cNvPr>
            <p:cNvSpPr>
              <a:spLocks noChangeAspect="1"/>
            </p:cNvSpPr>
            <p:nvPr>
              <p:custDataLst>
                <p:tags r:id="rId137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735999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38540" y="9974"/>
                  </a:moveTo>
                  <a:arcTo wR="317500" hR="317500" stAng="15335999" swAng="864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7" name="Harvey 97/100 [97]">
              <a:extLst>
                <a:ext uri="{FF2B5EF4-FFF2-40B4-BE49-F238E27FC236}">
                  <a16:creationId xmlns:a16="http://schemas.microsoft.com/office/drawing/2014/main" id="{75A7FEAD-6C4B-4F7A-BB60-3A68D96114DE}"/>
                </a:ext>
              </a:extLst>
            </p:cNvPr>
            <p:cNvSpPr>
              <a:spLocks noChangeAspect="1"/>
            </p:cNvSpPr>
            <p:nvPr>
              <p:custDataLst>
                <p:tags r:id="rId138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0952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58006" y="5623"/>
                  </a:moveTo>
                  <a:arcTo wR="317500" hR="317500" stAng="15552000" swAng="648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8" name="Harvey 98/100 [98]">
              <a:extLst>
                <a:ext uri="{FF2B5EF4-FFF2-40B4-BE49-F238E27FC236}">
                  <a16:creationId xmlns:a16="http://schemas.microsoft.com/office/drawing/2014/main" id="{C4B5128E-9380-4C38-A1EB-CB12E7401609}"/>
                </a:ext>
              </a:extLst>
            </p:cNvPr>
            <p:cNvSpPr>
              <a:spLocks noChangeAspect="1"/>
            </p:cNvSpPr>
            <p:nvPr>
              <p:custDataLst>
                <p:tags r:id="rId139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168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77706" y="2503"/>
                  </a:moveTo>
                  <a:arcTo wR="317500" hR="317500" stAng="15768000" swAng="432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29" name="Harvey 99/100 [99]">
              <a:extLst>
                <a:ext uri="{FF2B5EF4-FFF2-40B4-BE49-F238E27FC236}">
                  <a16:creationId xmlns:a16="http://schemas.microsoft.com/office/drawing/2014/main" id="{50F634E4-E5B9-4DA6-9F91-8AF5B6ACF1FB}"/>
                </a:ext>
              </a:extLst>
            </p:cNvPr>
            <p:cNvSpPr>
              <a:spLocks noChangeAspect="1"/>
            </p:cNvSpPr>
            <p:nvPr>
              <p:custDataLst>
                <p:tags r:id="rId140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384000"/>
                  <a:lnTo>
                    <a:pt x="317500" y="317500"/>
                  </a:lnTo>
                  <a:close/>
                </a:path>
                <a:path w="635000" h="635000" fill="none">
                  <a:moveTo>
                    <a:pt x="297564" y="626"/>
                  </a:moveTo>
                  <a:arcTo wR="317500" hR="317500" stAng="15983999" swAng="216000"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  <p:sp>
          <p:nvSpPr>
            <p:cNvPr id="130" name="Harvey 100/100 [100]">
              <a:extLst>
                <a:ext uri="{FF2B5EF4-FFF2-40B4-BE49-F238E27FC236}">
                  <a16:creationId xmlns:a16="http://schemas.microsoft.com/office/drawing/2014/main" id="{94AA53CD-8233-470E-AFEE-0BCC721BFAE9}"/>
                </a:ext>
              </a:extLst>
            </p:cNvPr>
            <p:cNvSpPr>
              <a:spLocks noChangeAspect="1"/>
            </p:cNvSpPr>
            <p:nvPr>
              <p:custDataLst>
                <p:tags r:id="rId141"/>
              </p:custDataLst>
            </p:nvPr>
          </p:nvSpPr>
          <p:spPr>
            <a:xfrm>
              <a:off x="4334905" y="3282696"/>
              <a:ext cx="292608" cy="292608"/>
            </a:xfrm>
            <a:custGeom>
              <a:avLst/>
              <a:gdLst/>
              <a:ahLst/>
              <a:cxnLst/>
              <a:rect l="l" t="t" r="r" b="b"/>
              <a:pathLst>
                <a:path w="635000" h="635000">
                  <a:moveTo>
                    <a:pt x="317500" y="0"/>
                  </a:moveTo>
                  <a:arcTo wR="317500" hR="317500" stAng="16200000" swAng="21600000"/>
                  <a:close/>
                </a:path>
              </a:pathLst>
            </a:custGeom>
            <a:grpFill/>
            <a:ln w="19050" cmpd="sng">
              <a:solidFill>
                <a:schemeClr val="tx2"/>
              </a:solidFill>
            </a:ln>
          </p:spPr>
          <p:txBody>
            <a:bodyPr/>
            <a:lstStyle/>
            <a:p>
              <a:endParaRPr lang="en-GB" b="0" i="0">
                <a:latin typeface="72 Brand" panose="020B0504030603020204" pitchFamily="34" charset="0"/>
              </a:endParaRPr>
            </a:p>
          </p:txBody>
        </p:sp>
      </p:grpSp>
      <p:sp>
        <p:nvSpPr>
          <p:cNvPr id="131" name="Footnote [Placeholder]" hidden="1">
            <a:extLst>
              <a:ext uri="{FF2B5EF4-FFF2-40B4-BE49-F238E27FC236}">
                <a16:creationId xmlns:a16="http://schemas.microsoft.com/office/drawing/2014/main" id="{1B41FB17-6D57-4EE1-9C4C-9C305D5D6BEC}"/>
              </a:ext>
            </a:extLst>
          </p:cNvPr>
          <p:cNvSpPr txBox="1"/>
          <p:nvPr userDrawn="1"/>
        </p:nvSpPr>
        <p:spPr>
          <a:xfrm>
            <a:off x="503238" y="5984668"/>
            <a:ext cx="10188208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900" b="0" i="0" kern="0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(r) Footnote</a:t>
            </a:r>
          </a:p>
        </p:txBody>
      </p:sp>
      <p:sp>
        <p:nvSpPr>
          <p:cNvPr id="5" name="Draft [Sticker]" hidden="1">
            <a:extLst>
              <a:ext uri="{FF2B5EF4-FFF2-40B4-BE49-F238E27FC236}">
                <a16:creationId xmlns:a16="http://schemas.microsoft.com/office/drawing/2014/main" id="{4ED4653C-0BEF-C53F-2F44-0F4FC1038B4E}"/>
              </a:ext>
            </a:extLst>
          </p:cNvPr>
          <p:cNvSpPr/>
          <p:nvPr userDrawn="1"/>
        </p:nvSpPr>
        <p:spPr bwMode="gray">
          <a:xfrm rot="18900000">
            <a:off x="4491456" y="3089731"/>
            <a:ext cx="3211564" cy="1219077"/>
          </a:xfrm>
          <a:prstGeom prst="rect">
            <a:avLst/>
          </a:prstGeom>
          <a:noFill/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kumimoji="0" lang="en-US" sz="5400" b="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72 Brand" panose="020B0504030603020204" pitchFamily="34" charset="0"/>
                <a:ea typeface="Arial" pitchFamily="34" charset="0"/>
                <a:cs typeface="Arial" pitchFamily="34" charset="0"/>
              </a:rPr>
              <a:t>DRAFT</a:t>
            </a:r>
          </a:p>
        </p:txBody>
      </p:sp>
      <p:sp>
        <p:nvSpPr>
          <p:cNvPr id="142" name="Content [Comment]" hidden="1">
            <a:extLst>
              <a:ext uri="{FF2B5EF4-FFF2-40B4-BE49-F238E27FC236}">
                <a16:creationId xmlns:a16="http://schemas.microsoft.com/office/drawing/2014/main" id="{D6760A1A-5249-0361-7543-4100DC0D89C0}"/>
              </a:ext>
            </a:extLst>
          </p:cNvPr>
          <p:cNvSpPr>
            <a:spLocks/>
          </p:cNvSpPr>
          <p:nvPr userDrawn="1"/>
        </p:nvSpPr>
        <p:spPr>
          <a:xfrm>
            <a:off x="10620496" y="1126713"/>
            <a:ext cx="1322679" cy="1287398"/>
          </a:xfrm>
          <a:prstGeom prst="wedgeRectCallout">
            <a:avLst>
              <a:gd name="adj1" fmla="val 33379"/>
              <a:gd name="adj2" fmla="val 65105"/>
            </a:avLst>
          </a:prstGeom>
          <a:solidFill>
            <a:srgbClr val="FFF3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43" name="Formatting [Comment]" hidden="1">
            <a:extLst>
              <a:ext uri="{FF2B5EF4-FFF2-40B4-BE49-F238E27FC236}">
                <a16:creationId xmlns:a16="http://schemas.microsoft.com/office/drawing/2014/main" id="{31370255-4446-E2E0-D475-0E9332BBA969}"/>
              </a:ext>
            </a:extLst>
          </p:cNvPr>
          <p:cNvSpPr>
            <a:spLocks/>
          </p:cNvSpPr>
          <p:nvPr userDrawn="1"/>
        </p:nvSpPr>
        <p:spPr>
          <a:xfrm>
            <a:off x="10620496" y="1126713"/>
            <a:ext cx="1322679" cy="1287398"/>
          </a:xfrm>
          <a:prstGeom prst="wedgeRectCallout">
            <a:avLst>
              <a:gd name="adj1" fmla="val 33379"/>
              <a:gd name="adj2" fmla="val 65105"/>
            </a:avLst>
          </a:prstGeom>
          <a:solidFill>
            <a:srgbClr val="FFF3B8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lIns="36000" tIns="36000" rIns="36000" bIns="36000"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&lt;initials&gt; &lt;date&gt;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yyyy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-MM-dd </a:t>
            </a:r>
            <a:r>
              <a:rPr kumimoji="0" lang="en-US" sz="800" b="0" i="0" u="none" strike="noStrike" kern="0" cap="none" spc="0" normalizeH="0" baseline="0" noProof="0" err="1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hh:mm</a:t>
            </a:r>
            <a:r>
              <a:rPr kumimoji="0" lang="en-US" sz="800" b="0" i="0" u="none" strike="noStrike" kern="0" cap="none" spc="0" normalizeH="0" baseline="0" noProof="0">
                <a:ln>
                  <a:noFill/>
                </a:ln>
                <a:solidFill>
                  <a:srgbClr val="0A0A0A"/>
                </a:solidFill>
                <a:effectLst/>
                <a:uLnTx/>
                <a:uFillTx/>
                <a:latin typeface="72 Brand" panose="020B0504030603020204" pitchFamily="34" charset="0"/>
              </a:rPr>
              <a:t>&lt;/date&gt;: </a:t>
            </a:r>
          </a:p>
        </p:txBody>
      </p:sp>
      <p:sp>
        <p:nvSpPr>
          <p:cNvPr id="132" name="Final [Sticker]" hidden="1">
            <a:extLst>
              <a:ext uri="{FF2B5EF4-FFF2-40B4-BE49-F238E27FC236}">
                <a16:creationId xmlns:a16="http://schemas.microsoft.com/office/drawing/2014/main" id="{5402B19A-2F1E-0983-9BF4-848C4B7F0B87}"/>
              </a:ext>
            </a:extLst>
          </p:cNvPr>
          <p:cNvSpPr>
            <a:spLocks/>
          </p:cNvSpPr>
          <p:nvPr userDrawn="1"/>
        </p:nvSpPr>
        <p:spPr>
          <a:xfrm>
            <a:off x="10983300" y="210784"/>
            <a:ext cx="7070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FINAL SLIDE</a:t>
            </a:r>
          </a:p>
        </p:txBody>
      </p:sp>
      <p:sp>
        <p:nvSpPr>
          <p:cNvPr id="148" name="Internal [Sticker]" hidden="1">
            <a:extLst>
              <a:ext uri="{FF2B5EF4-FFF2-40B4-BE49-F238E27FC236}">
                <a16:creationId xmlns:a16="http://schemas.microsoft.com/office/drawing/2014/main" id="{28223912-D0A4-A620-A34F-518BD869E53F}"/>
              </a:ext>
            </a:extLst>
          </p:cNvPr>
          <p:cNvSpPr>
            <a:spLocks/>
          </p:cNvSpPr>
          <p:nvPr userDrawn="1"/>
        </p:nvSpPr>
        <p:spPr>
          <a:xfrm>
            <a:off x="10033000" y="210784"/>
            <a:ext cx="16573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INTERNAL USE ONLY</a:t>
            </a:r>
          </a:p>
        </p:txBody>
      </p:sp>
      <p:sp>
        <p:nvSpPr>
          <p:cNvPr id="149" name="Discussion [Sticker]" hidden="1">
            <a:extLst>
              <a:ext uri="{FF2B5EF4-FFF2-40B4-BE49-F238E27FC236}">
                <a16:creationId xmlns:a16="http://schemas.microsoft.com/office/drawing/2014/main" id="{D9D83DF6-771C-4C0C-6C7A-3A59B82BAD4A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6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FOR DISCUSSION</a:t>
            </a:r>
          </a:p>
        </p:txBody>
      </p:sp>
      <p:sp>
        <p:nvSpPr>
          <p:cNvPr id="145" name="Dummy [Sticker]" hidden="1">
            <a:extLst>
              <a:ext uri="{FF2B5EF4-FFF2-40B4-BE49-F238E27FC236}">
                <a16:creationId xmlns:a16="http://schemas.microsoft.com/office/drawing/2014/main" id="{85BE85F9-1C84-5D9C-577F-40BFD680420C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5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DUMMY DATA</a:t>
            </a:r>
          </a:p>
        </p:txBody>
      </p:sp>
      <p:sp>
        <p:nvSpPr>
          <p:cNvPr id="146" name="Update [Sticker]" hidden="1">
            <a:extLst>
              <a:ext uri="{FF2B5EF4-FFF2-40B4-BE49-F238E27FC236}">
                <a16:creationId xmlns:a16="http://schemas.microsoft.com/office/drawing/2014/main" id="{DB5368A3-028B-BD89-843A-4055DAEC9BBE}"/>
              </a:ext>
            </a:extLst>
          </p:cNvPr>
          <p:cNvSpPr>
            <a:spLocks/>
          </p:cNvSpPr>
          <p:nvPr userDrawn="1"/>
        </p:nvSpPr>
        <p:spPr>
          <a:xfrm>
            <a:off x="10734674" y="210784"/>
            <a:ext cx="955676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UPDATE DATA</a:t>
            </a:r>
          </a:p>
        </p:txBody>
      </p:sp>
      <p:sp>
        <p:nvSpPr>
          <p:cNvPr id="147" name="Backup [Sticker]" hidden="1">
            <a:extLst>
              <a:ext uri="{FF2B5EF4-FFF2-40B4-BE49-F238E27FC236}">
                <a16:creationId xmlns:a16="http://schemas.microsoft.com/office/drawing/2014/main" id="{308EDF7D-F287-A5B8-407B-AF543ACA9F1E}"/>
              </a:ext>
            </a:extLst>
          </p:cNvPr>
          <p:cNvSpPr>
            <a:spLocks/>
          </p:cNvSpPr>
          <p:nvPr userDrawn="1"/>
        </p:nvSpPr>
        <p:spPr>
          <a:xfrm>
            <a:off x="10985500" y="210784"/>
            <a:ext cx="704850" cy="173117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n w="19050" cap="flat" cmpd="sng" algn="ctr">
            <a:noFill/>
            <a:prstDash val="solid"/>
          </a:ln>
          <a:effectLst/>
        </p:spPr>
        <p:txBody>
          <a:bodyPr wrap="square" lIns="0" tIns="0" rIns="0" bIns="0" rtlCol="0" anchor="ctr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BACKUP</a:t>
            </a:r>
          </a:p>
        </p:txBody>
      </p:sp>
      <p:grpSp>
        <p:nvGrpSpPr>
          <p:cNvPr id="134" name="Responsible [Sticker]" hidden="1">
            <a:extLst>
              <a:ext uri="{FF2B5EF4-FFF2-40B4-BE49-F238E27FC236}">
                <a16:creationId xmlns:a16="http://schemas.microsoft.com/office/drawing/2014/main" id="{D807E524-FC1C-0CD6-4E84-F55B41ABF787}"/>
              </a:ext>
            </a:extLst>
          </p:cNvPr>
          <p:cNvGrpSpPr/>
          <p:nvPr userDrawn="1"/>
        </p:nvGrpSpPr>
        <p:grpSpPr>
          <a:xfrm>
            <a:off x="9050330" y="210783"/>
            <a:ext cx="2640147" cy="173118"/>
            <a:chOff x="9050330" y="210783"/>
            <a:chExt cx="2640147" cy="173118"/>
          </a:xfrm>
        </p:grpSpPr>
        <p:sp>
          <p:nvSpPr>
            <p:cNvPr id="135" name="Final [Sticker org.]">
              <a:extLst>
                <a:ext uri="{FF2B5EF4-FFF2-40B4-BE49-F238E27FC236}">
                  <a16:creationId xmlns:a16="http://schemas.microsoft.com/office/drawing/2014/main" id="{4440328B-E219-D57E-E076-5D09AD704156}"/>
                </a:ext>
              </a:extLst>
            </p:cNvPr>
            <p:cNvSpPr>
              <a:spLocks/>
            </p:cNvSpPr>
            <p:nvPr/>
          </p:nvSpPr>
          <p:spPr>
            <a:xfrm>
              <a:off x="9050330" y="210783"/>
              <a:ext cx="2640147" cy="173117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6350" cap="flat" cmpd="sng" algn="ctr">
              <a:solidFill>
                <a:schemeClr val="tx2"/>
              </a:solidFill>
              <a:prstDash val="solid"/>
            </a:ln>
            <a:effectLst/>
          </p:spPr>
          <p:txBody>
            <a:bodyPr wrap="square" lIns="900000" tIns="0" rIns="0" bIns="0" rtlCol="0" anchor="ctr">
              <a:spAutoFit/>
            </a:bodyPr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GL" sz="800" i="0" u="none" strike="noStrike" kern="0" cap="none" spc="0" normalizeH="0" baseline="0" noProof="0">
                  <a:ln>
                    <a:noFill/>
                  </a:ln>
                  <a:solidFill>
                    <a:schemeClr val="tx2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TEXT</a:t>
              </a:r>
              <a:endParaRPr kumimoji="0" lang="en-US" sz="800" i="0" u="none" strike="noStrike" kern="0" cap="none" spc="0" normalizeH="0" baseline="0" noProof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  <p:sp>
          <p:nvSpPr>
            <p:cNvPr id="136" name="Final [Sticker org.]">
              <a:extLst>
                <a:ext uri="{FF2B5EF4-FFF2-40B4-BE49-F238E27FC236}">
                  <a16:creationId xmlns:a16="http://schemas.microsoft.com/office/drawing/2014/main" id="{E3A6C8D3-C105-250D-CC2B-D59A630EC485}"/>
                </a:ext>
              </a:extLst>
            </p:cNvPr>
            <p:cNvSpPr>
              <a:spLocks/>
            </p:cNvSpPr>
            <p:nvPr/>
          </p:nvSpPr>
          <p:spPr>
            <a:xfrm>
              <a:off x="9050330" y="210784"/>
              <a:ext cx="853949" cy="173117"/>
            </a:xfrm>
            <a:prstGeom prst="roundRect">
              <a:avLst>
                <a:gd name="adj" fmla="val 50000"/>
              </a:avLst>
            </a:prstGeom>
            <a:solidFill>
              <a:schemeClr val="tx2"/>
            </a:solidFill>
            <a:ln w="19050" cap="flat" cmpd="sng" algn="ctr">
              <a:noFill/>
              <a:prstDash val="solid"/>
            </a:ln>
            <a:effectLst/>
          </p:spPr>
          <p:txBody>
            <a:bodyPr wrap="square" lIns="0" tIns="0" rIns="0" bIns="0" rtlCol="0" anchor="ctr">
              <a:spAutoFit/>
            </a:bodyPr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da-GL" sz="80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+mn-lt"/>
                  <a:ea typeface="+mn-ea"/>
                  <a:cs typeface="+mn-cs"/>
                </a:rPr>
                <a:t>RESPONSIBLE:</a:t>
              </a:r>
              <a:endParaRPr kumimoji="0" lang="en-US" sz="80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n-lt"/>
                <a:ea typeface="+mn-ea"/>
                <a:cs typeface="+mn-cs"/>
              </a:endParaRPr>
            </a:p>
          </p:txBody>
        </p:sp>
      </p:grpSp>
      <p:sp>
        <p:nvSpPr>
          <p:cNvPr id="137" name="Workspace [Presentation]" hidden="1">
            <a:extLst>
              <a:ext uri="{FF2B5EF4-FFF2-40B4-BE49-F238E27FC236}">
                <a16:creationId xmlns:a16="http://schemas.microsoft.com/office/drawing/2014/main" id="{94A6BE43-81F0-FA8E-2328-A068FC5E0F5F}"/>
              </a:ext>
            </a:extLst>
          </p:cNvPr>
          <p:cNvSpPr/>
          <p:nvPr userDrawn="1"/>
        </p:nvSpPr>
        <p:spPr bwMode="gray">
          <a:xfrm>
            <a:off x="504001" y="1548560"/>
            <a:ext cx="11186476" cy="4552203"/>
          </a:xfrm>
          <a:prstGeom prst="rect">
            <a:avLst/>
          </a:prstGeom>
          <a:noFill/>
          <a:ln w="12700" algn="ctr">
            <a:solidFill>
              <a:srgbClr val="D24726"/>
            </a:solidFill>
            <a:prstDash val="lgDash"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DK" sz="1800" b="0" i="0" u="none" strike="noStrike" kern="0" cap="none" spc="0" normalizeH="0" baseline="0" noProof="0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3804D4-CFCB-3760-6825-6437954DC9F4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203200" y="6563360"/>
            <a:ext cx="2144713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DE" sz="600">
                <a:solidFill>
                  <a:srgbClr val="A9B4BE"/>
                </a:solidFill>
                <a:latin typeface="72 Brand" panose="020B0504030603020204" pitchFamily="34" charset="0"/>
              </a:rPr>
              <a:t>                 INTERNAL ‒ SAP and External Parties under NDA Only</a:t>
            </a:r>
          </a:p>
        </p:txBody>
      </p:sp>
    </p:spTree>
    <p:extLst>
      <p:ext uri="{BB962C8B-B14F-4D97-AF65-F5344CB8AC3E}">
        <p14:creationId xmlns:p14="http://schemas.microsoft.com/office/powerpoint/2010/main" val="34082945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8" r:id="rId1"/>
    <p:sldLayoutId id="2147483839" r:id="rId2"/>
    <p:sldLayoutId id="2147483780" r:id="rId3"/>
    <p:sldLayoutId id="2147483741" r:id="rId4"/>
    <p:sldLayoutId id="2147483832" r:id="rId5"/>
    <p:sldLayoutId id="2147483841" r:id="rId6"/>
    <p:sldLayoutId id="2147483837" r:id="rId7"/>
    <p:sldLayoutId id="2147483836" r:id="rId8"/>
    <p:sldLayoutId id="2147483834" r:id="rId9"/>
    <p:sldLayoutId id="2147483840" r:id="rId10"/>
    <p:sldLayoutId id="2147483812" r:id="rId11"/>
    <p:sldLayoutId id="2147483774" r:id="rId12"/>
    <p:sldLayoutId id="2147483745" r:id="rId13"/>
    <p:sldLayoutId id="2147483760" r:id="rId14"/>
    <p:sldLayoutId id="2147483768" r:id="rId15"/>
    <p:sldLayoutId id="2147483769" r:id="rId16"/>
    <p:sldLayoutId id="2147483770" r:id="rId17"/>
    <p:sldLayoutId id="2147483757" r:id="rId18"/>
    <p:sldLayoutId id="2147483771" r:id="rId19"/>
    <p:sldLayoutId id="2147483763" r:id="rId20"/>
    <p:sldLayoutId id="2147483751" r:id="rId21"/>
    <p:sldLayoutId id="2147483825" r:id="rId22"/>
    <p:sldLayoutId id="2147483826" r:id="rId23"/>
    <p:sldLayoutId id="2147483740" r:id="rId24"/>
    <p:sldLayoutId id="2147483824" r:id="rId25"/>
    <p:sldLayoutId id="2147483829" r:id="rId26"/>
    <p:sldLayoutId id="2147483828" r:id="rId27"/>
    <p:sldLayoutId id="2147483795" r:id="rId28"/>
    <p:sldLayoutId id="2147483796" r:id="rId29"/>
    <p:sldLayoutId id="2147483797" r:id="rId30"/>
    <p:sldLayoutId id="2147483801" r:id="rId31"/>
    <p:sldLayoutId id="2147483802" r:id="rId32"/>
    <p:sldLayoutId id="2147483803" r:id="rId33"/>
    <p:sldLayoutId id="2147483804" r:id="rId34"/>
    <p:sldLayoutId id="2147483819" r:id="rId35"/>
  </p:sldLayoutIdLst>
  <p:hf hdr="0" ftr="0" dt="0"/>
  <p:txStyles>
    <p:titleStyle>
      <a:lvl1pPr algn="l" defTabSz="1088558" rtl="0" eaLnBrk="1" latinLnBrk="0" hangingPunct="1">
        <a:spcBef>
          <a:spcPct val="0"/>
        </a:spcBef>
        <a:buNone/>
        <a:defRPr sz="2400" b="0" i="0" kern="1200" baseline="0">
          <a:solidFill>
            <a:schemeClr val="tx1"/>
          </a:solidFill>
          <a:latin typeface="72 Brand Medium" panose="020B0504030603020204" pitchFamily="34" charset="0"/>
          <a:ea typeface="+mj-ea"/>
          <a:cs typeface="+mj-cs"/>
        </a:defRPr>
      </a:lvl1pPr>
    </p:titleStyle>
    <p:bodyStyle>
      <a:lvl1pPr marL="0" indent="0" algn="l" defTabSz="1088558" rtl="0" eaLnBrk="1" latinLnBrk="0" hangingPunct="1">
        <a:spcBef>
          <a:spcPts val="600"/>
        </a:spcBef>
        <a:buClrTx/>
        <a:buSzPct val="100000"/>
        <a:buFont typeface="Arial" panose="020B0604020202020204" pitchFamily="34" charset="0"/>
        <a:buChar char="​"/>
        <a:defRPr sz="20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"/>
        <a:defRPr sz="18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504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"/>
        <a:defRPr lang="en-US" sz="1600" b="0" i="0" kern="1200" noProof="0" dirty="0" smtClean="0">
          <a:solidFill>
            <a:schemeClr val="tx1"/>
          </a:solidFill>
          <a:latin typeface="+mn-lt"/>
          <a:ea typeface="+mn-ea"/>
          <a:cs typeface="+mn-cs"/>
        </a:defRPr>
      </a:lvl3pPr>
      <a:lvl4pPr marL="756000" indent="-25200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Wingdings" panose="05000000000000000000" pitchFamily="2" charset="2"/>
        <a:buChar char=""/>
        <a:defRPr sz="14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1088558" rtl="0" eaLnBrk="1" latinLnBrk="0" hangingPunct="1">
        <a:spcBef>
          <a:spcPts val="600"/>
        </a:spcBef>
        <a:buClr>
          <a:schemeClr val="tx1"/>
        </a:buClr>
        <a:buSzPct val="100000"/>
        <a:buFont typeface="Arial" panose="020B0604020202020204" pitchFamily="34" charset="0"/>
        <a:buChar char="​"/>
        <a:defRPr sz="1400" b="0" i="0" kern="1200" baseline="0">
          <a:solidFill>
            <a:schemeClr val="tx1"/>
          </a:solidFill>
          <a:latin typeface="+mj-lt"/>
          <a:ea typeface="+mn-ea"/>
          <a:cs typeface="+mn-cs"/>
        </a:defRPr>
      </a:lvl5pPr>
      <a:lvl6pPr marL="0" indent="0" algn="l" defTabSz="1088558" rtl="0" eaLnBrk="1" latinLnBrk="0" hangingPunct="1">
        <a:lnSpc>
          <a:spcPct val="120000"/>
        </a:lnSpc>
        <a:spcBef>
          <a:spcPts val="600"/>
        </a:spcBef>
        <a:buFont typeface="Arial" panose="020B0604020202020204" pitchFamily="34" charset="0"/>
        <a:buChar char="​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088558" rtl="0" eaLnBrk="1" latinLnBrk="0" hangingPunct="1">
        <a:lnSpc>
          <a:spcPct val="120000"/>
        </a:lnSpc>
        <a:spcBef>
          <a:spcPts val="300"/>
        </a:spcBef>
        <a:buFont typeface="Arial" pitchFamily="34" charset="0"/>
        <a:buChar char="​"/>
        <a:defRPr sz="800" kern="120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1088558" rtl="0" eaLnBrk="1" latinLnBrk="0" hangingPunct="1">
        <a:lnSpc>
          <a:spcPct val="120000"/>
        </a:lnSpc>
        <a:spcBef>
          <a:spcPts val="600"/>
        </a:spcBef>
        <a:buFont typeface="Arial" pitchFamily="34" charset="0"/>
        <a:buChar char="​"/>
        <a:defRPr sz="800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1088558" rtl="0" eaLnBrk="1" latinLnBrk="0" hangingPunct="1">
        <a:spcBef>
          <a:spcPts val="600"/>
        </a:spcBef>
        <a:buFont typeface="Arial" pitchFamily="34" charset="0"/>
        <a:buChar char="​"/>
        <a:defRPr sz="3600" kern="1200">
          <a:solidFill>
            <a:schemeClr val="tx1"/>
          </a:solidFill>
          <a:latin typeface="+mj-lt"/>
          <a:ea typeface="+mn-ea"/>
          <a:cs typeface="+mn-cs"/>
        </a:defRPr>
      </a:lvl9pPr>
    </p:bodyStyle>
    <p:otherStyle>
      <a:defPPr>
        <a:defRPr lang="de-DE"/>
      </a:defPPr>
      <a:lvl1pPr marL="0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44279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88558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632837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7711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721396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265675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809954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354233" algn="l" defTabSz="1088558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17" userDrawn="1">
          <p15:clr>
            <a:srgbClr val="A4A4A4"/>
          </p15:clr>
        </p15:guide>
        <p15:guide id="2" pos="759" userDrawn="1">
          <p15:clr>
            <a:srgbClr val="A4A4A4"/>
          </p15:clr>
        </p15:guide>
        <p15:guide id="3" orient="horz" pos="317" userDrawn="1">
          <p15:clr>
            <a:srgbClr val="A4A4A4"/>
          </p15:clr>
        </p15:guide>
        <p15:guide id="4" orient="horz" pos="4002" userDrawn="1">
          <p15:clr>
            <a:srgbClr val="A4A4A4"/>
          </p15:clr>
        </p15:guide>
        <p15:guide id="5" pos="917" userDrawn="1">
          <p15:clr>
            <a:srgbClr val="A4A4A4"/>
          </p15:clr>
        </p15:guide>
        <p15:guide id="6" pos="1359" userDrawn="1">
          <p15:clr>
            <a:srgbClr val="A4A4A4"/>
          </p15:clr>
        </p15:guide>
        <p15:guide id="7" pos="1518" userDrawn="1">
          <p15:clr>
            <a:srgbClr val="A4A4A4"/>
          </p15:clr>
        </p15:guide>
        <p15:guide id="8" pos="1960" userDrawn="1">
          <p15:clr>
            <a:srgbClr val="A4A4A4"/>
          </p15:clr>
        </p15:guide>
        <p15:guide id="9" pos="2118" userDrawn="1">
          <p15:clr>
            <a:srgbClr val="A4A4A4"/>
          </p15:clr>
        </p15:guide>
        <p15:guide id="10" pos="2560" userDrawn="1">
          <p15:clr>
            <a:srgbClr val="A4A4A4"/>
          </p15:clr>
        </p15:guide>
        <p15:guide id="11" pos="2719" userDrawn="1">
          <p15:clr>
            <a:srgbClr val="A4A4A4"/>
          </p15:clr>
        </p15:guide>
        <p15:guide id="12" pos="3161" userDrawn="1">
          <p15:clr>
            <a:srgbClr val="A4A4A4"/>
          </p15:clr>
        </p15:guide>
        <p15:guide id="13" pos="3319" userDrawn="1">
          <p15:clr>
            <a:srgbClr val="A4A4A4"/>
          </p15:clr>
        </p15:guide>
        <p15:guide id="14" pos="3761" userDrawn="1">
          <p15:clr>
            <a:srgbClr val="A4A4A4"/>
          </p15:clr>
        </p15:guide>
        <p15:guide id="15" pos="3920" userDrawn="1">
          <p15:clr>
            <a:srgbClr val="A4A4A4"/>
          </p15:clr>
        </p15:guide>
        <p15:guide id="16" pos="4362" userDrawn="1">
          <p15:clr>
            <a:srgbClr val="A4A4A4"/>
          </p15:clr>
        </p15:guide>
        <p15:guide id="17" pos="4520" userDrawn="1">
          <p15:clr>
            <a:srgbClr val="A4A4A4"/>
          </p15:clr>
        </p15:guide>
        <p15:guide id="18" pos="4962" userDrawn="1">
          <p15:clr>
            <a:srgbClr val="A4A4A4"/>
          </p15:clr>
        </p15:guide>
        <p15:guide id="19" pos="5121" userDrawn="1">
          <p15:clr>
            <a:srgbClr val="A4A4A4"/>
          </p15:clr>
        </p15:guide>
        <p15:guide id="20" pos="5563" userDrawn="1">
          <p15:clr>
            <a:srgbClr val="A4A4A4"/>
          </p15:clr>
        </p15:guide>
        <p15:guide id="21" pos="5721" userDrawn="1">
          <p15:clr>
            <a:srgbClr val="A4A4A4"/>
          </p15:clr>
        </p15:guide>
        <p15:guide id="22" pos="6163" userDrawn="1">
          <p15:clr>
            <a:srgbClr val="A4A4A4"/>
          </p15:clr>
        </p15:guide>
        <p15:guide id="23" pos="6322" userDrawn="1">
          <p15:clr>
            <a:srgbClr val="A4A4A4"/>
          </p15:clr>
        </p15:guide>
        <p15:guide id="24" pos="6764" userDrawn="1">
          <p15:clr>
            <a:srgbClr val="A4A4A4"/>
          </p15:clr>
        </p15:guide>
        <p15:guide id="25" pos="6922" userDrawn="1">
          <p15:clr>
            <a:srgbClr val="A4A4A4"/>
          </p15:clr>
        </p15:guide>
        <p15:guide id="26" pos="7364" userDrawn="1">
          <p15:clr>
            <a:srgbClr val="A4A4A4"/>
          </p15:clr>
        </p15:guide>
        <p15:guide id="27" orient="horz" pos="9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customXml" Target="../../customXml/item8.xml"/><Relationship Id="rId1" Type="http://schemas.openxmlformats.org/officeDocument/2006/relationships/customXml" Target="../../customXml/item33.xml"/><Relationship Id="rId5" Type="http://schemas.openxmlformats.org/officeDocument/2006/relationships/image" Target="../media/image39.svg"/><Relationship Id="rId4" Type="http://schemas.openxmlformats.org/officeDocument/2006/relationships/notesSlide" Target="../notesSlides/notesSlide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mailto:jlsmith@email.com" TargetMode="External"/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3.xml"/><Relationship Id="rId2" Type="http://schemas.openxmlformats.org/officeDocument/2006/relationships/customXml" Target="../../customXml/item22.xml"/><Relationship Id="rId1" Type="http://schemas.openxmlformats.org/officeDocument/2006/relationships/customXml" Target="../../customXml/item10.xml"/><Relationship Id="rId4" Type="http://schemas.openxmlformats.org/officeDocument/2006/relationships/notesSlide" Target="../notesSlides/notesSlide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tags" Target="../tags/tag130.xml"/><Relationship Id="rId13" Type="http://schemas.openxmlformats.org/officeDocument/2006/relationships/image" Target="../media/image47.svg"/><Relationship Id="rId3" Type="http://schemas.openxmlformats.org/officeDocument/2006/relationships/tags" Target="../tags/tag125.xml"/><Relationship Id="rId7" Type="http://schemas.openxmlformats.org/officeDocument/2006/relationships/tags" Target="../tags/tag129.xml"/><Relationship Id="rId12" Type="http://schemas.openxmlformats.org/officeDocument/2006/relationships/image" Target="../media/image46.svg"/><Relationship Id="rId2" Type="http://schemas.openxmlformats.org/officeDocument/2006/relationships/customXml" Target="../../customXml/item11.xml"/><Relationship Id="rId16" Type="http://schemas.openxmlformats.org/officeDocument/2006/relationships/image" Target="../media/image50.svg"/><Relationship Id="rId1" Type="http://schemas.openxmlformats.org/officeDocument/2006/relationships/customXml" Target="../../customXml/item30.xml"/><Relationship Id="rId6" Type="http://schemas.openxmlformats.org/officeDocument/2006/relationships/tags" Target="../tags/tag128.xml"/><Relationship Id="rId11" Type="http://schemas.openxmlformats.org/officeDocument/2006/relationships/image" Target="../media/image45.svg"/><Relationship Id="rId5" Type="http://schemas.openxmlformats.org/officeDocument/2006/relationships/tags" Target="../tags/tag127.xml"/><Relationship Id="rId15" Type="http://schemas.openxmlformats.org/officeDocument/2006/relationships/image" Target="../media/image49.svg"/><Relationship Id="rId10" Type="http://schemas.openxmlformats.org/officeDocument/2006/relationships/notesSlide" Target="../notesSlides/notesSlide3.xml"/><Relationship Id="rId4" Type="http://schemas.openxmlformats.org/officeDocument/2006/relationships/tags" Target="../tags/tag126.xml"/><Relationship Id="rId9" Type="http://schemas.openxmlformats.org/officeDocument/2006/relationships/slideLayout" Target="../slideLayouts/slideLayout12.xml"/><Relationship Id="rId14" Type="http://schemas.openxmlformats.org/officeDocument/2006/relationships/image" Target="../media/image48.sv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tags" Target="../tags/tag136.xml"/><Relationship Id="rId13" Type="http://schemas.openxmlformats.org/officeDocument/2006/relationships/slideLayout" Target="../slideLayouts/slideLayout11.xml"/><Relationship Id="rId3" Type="http://schemas.openxmlformats.org/officeDocument/2006/relationships/tags" Target="../tags/tag131.xml"/><Relationship Id="rId7" Type="http://schemas.openxmlformats.org/officeDocument/2006/relationships/tags" Target="../tags/tag135.xml"/><Relationship Id="rId12" Type="http://schemas.openxmlformats.org/officeDocument/2006/relationships/tags" Target="../tags/tag140.xml"/><Relationship Id="rId2" Type="http://schemas.openxmlformats.org/officeDocument/2006/relationships/customXml" Target="../../customXml/item26.xml"/><Relationship Id="rId1" Type="http://schemas.openxmlformats.org/officeDocument/2006/relationships/customXml" Target="../../customXml/item4.xml"/><Relationship Id="rId6" Type="http://schemas.openxmlformats.org/officeDocument/2006/relationships/tags" Target="../tags/tag134.xml"/><Relationship Id="rId11" Type="http://schemas.openxmlformats.org/officeDocument/2006/relationships/tags" Target="../tags/tag139.xml"/><Relationship Id="rId5" Type="http://schemas.openxmlformats.org/officeDocument/2006/relationships/tags" Target="../tags/tag133.xml"/><Relationship Id="rId10" Type="http://schemas.openxmlformats.org/officeDocument/2006/relationships/tags" Target="../tags/tag138.xml"/><Relationship Id="rId4" Type="http://schemas.openxmlformats.org/officeDocument/2006/relationships/tags" Target="../tags/tag132.xml"/><Relationship Id="rId9" Type="http://schemas.openxmlformats.org/officeDocument/2006/relationships/tags" Target="../tags/tag137.xml"/><Relationship Id="rId14" Type="http://schemas.openxmlformats.org/officeDocument/2006/relationships/notesSlide" Target="../notesSlides/notesSlide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customXml" Target="../../customXml/item19.xml"/><Relationship Id="rId1" Type="http://schemas.openxmlformats.org/officeDocument/2006/relationships/customXml" Target="../../customXml/item16.xml"/><Relationship Id="rId4" Type="http://schemas.openxmlformats.org/officeDocument/2006/relationships/notesSlide" Target="../notesSlides/notesSlide5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tags" Target="../tags/tag146.xml"/><Relationship Id="rId13" Type="http://schemas.openxmlformats.org/officeDocument/2006/relationships/image" Target="../media/image51.svg"/><Relationship Id="rId18" Type="http://schemas.openxmlformats.org/officeDocument/2006/relationships/image" Target="../media/image56.svg"/><Relationship Id="rId3" Type="http://schemas.openxmlformats.org/officeDocument/2006/relationships/tags" Target="../tags/tag141.xml"/><Relationship Id="rId7" Type="http://schemas.openxmlformats.org/officeDocument/2006/relationships/tags" Target="../tags/tag145.xml"/><Relationship Id="rId12" Type="http://schemas.openxmlformats.org/officeDocument/2006/relationships/notesSlide" Target="../notesSlides/notesSlide6.xml"/><Relationship Id="rId17" Type="http://schemas.openxmlformats.org/officeDocument/2006/relationships/image" Target="../media/image55.svg"/><Relationship Id="rId2" Type="http://schemas.openxmlformats.org/officeDocument/2006/relationships/customXml" Target="../../customXml/item20.xml"/><Relationship Id="rId16" Type="http://schemas.openxmlformats.org/officeDocument/2006/relationships/image" Target="../media/image54.svg"/><Relationship Id="rId20" Type="http://schemas.openxmlformats.org/officeDocument/2006/relationships/image" Target="../media/image58.svg"/><Relationship Id="rId1" Type="http://schemas.openxmlformats.org/officeDocument/2006/relationships/customXml" Target="../../customXml/item25.xml"/><Relationship Id="rId6" Type="http://schemas.openxmlformats.org/officeDocument/2006/relationships/tags" Target="../tags/tag144.xml"/><Relationship Id="rId11" Type="http://schemas.openxmlformats.org/officeDocument/2006/relationships/slideLayout" Target="../slideLayouts/slideLayout12.xml"/><Relationship Id="rId5" Type="http://schemas.openxmlformats.org/officeDocument/2006/relationships/tags" Target="../tags/tag143.xml"/><Relationship Id="rId15" Type="http://schemas.openxmlformats.org/officeDocument/2006/relationships/image" Target="../media/image53.svg"/><Relationship Id="rId10" Type="http://schemas.openxmlformats.org/officeDocument/2006/relationships/tags" Target="../tags/tag148.xml"/><Relationship Id="rId19" Type="http://schemas.openxmlformats.org/officeDocument/2006/relationships/image" Target="../media/image57.svg"/><Relationship Id="rId4" Type="http://schemas.openxmlformats.org/officeDocument/2006/relationships/tags" Target="../tags/tag142.xml"/><Relationship Id="rId9" Type="http://schemas.openxmlformats.org/officeDocument/2006/relationships/tags" Target="../tags/tag147.xml"/><Relationship Id="rId14" Type="http://schemas.openxmlformats.org/officeDocument/2006/relationships/image" Target="../media/image5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5C5C9D8-44C0-99C1-D68B-878AF5F160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8" y="2234294"/>
            <a:ext cx="6146137" cy="1469219"/>
          </a:xfrm>
        </p:spPr>
        <p:txBody>
          <a:bodyPr/>
          <a:lstStyle/>
          <a:p>
            <a:pPr fontAlgn="base">
              <a:spcBef>
                <a:spcPct val="50000"/>
              </a:spcBef>
              <a:spcAft>
                <a:spcPct val="0"/>
              </a:spcAft>
            </a:pPr>
            <a:r>
              <a:rPr lang="en-US" noProof="1"/>
              <a:t>Build Real-Time, Unified Data Products for Agentic AI with SAP Reltio</a:t>
            </a:r>
            <a:endParaRPr lang="en-US" kern="0" noProof="1"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11B70B9-CF4F-18DC-7B16-732F24D78888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03238" y="3755219"/>
            <a:ext cx="4271575" cy="827390"/>
          </a:xfrm>
        </p:spPr>
        <p:txBody>
          <a:bodyPr>
            <a:normAutofit fontScale="92500" lnSpcReduction="10000"/>
          </a:bodyPr>
          <a:lstStyle/>
          <a:p>
            <a:r>
              <a:rPr lang="en-US" noProof="1"/>
              <a:t>Sriraj Rajaram, SAP Reltio</a:t>
            </a:r>
          </a:p>
          <a:p>
            <a:r>
              <a:rPr lang="en-US" noProof="1"/>
              <a:t>Christian Altmoos, SAP</a:t>
            </a:r>
          </a:p>
          <a:p>
            <a:r>
              <a:rPr lang="en-US" noProof="1"/>
              <a:t>Arne Ludwig, SAP</a:t>
            </a:r>
          </a:p>
          <a:p>
            <a:r>
              <a:rPr lang="en-US" noProof="1"/>
              <a:t>Richard Mooney, SAP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662F63E-EA15-787F-5EDA-26D96432704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>
              <a:defRPr/>
            </a:pPr>
            <a:r>
              <a:rPr lang="en-US" noProof="1"/>
              <a:t>October 2026</a:t>
            </a:r>
          </a:p>
        </p:txBody>
      </p:sp>
    </p:spTree>
    <p:extLst>
      <p:ext uri="{BB962C8B-B14F-4D97-AF65-F5344CB8AC3E}">
        <p14:creationId xmlns:p14="http://schemas.microsoft.com/office/powerpoint/2010/main" val="2277046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el 31">
            <a:extLst>
              <a:ext uri="{FF2B5EF4-FFF2-40B4-BE49-F238E27FC236}">
                <a16:creationId xmlns:a16="http://schemas.microsoft.com/office/drawing/2014/main" id="{0FC14731-84B4-93B1-4BE9-6BD113924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Agenda</a:t>
            </a:r>
          </a:p>
        </p:txBody>
      </p:sp>
      <p:sp>
        <p:nvSpPr>
          <p:cNvPr id="18" name="TextBox 27">
            <a:extLst>
              <a:ext uri="{FF2B5EF4-FFF2-40B4-BE49-F238E27FC236}">
                <a16:creationId xmlns:a16="http://schemas.microsoft.com/office/drawing/2014/main" id="{E3D2BA92-C90B-151F-FD7B-53BA3BB61751}"/>
              </a:ext>
            </a:extLst>
          </p:cNvPr>
          <p:cNvSpPr txBox="1"/>
          <p:nvPr/>
        </p:nvSpPr>
        <p:spPr>
          <a:xfrm>
            <a:off x="504000" y="1573734"/>
            <a:ext cx="83333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kern="0" noProof="1">
                <a:solidFill>
                  <a:srgbClr val="B894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01</a:t>
            </a:r>
          </a:p>
        </p:txBody>
      </p:sp>
      <p:sp>
        <p:nvSpPr>
          <p:cNvPr id="19" name="TextBox 38">
            <a:extLst>
              <a:ext uri="{FF2B5EF4-FFF2-40B4-BE49-F238E27FC236}">
                <a16:creationId xmlns:a16="http://schemas.microsoft.com/office/drawing/2014/main" id="{FF562787-F145-4F21-E5C4-0F8844E1E208}"/>
              </a:ext>
            </a:extLst>
          </p:cNvPr>
          <p:cNvSpPr txBox="1"/>
          <p:nvPr/>
        </p:nvSpPr>
        <p:spPr>
          <a:xfrm>
            <a:off x="1439999" y="1486530"/>
            <a:ext cx="6437175" cy="78996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l"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Introduction to SAP Reltio</a:t>
            </a:r>
          </a:p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kern="0" noProof="1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A quick overview of the industry leading data unification and context intelligence platform</a:t>
            </a:r>
          </a:p>
        </p:txBody>
      </p:sp>
      <p:sp>
        <p:nvSpPr>
          <p:cNvPr id="20" name="TextBox 44">
            <a:extLst>
              <a:ext uri="{FF2B5EF4-FFF2-40B4-BE49-F238E27FC236}">
                <a16:creationId xmlns:a16="http://schemas.microsoft.com/office/drawing/2014/main" id="{F51A93F7-25F6-AB59-3ABD-DA46AB768CBD}"/>
              </a:ext>
            </a:extLst>
          </p:cNvPr>
          <p:cNvSpPr txBox="1"/>
          <p:nvPr/>
        </p:nvSpPr>
        <p:spPr>
          <a:xfrm>
            <a:off x="504000" y="2582980"/>
            <a:ext cx="83333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kern="0" noProof="1">
                <a:solidFill>
                  <a:srgbClr val="9876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02</a:t>
            </a:r>
          </a:p>
        </p:txBody>
      </p:sp>
      <p:sp>
        <p:nvSpPr>
          <p:cNvPr id="21" name="TextBox 46">
            <a:extLst>
              <a:ext uri="{FF2B5EF4-FFF2-40B4-BE49-F238E27FC236}">
                <a16:creationId xmlns:a16="http://schemas.microsoft.com/office/drawing/2014/main" id="{D9A873FA-2EAE-7049-7794-871FFB51D936}"/>
              </a:ext>
            </a:extLst>
          </p:cNvPr>
          <p:cNvSpPr txBox="1"/>
          <p:nvPr/>
        </p:nvSpPr>
        <p:spPr>
          <a:xfrm>
            <a:off x="1439999" y="2603498"/>
            <a:ext cx="6437175" cy="57451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l"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Exercise 0</a:t>
            </a:r>
          </a:p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kern="0" noProof="1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Logging in to SAP Reltio and understanding the various components</a:t>
            </a:r>
          </a:p>
        </p:txBody>
      </p:sp>
      <p:sp>
        <p:nvSpPr>
          <p:cNvPr id="22" name="TextBox 48">
            <a:extLst>
              <a:ext uri="{FF2B5EF4-FFF2-40B4-BE49-F238E27FC236}">
                <a16:creationId xmlns:a16="http://schemas.microsoft.com/office/drawing/2014/main" id="{67D01F44-6B40-84D5-2C73-943EF680FD04}"/>
              </a:ext>
            </a:extLst>
          </p:cNvPr>
          <p:cNvSpPr txBox="1"/>
          <p:nvPr/>
        </p:nvSpPr>
        <p:spPr>
          <a:xfrm>
            <a:off x="504000" y="3592226"/>
            <a:ext cx="83333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kern="0" noProof="1">
                <a:solidFill>
                  <a:srgbClr val="7858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03</a:t>
            </a:r>
          </a:p>
        </p:txBody>
      </p:sp>
      <p:sp>
        <p:nvSpPr>
          <p:cNvPr id="23" name="TextBox 50">
            <a:extLst>
              <a:ext uri="{FF2B5EF4-FFF2-40B4-BE49-F238E27FC236}">
                <a16:creationId xmlns:a16="http://schemas.microsoft.com/office/drawing/2014/main" id="{7F3200D2-2769-41F7-D35F-BB457E4E0CD7}"/>
              </a:ext>
            </a:extLst>
          </p:cNvPr>
          <p:cNvSpPr txBox="1"/>
          <p:nvPr/>
        </p:nvSpPr>
        <p:spPr>
          <a:xfrm>
            <a:off x="1439999" y="3612744"/>
            <a:ext cx="6437175" cy="57451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l"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Exercise 1</a:t>
            </a:r>
          </a:p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kern="0" noProof="1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Loading data into SAP Reltio</a:t>
            </a:r>
          </a:p>
        </p:txBody>
      </p:sp>
      <p:sp>
        <p:nvSpPr>
          <p:cNvPr id="24" name="TextBox 52">
            <a:extLst>
              <a:ext uri="{FF2B5EF4-FFF2-40B4-BE49-F238E27FC236}">
                <a16:creationId xmlns:a16="http://schemas.microsoft.com/office/drawing/2014/main" id="{0E626362-3D2C-1416-C309-EAA1996380C5}"/>
              </a:ext>
            </a:extLst>
          </p:cNvPr>
          <p:cNvSpPr txBox="1"/>
          <p:nvPr/>
        </p:nvSpPr>
        <p:spPr>
          <a:xfrm>
            <a:off x="504000" y="4601472"/>
            <a:ext cx="83333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kern="0" noProof="1">
                <a:solidFill>
                  <a:srgbClr val="5D36FF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04</a:t>
            </a:r>
          </a:p>
        </p:txBody>
      </p:sp>
      <p:sp>
        <p:nvSpPr>
          <p:cNvPr id="25" name="TextBox 54">
            <a:extLst>
              <a:ext uri="{FF2B5EF4-FFF2-40B4-BE49-F238E27FC236}">
                <a16:creationId xmlns:a16="http://schemas.microsoft.com/office/drawing/2014/main" id="{D87BA447-8AE8-2F95-103A-49AE28AAC966}"/>
              </a:ext>
            </a:extLst>
          </p:cNvPr>
          <p:cNvSpPr txBox="1"/>
          <p:nvPr/>
        </p:nvSpPr>
        <p:spPr>
          <a:xfrm>
            <a:off x="1439999" y="4621990"/>
            <a:ext cx="6437175" cy="574516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l"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Exercise 2</a:t>
            </a:r>
          </a:p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kern="0" noProof="1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Searching and accessing data within SAP Reltio</a:t>
            </a: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DD64484B-B491-8D4A-854B-8D1F6A6E9B28}"/>
              </a:ext>
            </a:extLst>
          </p:cNvPr>
          <p:cNvSpPr txBox="1"/>
          <p:nvPr/>
        </p:nvSpPr>
        <p:spPr>
          <a:xfrm>
            <a:off x="504000" y="5610720"/>
            <a:ext cx="83333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 fontAlgn="base">
              <a:spcBef>
                <a:spcPct val="500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4000" b="1" kern="0" noProof="1">
                <a:solidFill>
                  <a:srgbClr val="470CED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05</a:t>
            </a:r>
          </a:p>
        </p:txBody>
      </p:sp>
      <p:sp>
        <p:nvSpPr>
          <p:cNvPr id="27" name="TextBox 6">
            <a:extLst>
              <a:ext uri="{FF2B5EF4-FFF2-40B4-BE49-F238E27FC236}">
                <a16:creationId xmlns:a16="http://schemas.microsoft.com/office/drawing/2014/main" id="{FE629F3A-E613-A575-4B50-ABC2CCEE8260}"/>
              </a:ext>
            </a:extLst>
          </p:cNvPr>
          <p:cNvSpPr txBox="1"/>
          <p:nvPr/>
        </p:nvSpPr>
        <p:spPr>
          <a:xfrm>
            <a:off x="1439999" y="5523516"/>
            <a:ext cx="6437175" cy="789960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l"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2000" kern="0" noProof="1">
                <a:latin typeface="72 Brand Medium" panose="020B0604030603020204" pitchFamily="34" charset="0"/>
                <a:ea typeface="72 Brand" pitchFamily="34" charset="-128"/>
                <a:cs typeface="72 Brand" pitchFamily="34" charset="-128"/>
              </a:rPr>
              <a:t>Exercise 3</a:t>
            </a:r>
          </a:p>
          <a:p>
            <a:pPr fontAlgn="base">
              <a:spcBef>
                <a:spcPts val="40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400" kern="0" noProof="1"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Understanding the data unification process within SAP Reltio – Match, Merge, Survivorship</a:t>
            </a:r>
          </a:p>
        </p:txBody>
      </p:sp>
      <p:cxnSp>
        <p:nvCxnSpPr>
          <p:cNvPr id="28" name="Straight Connector 39">
            <a:extLst>
              <a:ext uri="{FF2B5EF4-FFF2-40B4-BE49-F238E27FC236}">
                <a16:creationId xmlns:a16="http://schemas.microsoft.com/office/drawing/2014/main" id="{D11D6CAE-4497-253D-FD28-21B5B64615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314" y="2386133"/>
            <a:ext cx="7345861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40">
            <a:extLst>
              <a:ext uri="{FF2B5EF4-FFF2-40B4-BE49-F238E27FC236}">
                <a16:creationId xmlns:a16="http://schemas.microsoft.com/office/drawing/2014/main" id="{34175794-94FA-F84C-285C-357444D1A3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314" y="5413871"/>
            <a:ext cx="7345861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41">
            <a:extLst>
              <a:ext uri="{FF2B5EF4-FFF2-40B4-BE49-F238E27FC236}">
                <a16:creationId xmlns:a16="http://schemas.microsoft.com/office/drawing/2014/main" id="{14324E0F-A937-C5E6-DBED-B40120CDC5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314" y="4404625"/>
            <a:ext cx="7345861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42">
            <a:extLst>
              <a:ext uri="{FF2B5EF4-FFF2-40B4-BE49-F238E27FC236}">
                <a16:creationId xmlns:a16="http://schemas.microsoft.com/office/drawing/2014/main" id="{A703FF91-AB0C-AB5A-2FB3-95155D6B38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531314" y="3395379"/>
            <a:ext cx="7345861" cy="0"/>
          </a:xfrm>
          <a:prstGeom prst="line">
            <a:avLst/>
          </a:prstGeom>
          <a:ln w="12700">
            <a:gradFill>
              <a:gsLst>
                <a:gs pos="0">
                  <a:srgbClr val="00144A"/>
                </a:gs>
                <a:gs pos="100000">
                  <a:srgbClr val="5D36FF"/>
                </a:gs>
              </a:gsLst>
              <a:lin ang="5400000" scaled="1"/>
            </a:gra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300194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519CDD-7861-FA6F-2946-0D78CB8AC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AB58E48-9583-A70D-E663-98C487200C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Scattered, Poor Quality Data impeds AI and Agentic benefits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1D17230-FE02-D4DB-3152-C85CD544ADD1}"/>
              </a:ext>
            </a:extLst>
          </p:cNvPr>
          <p:cNvSpPr/>
          <p:nvPr/>
        </p:nvSpPr>
        <p:spPr bwMode="gray">
          <a:xfrm>
            <a:off x="6522094" y="1942204"/>
            <a:ext cx="752931" cy="752931"/>
          </a:xfrm>
          <a:prstGeom prst="ellipse">
            <a:avLst/>
          </a:prstGeom>
          <a:solidFill>
            <a:srgbClr val="B894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7BB4A18-074C-9FAA-A381-6518C5489B0E}"/>
              </a:ext>
            </a:extLst>
          </p:cNvPr>
          <p:cNvSpPr txBox="1">
            <a:spLocks/>
          </p:cNvSpPr>
          <p:nvPr/>
        </p:nvSpPr>
        <p:spPr bwMode="black">
          <a:xfrm>
            <a:off x="7475328" y="1942204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One customer. Hundreds of systems. Many versions.</a:t>
            </a:r>
            <a:endParaRPr lang="en-US" noProof="1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C9D826D-8DFB-2B37-B6C9-4D3ACF2A879F}"/>
              </a:ext>
            </a:extLst>
          </p:cNvPr>
          <p:cNvSpPr/>
          <p:nvPr/>
        </p:nvSpPr>
        <p:spPr bwMode="gray">
          <a:xfrm>
            <a:off x="6523866" y="3022289"/>
            <a:ext cx="752931" cy="752932"/>
          </a:xfrm>
          <a:prstGeom prst="ellipse">
            <a:avLst/>
          </a:prstGeom>
          <a:solidFill>
            <a:srgbClr val="9B76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8F2B0B5-2F63-214B-85C6-65A2CB8D79B9}"/>
              </a:ext>
            </a:extLst>
          </p:cNvPr>
          <p:cNvSpPr txBox="1">
            <a:spLocks/>
          </p:cNvSpPr>
          <p:nvPr/>
        </p:nvSpPr>
        <p:spPr bwMode="black">
          <a:xfrm>
            <a:off x="7475328" y="3029028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Website. Store. Mobile Applications. Call center. All disagree on the quality and readiness of data</a:t>
            </a:r>
            <a:endParaRPr lang="en-US" noProof="1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C135B8A-04AB-94DB-95CF-5DA8BA3D7CB4}"/>
              </a:ext>
            </a:extLst>
          </p:cNvPr>
          <p:cNvSpPr/>
          <p:nvPr/>
        </p:nvSpPr>
        <p:spPr bwMode="gray">
          <a:xfrm>
            <a:off x="6523867" y="4102375"/>
            <a:ext cx="752931" cy="752932"/>
          </a:xfrm>
          <a:prstGeom prst="ellipse">
            <a:avLst/>
          </a:prstGeom>
          <a:solidFill>
            <a:srgbClr val="7858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7257D8DE-49A7-1591-83B4-8F16E4260925}"/>
              </a:ext>
            </a:extLst>
          </p:cNvPr>
          <p:cNvSpPr txBox="1">
            <a:spLocks/>
          </p:cNvSpPr>
          <p:nvPr/>
        </p:nvSpPr>
        <p:spPr bwMode="black">
          <a:xfrm>
            <a:off x="7475328" y="4115852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Same question, asked twice. Same answer, never given.</a:t>
            </a:r>
            <a:endParaRPr lang="en-US" noProof="1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3633D99-3EFF-594B-BC67-72904088AE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037" y="1644103"/>
            <a:ext cx="5582550" cy="356979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B4200A49-0AE7-8583-D751-0145C0E9E6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9959" y="2052415"/>
            <a:ext cx="457200" cy="4572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4B9DF67-083D-F8CF-0E69-A117E80F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9959" y="3200400"/>
            <a:ext cx="457200" cy="4572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544E1BB3-069B-BECE-AF66-E74C4D1F0B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0263" y="4263717"/>
            <a:ext cx="45720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2917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9BC8A-905C-AA7C-A8A2-1B9023A17D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1">
            <a:extLst>
              <a:ext uri="{FF2B5EF4-FFF2-40B4-BE49-F238E27FC236}">
                <a16:creationId xmlns:a16="http://schemas.microsoft.com/office/drawing/2014/main" id="{E86502ED-6CA2-A82B-EF42-167320EA3B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cstate="email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204914" y="2440314"/>
            <a:ext cx="2859086" cy="1403768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DA1A3020-CA2C-CF94-31E8-C1B49B82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6358" y="504000"/>
            <a:ext cx="11183174" cy="369332"/>
          </a:xfrm>
        </p:spPr>
        <p:txBody>
          <a:bodyPr/>
          <a:lstStyle/>
          <a:p>
            <a:r>
              <a:rPr lang="en-US" noProof="1"/>
              <a:t>What bad data actually costs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F108B1-2567-FCA4-7122-11D51BD55864}"/>
              </a:ext>
            </a:extLst>
          </p:cNvPr>
          <p:cNvSpPr txBox="1"/>
          <p:nvPr/>
        </p:nvSpPr>
        <p:spPr>
          <a:xfrm>
            <a:off x="1502728" y="1723599"/>
            <a:ext cx="3430938" cy="244682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5900" kern="0" noProof="1">
                <a:solidFill>
                  <a:srgbClr val="5D36FF"/>
                </a:solidFill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94</a:t>
            </a:r>
            <a:endParaRPr lang="en-US" sz="6000" kern="0" noProof="1">
              <a:solidFill>
                <a:srgbClr val="5D36FF"/>
              </a:solidFill>
              <a:latin typeface="72 Brand Medium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2A00D4C-8B99-C5F7-86D9-E7D88524639F}"/>
              </a:ext>
            </a:extLst>
          </p:cNvPr>
          <p:cNvSpPr txBox="1"/>
          <p:nvPr/>
        </p:nvSpPr>
        <p:spPr>
          <a:xfrm>
            <a:off x="3705365" y="2917444"/>
            <a:ext cx="957121" cy="1015663"/>
          </a:xfrm>
          <a:prstGeom prst="rect">
            <a:avLst/>
          </a:prstGeom>
          <a:noFill/>
          <a:ln w="28575">
            <a:noFill/>
          </a:ln>
        </p:spPr>
        <p:txBody>
          <a:bodyPr wrap="square">
            <a:spAutoFit/>
          </a:bodyPr>
          <a:lstStyle/>
          <a:p>
            <a:r>
              <a:rPr lang="en-US" sz="6000" kern="0" noProof="1">
                <a:solidFill>
                  <a:srgbClr val="5D36FF"/>
                </a:solidFill>
                <a:latin typeface="72 Brand Medium" panose="020B0504030603020204" pitchFamily="34" charset="0"/>
                <a:ea typeface="Arial Unicode MS" pitchFamily="34" charset="-128"/>
                <a:cs typeface="Arial Unicode MS" pitchFamily="34" charset="-128"/>
              </a:rPr>
              <a:t>%</a:t>
            </a:r>
            <a:endParaRPr lang="en-US" sz="6000" noProof="1">
              <a:solidFill>
                <a:srgbClr val="5D36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C297BA-0232-82C4-F22A-092B2F1A1521}"/>
              </a:ext>
            </a:extLst>
          </p:cNvPr>
          <p:cNvSpPr txBox="1"/>
          <p:nvPr/>
        </p:nvSpPr>
        <p:spPr>
          <a:xfrm>
            <a:off x="1502728" y="4142708"/>
            <a:ext cx="2813685" cy="56746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fontAlgn="base">
              <a:lnSpc>
                <a:spcPts val="2300"/>
              </a:lnSpc>
              <a:spcAft>
                <a:spcPct val="0"/>
              </a:spcAft>
              <a:buClr>
                <a:srgbClr val="F0AB00"/>
              </a:buClr>
              <a:buSzPct val="80000"/>
            </a:pPr>
            <a:r>
              <a:rPr lang="en-US" sz="1600" kern="0" noProof="1">
                <a:latin typeface="72 Brand" panose="020B0504030603020204" pitchFamily="34" charset="0"/>
                <a:ea typeface="Arial Unicode MS" pitchFamily="34" charset="-128"/>
                <a:cs typeface="Arial Unicode MS" pitchFamily="34" charset="-128"/>
              </a:rPr>
              <a:t>Of organizations lack confidence in their data quality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B52FF1D-24A8-E11E-9147-3054E5888FAF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6226175" y="1547813"/>
            <a:ext cx="5464175" cy="4805362"/>
          </a:xfrm>
        </p:spPr>
        <p:txBody>
          <a:bodyPr wrap="square" anchor="ctr" anchorCtr="0">
            <a:noAutofit/>
          </a:bodyPr>
          <a:lstStyle/>
          <a:p>
            <a:pPr>
              <a:buNone/>
            </a:pPr>
            <a:r>
              <a:rPr lang="en-US" noProof="1"/>
              <a:t>Ninety-four percent of organizations suspect their own customer and prospect data is inaccurate. </a:t>
            </a:r>
          </a:p>
          <a:p>
            <a:endParaRPr lang="en-US" noProof="1"/>
          </a:p>
          <a:p>
            <a:r>
              <a:rPr lang="en-US" noProof="1"/>
              <a:t>Every one of those records is a place where your team is making decisions — or your AI is taking action — on an incomplete picture.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6786441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02D7D28-3C05-28B0-36F8-168B553FE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01" y="1287113"/>
            <a:ext cx="6719645" cy="4283774"/>
          </a:xfrm>
          <a:prstGeom prst="rect">
            <a:avLst/>
          </a:prstGeom>
          <a:noFill/>
        </p:spPr>
      </p:pic>
      <p:sp>
        <p:nvSpPr>
          <p:cNvPr id="10" name="Title 2">
            <a:extLst>
              <a:ext uri="{FF2B5EF4-FFF2-40B4-BE49-F238E27FC236}">
                <a16:creationId xmlns:a16="http://schemas.microsoft.com/office/drawing/2014/main" id="{7259BC8C-CE81-1263-B5FC-BF786AB309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001" y="504000"/>
            <a:ext cx="11183174" cy="369332"/>
          </a:xfrm>
        </p:spPr>
        <p:txBody>
          <a:bodyPr/>
          <a:lstStyle/>
          <a:p>
            <a:r>
              <a:rPr lang="en-US" dirty="0"/>
              <a:t>SAP Reltio delivers unified data at scale &amp; speed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78E7B655-6F81-E928-268B-EF53EB7FB255}"/>
              </a:ext>
            </a:extLst>
          </p:cNvPr>
          <p:cNvSpPr txBox="1">
            <a:spLocks/>
          </p:cNvSpPr>
          <p:nvPr/>
        </p:nvSpPr>
        <p:spPr bwMode="black">
          <a:xfrm>
            <a:off x="7677785" y="1026319"/>
            <a:ext cx="4009390" cy="4805362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600"/>
              </a:spcBef>
              <a:buClrTx/>
              <a:buSzPct val="100000"/>
              <a:buFont typeface="Arial" panose="020B0604020202020204" pitchFamily="34" charset="0"/>
              <a:buChar char="​"/>
              <a:defRPr sz="20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lang="en-US" sz="16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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​"/>
              <a:defRPr sz="1400" b="0" i="0" kern="120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0" indent="0" algn="l" defTabSz="1088558" rtl="0" eaLnBrk="1" latinLnBrk="0" hangingPunct="1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​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1088558" rtl="0" eaLnBrk="1" latinLnBrk="0" hangingPunct="1">
              <a:lnSpc>
                <a:spcPct val="120000"/>
              </a:lnSpc>
              <a:spcBef>
                <a:spcPts val="300"/>
              </a:spcBef>
              <a:buFont typeface="Arial" pitchFamily="34" charset="0"/>
              <a:buChar char="​"/>
              <a:defRPr sz="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1088558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Char char="​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1088558" rtl="0" eaLnBrk="1" latinLnBrk="0" hangingPunct="1">
              <a:spcBef>
                <a:spcPts val="600"/>
              </a:spcBef>
              <a:buFont typeface="Arial" pitchFamily="34" charset="0"/>
              <a:buChar char="​"/>
              <a:defRPr sz="3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None/>
            </a:pPr>
            <a:r>
              <a:rPr lang="en-US" noProof="1"/>
              <a:t>Trusted, unified, context-rich profiles</a:t>
            </a:r>
          </a:p>
          <a:p>
            <a:pPr>
              <a:lnSpc>
                <a:spcPct val="150000"/>
              </a:lnSpc>
              <a:buNone/>
            </a:pPr>
            <a:endParaRPr lang="en-US" noProof="1"/>
          </a:p>
          <a:p>
            <a:pPr>
              <a:lnSpc>
                <a:spcPct val="150000"/>
              </a:lnSpc>
              <a:buNone/>
            </a:pPr>
            <a:r>
              <a:rPr lang="en-US" noProof="1"/>
              <a:t>Data governance AI agents</a:t>
            </a:r>
          </a:p>
          <a:p>
            <a:pPr>
              <a:lnSpc>
                <a:spcPct val="150000"/>
              </a:lnSpc>
              <a:buNone/>
            </a:pPr>
            <a:endParaRPr lang="en-US" noProof="1"/>
          </a:p>
          <a:p>
            <a:pPr>
              <a:lnSpc>
                <a:spcPct val="150000"/>
              </a:lnSpc>
              <a:buNone/>
            </a:pPr>
            <a:r>
              <a:rPr lang="en-US" noProof="1"/>
              <a:t>Real-time &amp; ready for operations</a:t>
            </a:r>
          </a:p>
          <a:p>
            <a:pPr>
              <a:lnSpc>
                <a:spcPct val="150000"/>
              </a:lnSpc>
              <a:buNone/>
            </a:pPr>
            <a:endParaRPr lang="en-US" noProof="1"/>
          </a:p>
          <a:p>
            <a:pPr>
              <a:lnSpc>
                <a:spcPct val="150000"/>
              </a:lnSpc>
              <a:buNone/>
            </a:pPr>
            <a:r>
              <a:rPr lang="en-US" noProof="1"/>
              <a:t>Secure, scalable &amp; flexible</a:t>
            </a:r>
          </a:p>
        </p:txBody>
      </p:sp>
    </p:spTree>
    <p:extLst>
      <p:ext uri="{BB962C8B-B14F-4D97-AF65-F5344CB8AC3E}">
        <p14:creationId xmlns:p14="http://schemas.microsoft.com/office/powerpoint/2010/main" val="17309257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7B8C8F92-16A1-B6B3-D87A-DA41ED83876D}"/>
              </a:ext>
            </a:extLst>
          </p:cNvPr>
          <p:cNvSpPr/>
          <p:nvPr/>
        </p:nvSpPr>
        <p:spPr bwMode="gray">
          <a:xfrm>
            <a:off x="5829774" y="0"/>
            <a:ext cx="6365401" cy="6858000"/>
          </a:xfrm>
          <a:prstGeom prst="rect">
            <a:avLst/>
          </a:prstGeom>
          <a:solidFill>
            <a:srgbClr val="4828C9"/>
          </a:solidFill>
          <a:ln w="28575" algn="ctr">
            <a:solidFill>
              <a:schemeClr val="tx1"/>
            </a:solidFill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8163ECA-3062-D5B1-AF2D-391B8F842B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types of data – One solution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7C8C77B-5A92-E595-68E2-B58D6E801E11}"/>
              </a:ext>
            </a:extLst>
          </p:cNvPr>
          <p:cNvSpPr/>
          <p:nvPr/>
        </p:nvSpPr>
        <p:spPr bwMode="gray">
          <a:xfrm>
            <a:off x="504000" y="1814666"/>
            <a:ext cx="752931" cy="752931"/>
          </a:xfrm>
          <a:prstGeom prst="ellipse">
            <a:avLst/>
          </a:prstGeom>
          <a:solidFill>
            <a:srgbClr val="B894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25088C4D-1B65-ED65-A6FD-37CEDA993AD6}"/>
              </a:ext>
            </a:extLst>
          </p:cNvPr>
          <p:cNvSpPr txBox="1">
            <a:spLocks/>
          </p:cNvSpPr>
          <p:nvPr/>
        </p:nvSpPr>
        <p:spPr bwMode="black">
          <a:xfrm>
            <a:off x="1457234" y="1814666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Entities – These are the core identity asset such as Customers, Employees, Partners, Suppliers etc.</a:t>
            </a:r>
            <a:endParaRPr lang="en-US" noProof="1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1775767-45B7-F5E6-B35B-58980AC7C863}"/>
              </a:ext>
            </a:extLst>
          </p:cNvPr>
          <p:cNvSpPr/>
          <p:nvPr/>
        </p:nvSpPr>
        <p:spPr bwMode="gray">
          <a:xfrm>
            <a:off x="505773" y="3181778"/>
            <a:ext cx="752931" cy="752932"/>
          </a:xfrm>
          <a:prstGeom prst="ellipse">
            <a:avLst/>
          </a:prstGeom>
          <a:solidFill>
            <a:srgbClr val="9B76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9B2EE666-D958-F3BC-8811-9B926CB4126B}"/>
              </a:ext>
            </a:extLst>
          </p:cNvPr>
          <p:cNvSpPr txBox="1">
            <a:spLocks/>
          </p:cNvSpPr>
          <p:nvPr/>
        </p:nvSpPr>
        <p:spPr bwMode="black">
          <a:xfrm>
            <a:off x="1457235" y="3168239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Relationships – Definition of how entities connect to one another such as employer – employee, belongs-to etc.</a:t>
            </a:r>
            <a:endParaRPr lang="en-US" noProof="1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6ACD7AE-7A83-37F5-E3E7-69B01D495942}"/>
              </a:ext>
            </a:extLst>
          </p:cNvPr>
          <p:cNvSpPr/>
          <p:nvPr/>
        </p:nvSpPr>
        <p:spPr bwMode="gray">
          <a:xfrm>
            <a:off x="504000" y="4548891"/>
            <a:ext cx="752931" cy="752932"/>
          </a:xfrm>
          <a:prstGeom prst="ellipse">
            <a:avLst/>
          </a:prstGeom>
          <a:solidFill>
            <a:srgbClr val="7858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72 Brand Medium" panose="020B06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35C79EA6-73A3-A5C5-4BDA-D9227471AB1B}"/>
              </a:ext>
            </a:extLst>
          </p:cNvPr>
          <p:cNvSpPr txBox="1">
            <a:spLocks/>
          </p:cNvSpPr>
          <p:nvPr/>
        </p:nvSpPr>
        <p:spPr bwMode="black">
          <a:xfrm>
            <a:off x="1455461" y="4562368"/>
            <a:ext cx="3984033" cy="752931"/>
          </a:xfrm>
          <a:prstGeom prst="rect">
            <a:avLst/>
          </a:prstGeom>
          <a:noFill/>
        </p:spPr>
        <p:txBody>
          <a:bodyPr vert="horz" lIns="108000" tIns="36000" rIns="108000" bIns="3600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Interactions – Large volume datasets describing transactions performed by the entity such as purchases, clicks, downloads etc.</a:t>
            </a:r>
            <a:endParaRPr lang="en-US" noProof="1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7395381-30A3-BC52-9559-F76536AEA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890" y="1949556"/>
            <a:ext cx="483150" cy="4831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7B59DFE-623C-822D-3498-2A961BE170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91" y="3316105"/>
            <a:ext cx="457200" cy="45720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9D234C7-1C2C-85AC-8B50-410B5754FC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092" y="4696757"/>
            <a:ext cx="457200" cy="457200"/>
          </a:xfrm>
          <a:prstGeom prst="rect">
            <a:avLst/>
          </a:prstGeom>
        </p:spPr>
      </p:pic>
      <p:pic>
        <p:nvPicPr>
          <p:cNvPr id="19" name="Google Shape;822;p138" title="2026-08-13_17-06-55.png">
            <a:extLst>
              <a:ext uri="{FF2B5EF4-FFF2-40B4-BE49-F238E27FC236}">
                <a16:creationId xmlns:a16="http://schemas.microsoft.com/office/drawing/2014/main" id="{FC54A729-38E0-6C02-D989-167DDBA0D9B1}"/>
              </a:ext>
            </a:extLst>
          </p:cNvPr>
          <p:cNvPicPr preferRelativeResize="0"/>
          <p:nvPr/>
        </p:nvPicPr>
        <p:blipFill>
          <a:blip r:embed="rId5">
            <a:alphaModFix/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29774" y="1360742"/>
            <a:ext cx="5857401" cy="4367926"/>
          </a:xfrm>
          <a:prstGeom prst="rect">
            <a:avLst/>
          </a:prstGeom>
          <a:solidFill>
            <a:srgbClr val="000066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</p:pic>
    </p:spTree>
    <p:extLst>
      <p:ext uri="{BB962C8B-B14F-4D97-AF65-F5344CB8AC3E}">
        <p14:creationId xmlns:p14="http://schemas.microsoft.com/office/powerpoint/2010/main" val="3205491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783;p97">
            <a:extLst>
              <a:ext uri="{FF2B5EF4-FFF2-40B4-BE49-F238E27FC236}">
                <a16:creationId xmlns:a16="http://schemas.microsoft.com/office/drawing/2014/main" id="{A39BF06A-5D2A-7A24-F32A-B9FFCEA2161B}"/>
              </a:ext>
            </a:extLst>
          </p:cNvPr>
          <p:cNvSpPr>
            <a:spLocks noChangeAspect="1"/>
          </p:cNvSpPr>
          <p:nvPr/>
        </p:nvSpPr>
        <p:spPr>
          <a:xfrm>
            <a:off x="3830599" y="344916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174323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Householding</a:t>
            </a:r>
            <a:endParaRPr sz="800" dirty="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&amp; Grouping</a:t>
            </a:r>
            <a:endParaRPr sz="800" dirty="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7FC42E-546E-4F6F-124B-462A6EA56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SAP Reltio Feature Map is rich and growing</a:t>
            </a:r>
          </a:p>
        </p:txBody>
      </p:sp>
      <p:sp>
        <p:nvSpPr>
          <p:cNvPr id="12" name="Google Shape;761;p97">
            <a:extLst>
              <a:ext uri="{FF2B5EF4-FFF2-40B4-BE49-F238E27FC236}">
                <a16:creationId xmlns:a16="http://schemas.microsoft.com/office/drawing/2014/main" id="{6EB1CFFA-9AC9-104C-B049-6720091773C6}"/>
              </a:ext>
            </a:extLst>
          </p:cNvPr>
          <p:cNvSpPr>
            <a:spLocks noChangeAspect="1"/>
          </p:cNvSpPr>
          <p:nvPr/>
        </p:nvSpPr>
        <p:spPr>
          <a:xfrm>
            <a:off x="548455" y="245594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D1E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Ingestion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3" name="Google Shape;762;p97">
            <a:extLst>
              <a:ext uri="{FF2B5EF4-FFF2-40B4-BE49-F238E27FC236}">
                <a16:creationId xmlns:a16="http://schemas.microsoft.com/office/drawing/2014/main" id="{46AE12B9-4ABF-6D0B-ACA9-FB28FAD262B0}"/>
              </a:ext>
            </a:extLst>
          </p:cNvPr>
          <p:cNvSpPr>
            <a:spLocks noChangeAspect="1"/>
          </p:cNvSpPr>
          <p:nvPr/>
        </p:nvSpPr>
        <p:spPr>
          <a:xfrm>
            <a:off x="2182809" y="248243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0144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Modeling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4" name="Google Shape;763;p97">
            <a:extLst>
              <a:ext uri="{FF2B5EF4-FFF2-40B4-BE49-F238E27FC236}">
                <a16:creationId xmlns:a16="http://schemas.microsoft.com/office/drawing/2014/main" id="{09F273F0-4EA1-F550-A655-FD0AB8734D66}"/>
              </a:ext>
            </a:extLst>
          </p:cNvPr>
          <p:cNvSpPr>
            <a:spLocks noChangeAspect="1"/>
          </p:cNvSpPr>
          <p:nvPr/>
        </p:nvSpPr>
        <p:spPr>
          <a:xfrm>
            <a:off x="537725" y="341842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89D1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Reltio </a:t>
            </a:r>
            <a:endParaRPr sz="800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Integration </a:t>
            </a:r>
            <a:endParaRPr sz="800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Hub</a:t>
            </a:r>
            <a:endParaRPr sz="800" dirty="0">
              <a:solidFill>
                <a:schemeClr val="dk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15" name="Google Shape;764;p97">
            <a:extLst>
              <a:ext uri="{FF2B5EF4-FFF2-40B4-BE49-F238E27FC236}">
                <a16:creationId xmlns:a16="http://schemas.microsoft.com/office/drawing/2014/main" id="{C138F9AA-0A23-0097-7604-0FFA9AD4FBF7}"/>
              </a:ext>
            </a:extLst>
          </p:cNvPr>
          <p:cNvSpPr>
            <a:spLocks noChangeAspect="1"/>
          </p:cNvSpPr>
          <p:nvPr/>
        </p:nvSpPr>
        <p:spPr>
          <a:xfrm>
            <a:off x="5498709" y="346407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E76500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UI/UX</a:t>
            </a:r>
            <a:endParaRPr sz="800">
              <a:solidFill>
                <a:schemeClr val="lt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16" name="Google Shape;765;p97">
            <a:extLst>
              <a:ext uri="{FF2B5EF4-FFF2-40B4-BE49-F238E27FC236}">
                <a16:creationId xmlns:a16="http://schemas.microsoft.com/office/drawing/2014/main" id="{4A403C31-7C5B-4461-6636-5E368336EE76}"/>
              </a:ext>
            </a:extLst>
          </p:cNvPr>
          <p:cNvSpPr>
            <a:spLocks noChangeAspect="1"/>
          </p:cNvSpPr>
          <p:nvPr/>
        </p:nvSpPr>
        <p:spPr>
          <a:xfrm>
            <a:off x="1362421" y="294287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070F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Enrichment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" name="Google Shape;766;p97">
            <a:extLst>
              <a:ext uri="{FF2B5EF4-FFF2-40B4-BE49-F238E27FC236}">
                <a16:creationId xmlns:a16="http://schemas.microsoft.com/office/drawing/2014/main" id="{15F5E386-D2C4-A8C9-6368-E21F964FB8DC}"/>
              </a:ext>
            </a:extLst>
          </p:cNvPr>
          <p:cNvSpPr>
            <a:spLocks noChangeAspect="1"/>
          </p:cNvSpPr>
          <p:nvPr/>
        </p:nvSpPr>
        <p:spPr>
          <a:xfrm>
            <a:off x="2171093" y="342624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12171D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Validation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8" name="Google Shape;767;p97">
            <a:extLst>
              <a:ext uri="{FF2B5EF4-FFF2-40B4-BE49-F238E27FC236}">
                <a16:creationId xmlns:a16="http://schemas.microsoft.com/office/drawing/2014/main" id="{F0EE3CBA-ED37-13C6-EDD6-1A502ED77951}"/>
              </a:ext>
            </a:extLst>
          </p:cNvPr>
          <p:cNvSpPr>
            <a:spLocks noChangeAspect="1"/>
          </p:cNvSpPr>
          <p:nvPr/>
        </p:nvSpPr>
        <p:spPr>
          <a:xfrm>
            <a:off x="2993635" y="389913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8838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Survivorship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9" name="Google Shape;768;p97">
            <a:extLst>
              <a:ext uri="{FF2B5EF4-FFF2-40B4-BE49-F238E27FC236}">
                <a16:creationId xmlns:a16="http://schemas.microsoft.com/office/drawing/2014/main" id="{E4F9D2E7-B8C8-DE5D-2A9B-9B6D9D012044}"/>
              </a:ext>
            </a:extLst>
          </p:cNvPr>
          <p:cNvSpPr>
            <a:spLocks noChangeAspect="1"/>
          </p:cNvSpPr>
          <p:nvPr/>
        </p:nvSpPr>
        <p:spPr>
          <a:xfrm>
            <a:off x="4664275" y="3932529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1414C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Graph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0" name="Google Shape;769;p97">
            <a:extLst>
              <a:ext uri="{FF2B5EF4-FFF2-40B4-BE49-F238E27FC236}">
                <a16:creationId xmlns:a16="http://schemas.microsoft.com/office/drawing/2014/main" id="{5E8B9A0E-7B1F-A332-2155-D5958B75692F}"/>
              </a:ext>
            </a:extLst>
          </p:cNvPr>
          <p:cNvSpPr>
            <a:spLocks noChangeAspect="1"/>
          </p:cNvSpPr>
          <p:nvPr/>
        </p:nvSpPr>
        <p:spPr>
          <a:xfrm>
            <a:off x="4662100" y="205284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6D1900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Security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2" name="Google Shape;771;p97">
            <a:extLst>
              <a:ext uri="{FF2B5EF4-FFF2-40B4-BE49-F238E27FC236}">
                <a16:creationId xmlns:a16="http://schemas.microsoft.com/office/drawing/2014/main" id="{B4036BA1-499A-ECEC-A5C7-1B88624F6ED3}"/>
              </a:ext>
            </a:extLst>
          </p:cNvPr>
          <p:cNvSpPr>
            <a:spLocks noChangeAspect="1"/>
          </p:cNvSpPr>
          <p:nvPr/>
        </p:nvSpPr>
        <p:spPr>
          <a:xfrm>
            <a:off x="5490466" y="250536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C45500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Audit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Trail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3" name="Google Shape;772;p97">
            <a:extLst>
              <a:ext uri="{FF2B5EF4-FFF2-40B4-BE49-F238E27FC236}">
                <a16:creationId xmlns:a16="http://schemas.microsoft.com/office/drawing/2014/main" id="{3750611A-EE01-39C6-7D2A-6AF6BF187CF3}"/>
              </a:ext>
            </a:extLst>
          </p:cNvPr>
          <p:cNvSpPr>
            <a:spLocks noChangeAspect="1"/>
          </p:cNvSpPr>
          <p:nvPr/>
        </p:nvSpPr>
        <p:spPr>
          <a:xfrm>
            <a:off x="3008057" y="296580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49F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Match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&amp;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Merge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4" name="Google Shape;773;p97">
            <a:extLst>
              <a:ext uri="{FF2B5EF4-FFF2-40B4-BE49-F238E27FC236}">
                <a16:creationId xmlns:a16="http://schemas.microsoft.com/office/drawing/2014/main" id="{392692D7-2329-5498-5444-FD61BEFCCF4A}"/>
              </a:ext>
            </a:extLst>
          </p:cNvPr>
          <p:cNvSpPr>
            <a:spLocks noChangeAspect="1"/>
          </p:cNvSpPr>
          <p:nvPr/>
        </p:nvSpPr>
        <p:spPr>
          <a:xfrm>
            <a:off x="1377387" y="198373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1990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Cleansing</a:t>
            </a:r>
            <a:endParaRPr sz="800">
              <a:solidFill>
                <a:schemeClr val="lt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25" name="Google Shape;774;p97">
            <a:extLst>
              <a:ext uri="{FF2B5EF4-FFF2-40B4-BE49-F238E27FC236}">
                <a16:creationId xmlns:a16="http://schemas.microsoft.com/office/drawing/2014/main" id="{B48D1953-54E9-6D4E-0AE1-E4A9A6F3C2E4}"/>
              </a:ext>
            </a:extLst>
          </p:cNvPr>
          <p:cNvSpPr>
            <a:spLocks noChangeAspect="1"/>
          </p:cNvSpPr>
          <p:nvPr/>
        </p:nvSpPr>
        <p:spPr>
          <a:xfrm>
            <a:off x="3850519" y="157202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35A41C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Event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6" name="Google Shape;775;p97">
            <a:extLst>
              <a:ext uri="{FF2B5EF4-FFF2-40B4-BE49-F238E27FC236}">
                <a16:creationId xmlns:a16="http://schemas.microsoft.com/office/drawing/2014/main" id="{1FC7DF47-6618-196D-EF8F-BBDF54AF89F3}"/>
              </a:ext>
            </a:extLst>
          </p:cNvPr>
          <p:cNvSpPr>
            <a:spLocks noChangeAspect="1"/>
          </p:cNvSpPr>
          <p:nvPr/>
        </p:nvSpPr>
        <p:spPr>
          <a:xfrm>
            <a:off x="4677772" y="29887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FFC93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Reference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7" name="Google Shape;776;p97">
            <a:extLst>
              <a:ext uri="{FF2B5EF4-FFF2-40B4-BE49-F238E27FC236}">
                <a16:creationId xmlns:a16="http://schemas.microsoft.com/office/drawing/2014/main" id="{776305B4-833C-5857-4F2E-AEF4B12F8F32}"/>
              </a:ext>
            </a:extLst>
          </p:cNvPr>
          <p:cNvSpPr>
            <a:spLocks noChangeAspect="1"/>
          </p:cNvSpPr>
          <p:nvPr/>
        </p:nvSpPr>
        <p:spPr>
          <a:xfrm>
            <a:off x="1360267" y="3891322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02A8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Export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8" name="Google Shape;777;p97">
            <a:extLst>
              <a:ext uri="{FF2B5EF4-FFF2-40B4-BE49-F238E27FC236}">
                <a16:creationId xmlns:a16="http://schemas.microsoft.com/office/drawing/2014/main" id="{3EFA7DFC-BC06-9843-4A7E-F91FA48A9F2E}"/>
              </a:ext>
            </a:extLst>
          </p:cNvPr>
          <p:cNvSpPr>
            <a:spLocks noChangeAspect="1"/>
          </p:cNvSpPr>
          <p:nvPr/>
        </p:nvSpPr>
        <p:spPr>
          <a:xfrm>
            <a:off x="3820692" y="4392969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97DD40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APIs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9" name="Google Shape;778;p97">
            <a:extLst>
              <a:ext uri="{FF2B5EF4-FFF2-40B4-BE49-F238E27FC236}">
                <a16:creationId xmlns:a16="http://schemas.microsoft.com/office/drawing/2014/main" id="{F1CA0AA1-80E6-1A62-7CC8-474B181C27A7}"/>
              </a:ext>
            </a:extLst>
          </p:cNvPr>
          <p:cNvSpPr>
            <a:spLocks noChangeAspect="1"/>
          </p:cNvSpPr>
          <p:nvPr/>
        </p:nvSpPr>
        <p:spPr>
          <a:xfrm>
            <a:off x="3016464" y="202199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A9B4B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Relationship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Linking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0" name="Google Shape;779;p97">
            <a:extLst>
              <a:ext uri="{FF2B5EF4-FFF2-40B4-BE49-F238E27FC236}">
                <a16:creationId xmlns:a16="http://schemas.microsoft.com/office/drawing/2014/main" id="{9EFAB2C7-1FB2-509B-77BA-1BC1EED5A5DB}"/>
              </a:ext>
            </a:extLst>
          </p:cNvPr>
          <p:cNvSpPr>
            <a:spLocks noChangeAspect="1"/>
          </p:cNvSpPr>
          <p:nvPr/>
        </p:nvSpPr>
        <p:spPr>
          <a:xfrm>
            <a:off x="9241510" y="394712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7858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AgentFlow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1" name="Google Shape;780;p97">
            <a:extLst>
              <a:ext uri="{FF2B5EF4-FFF2-40B4-BE49-F238E27FC236}">
                <a16:creationId xmlns:a16="http://schemas.microsoft.com/office/drawing/2014/main" id="{B2DD35C4-E961-0671-C984-A430060AB778}"/>
              </a:ext>
            </a:extLst>
          </p:cNvPr>
          <p:cNvSpPr>
            <a:spLocks noChangeAspect="1"/>
          </p:cNvSpPr>
          <p:nvPr/>
        </p:nvSpPr>
        <p:spPr>
          <a:xfrm>
            <a:off x="6445049" y="393611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FFD5EA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Zero Copy Integration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2" name="Google Shape;781;p97">
            <a:extLst>
              <a:ext uri="{FF2B5EF4-FFF2-40B4-BE49-F238E27FC236}">
                <a16:creationId xmlns:a16="http://schemas.microsoft.com/office/drawing/2014/main" id="{13B3BCED-4552-938C-D8F6-AAF77B80A8F4}"/>
              </a:ext>
            </a:extLst>
          </p:cNvPr>
          <p:cNvSpPr>
            <a:spLocks noChangeAspect="1"/>
          </p:cNvSpPr>
          <p:nvPr/>
        </p:nvSpPr>
        <p:spPr>
          <a:xfrm>
            <a:off x="6434582" y="204133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EE3939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Interaction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3" name="Google Shape;782;p97">
            <a:extLst>
              <a:ext uri="{FF2B5EF4-FFF2-40B4-BE49-F238E27FC236}">
                <a16:creationId xmlns:a16="http://schemas.microsoft.com/office/drawing/2014/main" id="{DC92EB54-18BD-4F0C-F8A0-44B2BCF9202F}"/>
              </a:ext>
            </a:extLst>
          </p:cNvPr>
          <p:cNvSpPr>
            <a:spLocks noChangeAspect="1"/>
          </p:cNvSpPr>
          <p:nvPr/>
        </p:nvSpPr>
        <p:spPr>
          <a:xfrm>
            <a:off x="3841712" y="251328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178917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Hierarchy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" name="Google Shape;784;p97">
            <a:extLst>
              <a:ext uri="{FF2B5EF4-FFF2-40B4-BE49-F238E27FC236}">
                <a16:creationId xmlns:a16="http://schemas.microsoft.com/office/drawing/2014/main" id="{2F123129-067A-F6D2-CE38-17752AF8DDBE}"/>
              </a:ext>
            </a:extLst>
          </p:cNvPr>
          <p:cNvSpPr>
            <a:spLocks noChangeAspect="1"/>
          </p:cNvSpPr>
          <p:nvPr/>
        </p:nvSpPr>
        <p:spPr>
          <a:xfrm>
            <a:off x="2182809" y="435957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485E75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Governance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6" name="Google Shape;785;p97">
            <a:extLst>
              <a:ext uri="{FF2B5EF4-FFF2-40B4-BE49-F238E27FC236}">
                <a16:creationId xmlns:a16="http://schemas.microsoft.com/office/drawing/2014/main" id="{E2E0C743-3C1A-71E0-C22D-9763F36C90DD}"/>
              </a:ext>
            </a:extLst>
          </p:cNvPr>
          <p:cNvSpPr>
            <a:spLocks noChangeAspect="1"/>
          </p:cNvSpPr>
          <p:nvPr/>
        </p:nvSpPr>
        <p:spPr>
          <a:xfrm>
            <a:off x="7591706" y="39535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B894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MCP Server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7" name="Google Shape;786;p97">
            <a:extLst>
              <a:ext uri="{FF2B5EF4-FFF2-40B4-BE49-F238E27FC236}">
                <a16:creationId xmlns:a16="http://schemas.microsoft.com/office/drawing/2014/main" id="{CC928C32-7D72-379F-9F96-86D03C1E5FF0}"/>
              </a:ext>
            </a:extLst>
          </p:cNvPr>
          <p:cNvSpPr>
            <a:spLocks noChangeAspect="1"/>
          </p:cNvSpPr>
          <p:nvPr/>
        </p:nvSpPr>
        <p:spPr>
          <a:xfrm>
            <a:off x="8435289" y="442005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5E36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Agent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Marketplace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8" name="Google Shape;787;p97">
            <a:extLst>
              <a:ext uri="{FF2B5EF4-FFF2-40B4-BE49-F238E27FC236}">
                <a16:creationId xmlns:a16="http://schemas.microsoft.com/office/drawing/2014/main" id="{EEFF7C47-15C9-68BF-7E84-731BA2456F90}"/>
              </a:ext>
            </a:extLst>
          </p:cNvPr>
          <p:cNvSpPr>
            <a:spLocks noChangeAspect="1"/>
          </p:cNvSpPr>
          <p:nvPr/>
        </p:nvSpPr>
        <p:spPr>
          <a:xfrm>
            <a:off x="8198652" y="299410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FA4F96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Delivery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Network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9" name="Google Shape;788;p97">
            <a:extLst>
              <a:ext uri="{FF2B5EF4-FFF2-40B4-BE49-F238E27FC236}">
                <a16:creationId xmlns:a16="http://schemas.microsoft.com/office/drawing/2014/main" id="{F290E957-0469-B493-B902-09C1953B74F1}"/>
              </a:ext>
            </a:extLst>
          </p:cNvPr>
          <p:cNvSpPr>
            <a:spLocks noChangeAspect="1"/>
          </p:cNvSpPr>
          <p:nvPr/>
        </p:nvSpPr>
        <p:spPr>
          <a:xfrm>
            <a:off x="9006043" y="250152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DF1378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Business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Critical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0" name="Google Shape;798;p97">
            <a:extLst>
              <a:ext uri="{FF2B5EF4-FFF2-40B4-BE49-F238E27FC236}">
                <a16:creationId xmlns:a16="http://schemas.microsoft.com/office/drawing/2014/main" id="{6C6D2664-58E6-08C1-AA7F-6F3C89C9D58A}"/>
              </a:ext>
            </a:extLst>
          </p:cNvPr>
          <p:cNvSpPr>
            <a:spLocks noChangeAspect="1"/>
          </p:cNvSpPr>
          <p:nvPr/>
        </p:nvSpPr>
        <p:spPr>
          <a:xfrm>
            <a:off x="8178790" y="203246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D20909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Identity 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Builder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1" name="Google Shape;799;p97">
            <a:extLst>
              <a:ext uri="{FF2B5EF4-FFF2-40B4-BE49-F238E27FC236}">
                <a16:creationId xmlns:a16="http://schemas.microsoft.com/office/drawing/2014/main" id="{84C44144-C5E6-A3DF-10B7-787A7691D3D1}"/>
              </a:ext>
            </a:extLst>
          </p:cNvPr>
          <p:cNvSpPr>
            <a:spLocks noChangeAspect="1"/>
          </p:cNvSpPr>
          <p:nvPr/>
        </p:nvSpPr>
        <p:spPr>
          <a:xfrm>
            <a:off x="7365988" y="251328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FEADC8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Sharing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3" name="Google Shape;770;p97">
            <a:extLst>
              <a:ext uri="{FF2B5EF4-FFF2-40B4-BE49-F238E27FC236}">
                <a16:creationId xmlns:a16="http://schemas.microsoft.com/office/drawing/2014/main" id="{5880872A-10BC-5577-EF33-2699359D90F3}"/>
              </a:ext>
            </a:extLst>
          </p:cNvPr>
          <p:cNvSpPr>
            <a:spLocks noChangeAspect="1"/>
          </p:cNvSpPr>
          <p:nvPr/>
        </p:nvSpPr>
        <p:spPr>
          <a:xfrm>
            <a:off x="6434582" y="29887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FF8CB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91440" rIns="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Segmentation</a:t>
            </a:r>
            <a:endParaRPr sz="800" dirty="0">
              <a:solidFill>
                <a:schemeClr val="dk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44" name="Google Shape;788;p97">
            <a:extLst>
              <a:ext uri="{FF2B5EF4-FFF2-40B4-BE49-F238E27FC236}">
                <a16:creationId xmlns:a16="http://schemas.microsoft.com/office/drawing/2014/main" id="{3917E15C-E464-C4D1-AA6E-4F20C065D816}"/>
              </a:ext>
            </a:extLst>
          </p:cNvPr>
          <p:cNvSpPr>
            <a:spLocks noChangeAspect="1"/>
          </p:cNvSpPr>
          <p:nvPr/>
        </p:nvSpPr>
        <p:spPr>
          <a:xfrm>
            <a:off x="9006043" y="154850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latin typeface="Libre Franklin"/>
                <a:ea typeface="Libre Franklin"/>
                <a:cs typeface="Libre Franklin"/>
                <a:sym typeface="Libre Franklin"/>
              </a:rPr>
              <a:t>Private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latin typeface="Libre Franklin"/>
                <a:ea typeface="Libre Franklin"/>
                <a:cs typeface="Libre Franklin"/>
                <a:sym typeface="Libre Franklin"/>
              </a:rPr>
              <a:t>Link</a:t>
            </a:r>
            <a:endParaRPr sz="800" dirty="0"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2281692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46EFAA-745F-B34B-B74D-97C5771F57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Getting Started with </a:t>
            </a:r>
            <a:br>
              <a:rPr lang="en-US" noProof="1"/>
            </a:br>
            <a:r>
              <a:rPr lang="en-US" noProof="1"/>
              <a:t>				SAP Reltio</a:t>
            </a:r>
          </a:p>
        </p:txBody>
      </p:sp>
    </p:spTree>
    <p:extLst>
      <p:ext uri="{BB962C8B-B14F-4D97-AF65-F5344CB8AC3E}">
        <p14:creationId xmlns:p14="http://schemas.microsoft.com/office/powerpoint/2010/main" val="3789383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F46C7-4CC7-96CA-72F8-337850271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AEBE734-AC43-9CD0-2136-32E745DB4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SAP TechEd 2026 DA160 Focus</a:t>
            </a:r>
          </a:p>
        </p:txBody>
      </p:sp>
      <p:sp>
        <p:nvSpPr>
          <p:cNvPr id="12" name="Google Shape;761;p97">
            <a:extLst>
              <a:ext uri="{FF2B5EF4-FFF2-40B4-BE49-F238E27FC236}">
                <a16:creationId xmlns:a16="http://schemas.microsoft.com/office/drawing/2014/main" id="{997D5483-F93A-D18C-AABC-F553D9AEC4CD}"/>
              </a:ext>
            </a:extLst>
          </p:cNvPr>
          <p:cNvSpPr>
            <a:spLocks noChangeAspect="1"/>
          </p:cNvSpPr>
          <p:nvPr/>
        </p:nvSpPr>
        <p:spPr>
          <a:xfrm>
            <a:off x="548455" y="245594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D1E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Ingestion</a:t>
            </a:r>
            <a:endParaRPr sz="80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3" name="Google Shape;762;p97">
            <a:extLst>
              <a:ext uri="{FF2B5EF4-FFF2-40B4-BE49-F238E27FC236}">
                <a16:creationId xmlns:a16="http://schemas.microsoft.com/office/drawing/2014/main" id="{637296EE-AD8E-424C-B6CA-333036FE63C3}"/>
              </a:ext>
            </a:extLst>
          </p:cNvPr>
          <p:cNvSpPr>
            <a:spLocks noChangeAspect="1"/>
          </p:cNvSpPr>
          <p:nvPr/>
        </p:nvSpPr>
        <p:spPr>
          <a:xfrm>
            <a:off x="2182809" y="248243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0144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Modeling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4" name="Google Shape;763;p97">
            <a:extLst>
              <a:ext uri="{FF2B5EF4-FFF2-40B4-BE49-F238E27FC236}">
                <a16:creationId xmlns:a16="http://schemas.microsoft.com/office/drawing/2014/main" id="{9F619CF9-C8B2-DFAC-8032-85A7BC279F07}"/>
              </a:ext>
            </a:extLst>
          </p:cNvPr>
          <p:cNvSpPr>
            <a:spLocks noChangeAspect="1"/>
          </p:cNvSpPr>
          <p:nvPr/>
        </p:nvSpPr>
        <p:spPr>
          <a:xfrm>
            <a:off x="537725" y="341842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89D1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Reltio </a:t>
            </a:r>
            <a:endParaRPr sz="800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Integration </a:t>
            </a:r>
            <a:endParaRPr sz="800" dirty="0">
              <a:solidFill>
                <a:schemeClr val="dk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Hub</a:t>
            </a:r>
            <a:endParaRPr sz="800" dirty="0">
              <a:solidFill>
                <a:schemeClr val="dk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15" name="Google Shape;764;p97">
            <a:extLst>
              <a:ext uri="{FF2B5EF4-FFF2-40B4-BE49-F238E27FC236}">
                <a16:creationId xmlns:a16="http://schemas.microsoft.com/office/drawing/2014/main" id="{38B48EC1-8661-A538-C102-6D7E74F7E8F3}"/>
              </a:ext>
            </a:extLst>
          </p:cNvPr>
          <p:cNvSpPr>
            <a:spLocks noChangeAspect="1"/>
          </p:cNvSpPr>
          <p:nvPr/>
        </p:nvSpPr>
        <p:spPr>
          <a:xfrm>
            <a:off x="5498709" y="346407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E76500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UI/UX</a:t>
            </a:r>
            <a:endParaRPr sz="800">
              <a:solidFill>
                <a:schemeClr val="lt1"/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16" name="Google Shape;765;p97">
            <a:extLst>
              <a:ext uri="{FF2B5EF4-FFF2-40B4-BE49-F238E27FC236}">
                <a16:creationId xmlns:a16="http://schemas.microsoft.com/office/drawing/2014/main" id="{E9960BD4-1CE5-2F60-82D6-0DA88A337266}"/>
              </a:ext>
            </a:extLst>
          </p:cNvPr>
          <p:cNvSpPr>
            <a:spLocks noChangeAspect="1"/>
          </p:cNvSpPr>
          <p:nvPr/>
        </p:nvSpPr>
        <p:spPr>
          <a:xfrm>
            <a:off x="1362421" y="294287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Enrichment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7" name="Google Shape;766;p97">
            <a:extLst>
              <a:ext uri="{FF2B5EF4-FFF2-40B4-BE49-F238E27FC236}">
                <a16:creationId xmlns:a16="http://schemas.microsoft.com/office/drawing/2014/main" id="{C7C6BE09-89E0-E7B1-6873-CFC20213032F}"/>
              </a:ext>
            </a:extLst>
          </p:cNvPr>
          <p:cNvSpPr>
            <a:spLocks noChangeAspect="1"/>
          </p:cNvSpPr>
          <p:nvPr/>
        </p:nvSpPr>
        <p:spPr>
          <a:xfrm>
            <a:off x="2171093" y="342624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Validation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8" name="Google Shape;767;p97">
            <a:extLst>
              <a:ext uri="{FF2B5EF4-FFF2-40B4-BE49-F238E27FC236}">
                <a16:creationId xmlns:a16="http://schemas.microsoft.com/office/drawing/2014/main" id="{F90C0BCC-68EF-E87B-3837-4DA3FC94BE46}"/>
              </a:ext>
            </a:extLst>
          </p:cNvPr>
          <p:cNvSpPr>
            <a:spLocks noChangeAspect="1"/>
          </p:cNvSpPr>
          <p:nvPr/>
        </p:nvSpPr>
        <p:spPr>
          <a:xfrm>
            <a:off x="2993635" y="389913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Survivorship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19" name="Google Shape;768;p97">
            <a:extLst>
              <a:ext uri="{FF2B5EF4-FFF2-40B4-BE49-F238E27FC236}">
                <a16:creationId xmlns:a16="http://schemas.microsoft.com/office/drawing/2014/main" id="{0EEF0D46-9804-1204-79BD-AD5B391CCE3E}"/>
              </a:ext>
            </a:extLst>
          </p:cNvPr>
          <p:cNvSpPr>
            <a:spLocks noChangeAspect="1"/>
          </p:cNvSpPr>
          <p:nvPr/>
        </p:nvSpPr>
        <p:spPr>
          <a:xfrm>
            <a:off x="4664275" y="3932529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Graph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0" name="Google Shape;769;p97">
            <a:extLst>
              <a:ext uri="{FF2B5EF4-FFF2-40B4-BE49-F238E27FC236}">
                <a16:creationId xmlns:a16="http://schemas.microsoft.com/office/drawing/2014/main" id="{8C656F74-9D34-E8E0-AF36-A44C85B6BED8}"/>
              </a:ext>
            </a:extLst>
          </p:cNvPr>
          <p:cNvSpPr>
            <a:spLocks noChangeAspect="1"/>
          </p:cNvSpPr>
          <p:nvPr/>
        </p:nvSpPr>
        <p:spPr>
          <a:xfrm>
            <a:off x="4662100" y="205284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Security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2" name="Google Shape;771;p97">
            <a:extLst>
              <a:ext uri="{FF2B5EF4-FFF2-40B4-BE49-F238E27FC236}">
                <a16:creationId xmlns:a16="http://schemas.microsoft.com/office/drawing/2014/main" id="{53F2D1EA-0468-18E4-5EAE-5F018DDB1410}"/>
              </a:ext>
            </a:extLst>
          </p:cNvPr>
          <p:cNvSpPr>
            <a:spLocks noChangeAspect="1"/>
          </p:cNvSpPr>
          <p:nvPr/>
        </p:nvSpPr>
        <p:spPr>
          <a:xfrm>
            <a:off x="5490466" y="250536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Audit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Trail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3" name="Google Shape;772;p97">
            <a:extLst>
              <a:ext uri="{FF2B5EF4-FFF2-40B4-BE49-F238E27FC236}">
                <a16:creationId xmlns:a16="http://schemas.microsoft.com/office/drawing/2014/main" id="{9DD4ED3B-9451-97AC-93EC-56E3625FD24C}"/>
              </a:ext>
            </a:extLst>
          </p:cNvPr>
          <p:cNvSpPr>
            <a:spLocks noChangeAspect="1"/>
          </p:cNvSpPr>
          <p:nvPr/>
        </p:nvSpPr>
        <p:spPr>
          <a:xfrm>
            <a:off x="3008057" y="296580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049F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Match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&amp;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Merge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4" name="Google Shape;773;p97">
            <a:extLst>
              <a:ext uri="{FF2B5EF4-FFF2-40B4-BE49-F238E27FC236}">
                <a16:creationId xmlns:a16="http://schemas.microsoft.com/office/drawing/2014/main" id="{C571371A-4E2E-3B32-A800-0CFB821D0110}"/>
              </a:ext>
            </a:extLst>
          </p:cNvPr>
          <p:cNvSpPr>
            <a:spLocks noChangeAspect="1"/>
          </p:cNvSpPr>
          <p:nvPr/>
        </p:nvSpPr>
        <p:spPr>
          <a:xfrm>
            <a:off x="1377387" y="1983731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Cleansing</a:t>
            </a:r>
            <a:endParaRPr sz="800">
              <a:solidFill>
                <a:schemeClr val="bg1">
                  <a:lumMod val="50000"/>
                </a:schemeClr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25" name="Google Shape;774;p97">
            <a:extLst>
              <a:ext uri="{FF2B5EF4-FFF2-40B4-BE49-F238E27FC236}">
                <a16:creationId xmlns:a16="http://schemas.microsoft.com/office/drawing/2014/main" id="{3869F781-6093-26B0-BD1A-D4B4D036BCB1}"/>
              </a:ext>
            </a:extLst>
          </p:cNvPr>
          <p:cNvSpPr>
            <a:spLocks noChangeAspect="1"/>
          </p:cNvSpPr>
          <p:nvPr/>
        </p:nvSpPr>
        <p:spPr>
          <a:xfrm>
            <a:off x="3850519" y="157202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Event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6" name="Google Shape;775;p97">
            <a:extLst>
              <a:ext uri="{FF2B5EF4-FFF2-40B4-BE49-F238E27FC236}">
                <a16:creationId xmlns:a16="http://schemas.microsoft.com/office/drawing/2014/main" id="{22EE241E-EF06-BE7D-DFBD-1F1D51966A70}"/>
              </a:ext>
            </a:extLst>
          </p:cNvPr>
          <p:cNvSpPr>
            <a:spLocks noChangeAspect="1"/>
          </p:cNvSpPr>
          <p:nvPr/>
        </p:nvSpPr>
        <p:spPr>
          <a:xfrm>
            <a:off x="4677772" y="29887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Reference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7" name="Google Shape;776;p97">
            <a:extLst>
              <a:ext uri="{FF2B5EF4-FFF2-40B4-BE49-F238E27FC236}">
                <a16:creationId xmlns:a16="http://schemas.microsoft.com/office/drawing/2014/main" id="{684E1296-7033-6B34-408E-E6D11DFBE0E7}"/>
              </a:ext>
            </a:extLst>
          </p:cNvPr>
          <p:cNvSpPr>
            <a:spLocks noChangeAspect="1"/>
          </p:cNvSpPr>
          <p:nvPr/>
        </p:nvSpPr>
        <p:spPr>
          <a:xfrm>
            <a:off x="1360267" y="3891322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Export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8" name="Google Shape;777;p97">
            <a:extLst>
              <a:ext uri="{FF2B5EF4-FFF2-40B4-BE49-F238E27FC236}">
                <a16:creationId xmlns:a16="http://schemas.microsoft.com/office/drawing/2014/main" id="{6E694A5E-7665-D607-A1EB-E6D2F88373C9}"/>
              </a:ext>
            </a:extLst>
          </p:cNvPr>
          <p:cNvSpPr>
            <a:spLocks noChangeAspect="1"/>
          </p:cNvSpPr>
          <p:nvPr/>
        </p:nvSpPr>
        <p:spPr>
          <a:xfrm>
            <a:off x="3820692" y="4392969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APIs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29" name="Google Shape;778;p97">
            <a:extLst>
              <a:ext uri="{FF2B5EF4-FFF2-40B4-BE49-F238E27FC236}">
                <a16:creationId xmlns:a16="http://schemas.microsoft.com/office/drawing/2014/main" id="{AFD51483-717B-E5B0-AD96-F292A408CCF9}"/>
              </a:ext>
            </a:extLst>
          </p:cNvPr>
          <p:cNvSpPr>
            <a:spLocks noChangeAspect="1"/>
          </p:cNvSpPr>
          <p:nvPr/>
        </p:nvSpPr>
        <p:spPr>
          <a:xfrm>
            <a:off x="3016464" y="2021997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Relationship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Linking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0" name="Google Shape;779;p97">
            <a:extLst>
              <a:ext uri="{FF2B5EF4-FFF2-40B4-BE49-F238E27FC236}">
                <a16:creationId xmlns:a16="http://schemas.microsoft.com/office/drawing/2014/main" id="{08C90832-727F-3189-A21E-AE1E0A30D5E8}"/>
              </a:ext>
            </a:extLst>
          </p:cNvPr>
          <p:cNvSpPr>
            <a:spLocks noChangeAspect="1"/>
          </p:cNvSpPr>
          <p:nvPr/>
        </p:nvSpPr>
        <p:spPr>
          <a:xfrm>
            <a:off x="9241510" y="394712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rgbClr val="7858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AgentFlow</a:t>
            </a:r>
            <a:endParaRPr sz="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1" name="Google Shape;780;p97">
            <a:extLst>
              <a:ext uri="{FF2B5EF4-FFF2-40B4-BE49-F238E27FC236}">
                <a16:creationId xmlns:a16="http://schemas.microsoft.com/office/drawing/2014/main" id="{67C7FAC4-C0F1-EF23-1E8F-ABE861718336}"/>
              </a:ext>
            </a:extLst>
          </p:cNvPr>
          <p:cNvSpPr>
            <a:spLocks noChangeAspect="1"/>
          </p:cNvSpPr>
          <p:nvPr/>
        </p:nvSpPr>
        <p:spPr>
          <a:xfrm>
            <a:off x="6445049" y="393611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Zero Copy Integration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2" name="Google Shape;781;p97">
            <a:extLst>
              <a:ext uri="{FF2B5EF4-FFF2-40B4-BE49-F238E27FC236}">
                <a16:creationId xmlns:a16="http://schemas.microsoft.com/office/drawing/2014/main" id="{D5BF4DBB-69AB-936E-2B67-7D238C61C46A}"/>
              </a:ext>
            </a:extLst>
          </p:cNvPr>
          <p:cNvSpPr>
            <a:spLocks noChangeAspect="1"/>
          </p:cNvSpPr>
          <p:nvPr/>
        </p:nvSpPr>
        <p:spPr>
          <a:xfrm>
            <a:off x="6434582" y="204133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Interaction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3" name="Google Shape;782;p97">
            <a:extLst>
              <a:ext uri="{FF2B5EF4-FFF2-40B4-BE49-F238E27FC236}">
                <a16:creationId xmlns:a16="http://schemas.microsoft.com/office/drawing/2014/main" id="{F8BEA39E-3D15-38E8-6B73-A98455DA9C1C}"/>
              </a:ext>
            </a:extLst>
          </p:cNvPr>
          <p:cNvSpPr>
            <a:spLocks noChangeAspect="1"/>
          </p:cNvSpPr>
          <p:nvPr/>
        </p:nvSpPr>
        <p:spPr>
          <a:xfrm>
            <a:off x="3841712" y="251328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Hierarchy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Mgmt.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4" name="Google Shape;783;p97">
            <a:extLst>
              <a:ext uri="{FF2B5EF4-FFF2-40B4-BE49-F238E27FC236}">
                <a16:creationId xmlns:a16="http://schemas.microsoft.com/office/drawing/2014/main" id="{B15B1E67-CBA5-D9E4-6E20-184F7BA1E512}"/>
              </a:ext>
            </a:extLst>
          </p:cNvPr>
          <p:cNvSpPr>
            <a:spLocks noChangeAspect="1"/>
          </p:cNvSpPr>
          <p:nvPr/>
        </p:nvSpPr>
        <p:spPr>
          <a:xfrm>
            <a:off x="3830599" y="344916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91425" rIns="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Householding</a:t>
            </a:r>
            <a:endParaRPr sz="800" dirty="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&amp; Grouping</a:t>
            </a:r>
            <a:endParaRPr sz="800" dirty="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5" name="Google Shape;784;p97">
            <a:extLst>
              <a:ext uri="{FF2B5EF4-FFF2-40B4-BE49-F238E27FC236}">
                <a16:creationId xmlns:a16="http://schemas.microsoft.com/office/drawing/2014/main" id="{5DEE0D78-1AAE-E5F7-78AA-8633E9FED766}"/>
              </a:ext>
            </a:extLst>
          </p:cNvPr>
          <p:cNvSpPr>
            <a:spLocks noChangeAspect="1"/>
          </p:cNvSpPr>
          <p:nvPr/>
        </p:nvSpPr>
        <p:spPr>
          <a:xfrm>
            <a:off x="2182809" y="435957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Governance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6" name="Google Shape;785;p97">
            <a:extLst>
              <a:ext uri="{FF2B5EF4-FFF2-40B4-BE49-F238E27FC236}">
                <a16:creationId xmlns:a16="http://schemas.microsoft.com/office/drawing/2014/main" id="{643A9D0A-A2B1-FAF5-A65B-A609C04DD24E}"/>
              </a:ext>
            </a:extLst>
          </p:cNvPr>
          <p:cNvSpPr>
            <a:spLocks noChangeAspect="1"/>
          </p:cNvSpPr>
          <p:nvPr/>
        </p:nvSpPr>
        <p:spPr>
          <a:xfrm>
            <a:off x="7591706" y="39535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MCP Server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7" name="Google Shape;786;p97">
            <a:extLst>
              <a:ext uri="{FF2B5EF4-FFF2-40B4-BE49-F238E27FC236}">
                <a16:creationId xmlns:a16="http://schemas.microsoft.com/office/drawing/2014/main" id="{38EE5B0A-1D83-7E0F-A67C-20C5EC5C1FE9}"/>
              </a:ext>
            </a:extLst>
          </p:cNvPr>
          <p:cNvSpPr>
            <a:spLocks noChangeAspect="1"/>
          </p:cNvSpPr>
          <p:nvPr/>
        </p:nvSpPr>
        <p:spPr>
          <a:xfrm>
            <a:off x="8435289" y="442005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Agent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Marketplace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8" name="Google Shape;787;p97">
            <a:extLst>
              <a:ext uri="{FF2B5EF4-FFF2-40B4-BE49-F238E27FC236}">
                <a16:creationId xmlns:a16="http://schemas.microsoft.com/office/drawing/2014/main" id="{A9BE8228-E339-F73A-F3AF-1ABE1C78D837}"/>
              </a:ext>
            </a:extLst>
          </p:cNvPr>
          <p:cNvSpPr>
            <a:spLocks noChangeAspect="1"/>
          </p:cNvSpPr>
          <p:nvPr/>
        </p:nvSpPr>
        <p:spPr>
          <a:xfrm>
            <a:off x="8198652" y="299410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 Delivery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Network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9" name="Google Shape;788;p97">
            <a:extLst>
              <a:ext uri="{FF2B5EF4-FFF2-40B4-BE49-F238E27FC236}">
                <a16:creationId xmlns:a16="http://schemas.microsoft.com/office/drawing/2014/main" id="{C3524EDE-CE76-DCAA-A7C0-16554048077B}"/>
              </a:ext>
            </a:extLst>
          </p:cNvPr>
          <p:cNvSpPr>
            <a:spLocks noChangeAspect="1"/>
          </p:cNvSpPr>
          <p:nvPr/>
        </p:nvSpPr>
        <p:spPr>
          <a:xfrm>
            <a:off x="9006043" y="250152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Business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Critical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0" name="Google Shape;798;p97">
            <a:extLst>
              <a:ext uri="{FF2B5EF4-FFF2-40B4-BE49-F238E27FC236}">
                <a16:creationId xmlns:a16="http://schemas.microsoft.com/office/drawing/2014/main" id="{F932BD49-DC3F-9477-3936-285ABB27314A}"/>
              </a:ext>
            </a:extLst>
          </p:cNvPr>
          <p:cNvSpPr>
            <a:spLocks noChangeAspect="1"/>
          </p:cNvSpPr>
          <p:nvPr/>
        </p:nvSpPr>
        <p:spPr>
          <a:xfrm>
            <a:off x="8178790" y="2032466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Identity 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Builder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1" name="Google Shape;799;p97">
            <a:extLst>
              <a:ext uri="{FF2B5EF4-FFF2-40B4-BE49-F238E27FC236}">
                <a16:creationId xmlns:a16="http://schemas.microsoft.com/office/drawing/2014/main" id="{5BF371C1-89DF-80DA-045B-C9319DE32F3F}"/>
              </a:ext>
            </a:extLst>
          </p:cNvPr>
          <p:cNvSpPr>
            <a:spLocks noChangeAspect="1"/>
          </p:cNvSpPr>
          <p:nvPr/>
        </p:nvSpPr>
        <p:spPr>
          <a:xfrm>
            <a:off x="7365988" y="251328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 w="9525" cap="flat" cmpd="sng">
            <a:solidFill>
              <a:srgbClr val="F3F3F3"/>
            </a:solidFill>
            <a:prstDash val="solid"/>
            <a:round/>
            <a:headEnd type="none" w="sm" len="sm"/>
            <a:tailEnd type="none" w="sm" len="sm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Data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Sharing</a:t>
            </a:r>
            <a:endParaRPr sz="80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3" name="Google Shape;770;p97">
            <a:extLst>
              <a:ext uri="{FF2B5EF4-FFF2-40B4-BE49-F238E27FC236}">
                <a16:creationId xmlns:a16="http://schemas.microsoft.com/office/drawing/2014/main" id="{DAEFFAB3-5A7D-CF96-83FE-0537C2B8BADF}"/>
              </a:ext>
            </a:extLst>
          </p:cNvPr>
          <p:cNvSpPr>
            <a:spLocks noChangeAspect="1"/>
          </p:cNvSpPr>
          <p:nvPr/>
        </p:nvSpPr>
        <p:spPr>
          <a:xfrm>
            <a:off x="6434582" y="2988725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91440" rIns="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 dirty="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Segmentation</a:t>
            </a:r>
            <a:endParaRPr sz="800" dirty="0">
              <a:solidFill>
                <a:schemeClr val="bg1">
                  <a:lumMod val="50000"/>
                </a:schemeClr>
              </a:solidFill>
              <a:latin typeface="Libre Franklin ExtraLight"/>
              <a:ea typeface="Libre Franklin ExtraLight"/>
              <a:cs typeface="Libre Franklin ExtraLight"/>
              <a:sym typeface="Libre Franklin ExtraLight"/>
            </a:endParaRPr>
          </a:p>
        </p:txBody>
      </p:sp>
      <p:sp>
        <p:nvSpPr>
          <p:cNvPr id="44" name="Google Shape;788;p97">
            <a:extLst>
              <a:ext uri="{FF2B5EF4-FFF2-40B4-BE49-F238E27FC236}">
                <a16:creationId xmlns:a16="http://schemas.microsoft.com/office/drawing/2014/main" id="{976956ED-76B2-8A77-3A06-9AC8E50D6C23}"/>
              </a:ext>
            </a:extLst>
          </p:cNvPr>
          <p:cNvSpPr>
            <a:spLocks noChangeAspect="1"/>
          </p:cNvSpPr>
          <p:nvPr/>
        </p:nvSpPr>
        <p:spPr>
          <a:xfrm>
            <a:off x="9006043" y="1548504"/>
            <a:ext cx="1062720" cy="920880"/>
          </a:xfrm>
          <a:prstGeom prst="hexagon">
            <a:avLst>
              <a:gd name="adj" fmla="val 28852"/>
              <a:gd name="vf" fmla="val 115470"/>
            </a:avLst>
          </a:prstGeom>
          <a:solidFill>
            <a:schemeClr val="bg1">
              <a:lumMod val="85000"/>
            </a:schemeClr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45720" tIns="91425" rIns="45720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Private 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dirty="0">
                <a:solidFill>
                  <a:schemeClr val="bg1">
                    <a:lumMod val="50000"/>
                  </a:schemeClr>
                </a:solidFill>
                <a:latin typeface="Libre Franklin"/>
                <a:ea typeface="Libre Franklin"/>
                <a:cs typeface="Libre Franklin"/>
                <a:sym typeface="Libre Franklin"/>
              </a:rPr>
              <a:t>Link</a:t>
            </a:r>
            <a:endParaRPr sz="800" dirty="0">
              <a:solidFill>
                <a:schemeClr val="bg1">
                  <a:lumMod val="50000"/>
                </a:schemeClr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12190976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443190-D1C7-2B50-6980-B53E46ECEE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Exercise 0 : </a:t>
            </a:r>
            <a:br>
              <a:rPr lang="en-US" noProof="1"/>
            </a:br>
            <a:r>
              <a:rPr lang="en-US" noProof="1"/>
              <a:t>		Login to SAP Reltio</a:t>
            </a:r>
          </a:p>
        </p:txBody>
      </p:sp>
    </p:spTree>
    <p:extLst>
      <p:ext uri="{BB962C8B-B14F-4D97-AF65-F5344CB8AC3E}">
        <p14:creationId xmlns:p14="http://schemas.microsoft.com/office/powerpoint/2010/main" val="23968342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3B9008-1A70-18BA-9B0C-1801EFAA9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6C2FD4-45C6-CD71-987B-568580250B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Exercise 1 : </a:t>
            </a:r>
            <a:br>
              <a:rPr lang="en-US" noProof="1"/>
            </a:br>
            <a:r>
              <a:rPr lang="en-US" noProof="1"/>
              <a:t>		Loading Data</a:t>
            </a:r>
          </a:p>
        </p:txBody>
      </p:sp>
    </p:spTree>
    <p:extLst>
      <p:ext uri="{BB962C8B-B14F-4D97-AF65-F5344CB8AC3E}">
        <p14:creationId xmlns:p14="http://schemas.microsoft.com/office/powerpoint/2010/main" val="34383734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6C735-7B28-3451-6DB7-1CA1C4F9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2848E1-5E59-86E0-9067-730272D3433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Exercise 2:</a:t>
            </a:r>
            <a:br>
              <a:rPr lang="en-US" noProof="1"/>
            </a:br>
            <a:r>
              <a:rPr lang="en-US" noProof="1"/>
              <a:t>		Searching Data</a:t>
            </a:r>
          </a:p>
        </p:txBody>
      </p:sp>
    </p:spTree>
    <p:extLst>
      <p:ext uri="{BB962C8B-B14F-4D97-AF65-F5344CB8AC3E}">
        <p14:creationId xmlns:p14="http://schemas.microsoft.com/office/powerpoint/2010/main" val="13530782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AE62D-2170-C688-21CE-3335CF86D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604DE8-C1B7-27BE-FDD1-DE632DEFD3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noProof="1"/>
              <a:t>Exercise 3 : </a:t>
            </a:r>
            <a:br>
              <a:rPr lang="en-US" noProof="1"/>
            </a:br>
            <a:r>
              <a:rPr lang="en-US" noProof="1"/>
              <a:t>		Data Unification</a:t>
            </a:r>
          </a:p>
        </p:txBody>
      </p:sp>
    </p:spTree>
    <p:extLst>
      <p:ext uri="{BB962C8B-B14F-4D97-AF65-F5344CB8AC3E}">
        <p14:creationId xmlns:p14="http://schemas.microsoft.com/office/powerpoint/2010/main" val="3231124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B51187E-64DD-2EA6-A3B3-871157F4D9DD}"/>
              </a:ext>
            </a:extLst>
          </p:cNvPr>
          <p:cNvSpPr/>
          <p:nvPr/>
        </p:nvSpPr>
        <p:spPr bwMode="gray">
          <a:xfrm>
            <a:off x="4428309" y="1188720"/>
            <a:ext cx="6701245" cy="5355771"/>
          </a:xfrm>
          <a:prstGeom prst="roundRect">
            <a:avLst>
              <a:gd name="adj" fmla="val 2765"/>
            </a:avLst>
          </a:prstGeom>
          <a:solidFill>
            <a:schemeClr val="accent6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0" dirty="0" err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D868B6-46F5-2184-37F9-1095E809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Understanding SAP Reltio’s Data Unification</a:t>
            </a:r>
          </a:p>
        </p:txBody>
      </p:sp>
      <p:sp>
        <p:nvSpPr>
          <p:cNvPr id="5" name="Google Shape;881;p146">
            <a:extLst>
              <a:ext uri="{FF2B5EF4-FFF2-40B4-BE49-F238E27FC236}">
                <a16:creationId xmlns:a16="http://schemas.microsoft.com/office/drawing/2014/main" id="{9B705A6F-FD75-107E-D549-5F0B3988164F}"/>
              </a:ext>
            </a:extLst>
          </p:cNvPr>
          <p:cNvSpPr txBox="1">
            <a:spLocks/>
          </p:cNvSpPr>
          <p:nvPr/>
        </p:nvSpPr>
        <p:spPr bwMode="gray">
          <a:xfrm>
            <a:off x="504000" y="1817250"/>
            <a:ext cx="3245039" cy="3223500"/>
          </a:xfrm>
          <a:prstGeom prst="rect">
            <a:avLst/>
          </a:prstGeom>
          <a:noFill/>
        </p:spPr>
        <p:txBody>
          <a:bodyPr spcFirstLastPara="1" vert="horz" wrap="square" lIns="0" tIns="0" rIns="0" bIns="0" rtlCol="0" anchor="t" anchorCtr="0">
            <a:noAutofit/>
          </a:bodyPr>
          <a:lstStyle>
            <a:lvl1pPr marL="0" indent="0" algn="ctr" defTabSz="1088558" rtl="0" eaLnBrk="1" latinLnBrk="0" hangingPunct="1">
              <a:spcBef>
                <a:spcPts val="600"/>
              </a:spcBef>
              <a:buClrTx/>
              <a:buSzPct val="100000"/>
              <a:buFont typeface="Arial" panose="020B0604020202020204" pitchFamily="34" charset="0"/>
              <a:buChar char="​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52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04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"/>
              <a:defRPr lang="en-US" sz="16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756000" indent="-25200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Wingdings" panose="05000000000000000000" pitchFamily="2" charset="2"/>
              <a:buChar char=""/>
              <a:defRPr sz="14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​"/>
              <a:defRPr sz="1400" b="0" i="0" kern="1200" baseline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0" indent="0" algn="l" defTabSz="1088558" rtl="0" eaLnBrk="1" latinLnBrk="0" hangingPunct="1">
              <a:lnSpc>
                <a:spcPct val="120000"/>
              </a:lnSpc>
              <a:spcBef>
                <a:spcPts val="600"/>
              </a:spcBef>
              <a:buFont typeface="Arial" panose="020B0604020202020204" pitchFamily="34" charset="0"/>
              <a:buChar char="​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1088558" rtl="0" eaLnBrk="1" latinLnBrk="0" hangingPunct="1">
              <a:lnSpc>
                <a:spcPct val="120000"/>
              </a:lnSpc>
              <a:spcBef>
                <a:spcPts val="300"/>
              </a:spcBef>
              <a:buFont typeface="Arial" pitchFamily="34" charset="0"/>
              <a:buChar char="​"/>
              <a:defRPr sz="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7pPr>
            <a:lvl8pPr marL="0" indent="0" algn="l" defTabSz="1088558" rtl="0" eaLnBrk="1" latinLnBrk="0" hangingPunct="1">
              <a:lnSpc>
                <a:spcPct val="120000"/>
              </a:lnSpc>
              <a:spcBef>
                <a:spcPts val="600"/>
              </a:spcBef>
              <a:buFont typeface="Arial" pitchFamily="34" charset="0"/>
              <a:buChar char="​"/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1088558" rtl="0" eaLnBrk="1" latinLnBrk="0" hangingPunct="1">
              <a:spcBef>
                <a:spcPts val="600"/>
              </a:spcBef>
              <a:buFont typeface="Arial" pitchFamily="34" charset="0"/>
              <a:buChar char="​"/>
              <a:defRPr sz="3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9pPr>
          </a:lstStyle>
          <a:p>
            <a:pPr marL="139700" algn="l">
              <a:spcBef>
                <a:spcPts val="1000"/>
              </a:spcBef>
              <a:buClr>
                <a:schemeClr val="dk1"/>
              </a:buClr>
              <a:buSzPts val="1400"/>
              <a:buNone/>
            </a:pPr>
            <a:r>
              <a:rPr lang="en-US" dirty="0">
                <a:latin typeface="Libre Franklin Medium"/>
                <a:ea typeface="Libre Franklin Medium"/>
                <a:cs typeface="Libre Franklin Medium"/>
                <a:sym typeface="Libre Franklin Medium"/>
              </a:rPr>
              <a:t>Matching:</a:t>
            </a:r>
            <a:r>
              <a:rPr lang="en-US" dirty="0"/>
              <a:t> Rule-based control, plus Reltio Flexible Entity Resolution Networks™ (FERN) for LLM-powered matching at scale</a:t>
            </a:r>
          </a:p>
          <a:p>
            <a:pPr marL="139700" algn="l">
              <a:spcBef>
                <a:spcPts val="1000"/>
              </a:spcBef>
              <a:buClr>
                <a:schemeClr val="dk1"/>
              </a:buClr>
              <a:buSzPts val="1400"/>
              <a:buNone/>
            </a:pPr>
            <a:endParaRPr lang="en-US" dirty="0">
              <a:latin typeface="Libre Franklin Medium"/>
              <a:ea typeface="Libre Franklin Medium"/>
              <a:cs typeface="Libre Franklin Medium"/>
              <a:sym typeface="Libre Franklin Medium"/>
            </a:endParaRPr>
          </a:p>
          <a:p>
            <a:pPr marL="139700" algn="l">
              <a:spcBef>
                <a:spcPts val="1000"/>
              </a:spcBef>
              <a:buClr>
                <a:schemeClr val="dk1"/>
              </a:buClr>
              <a:buSzPts val="1400"/>
              <a:buNone/>
            </a:pPr>
            <a:r>
              <a:rPr lang="en-US" dirty="0">
                <a:latin typeface="Libre Franklin Medium"/>
                <a:ea typeface="Libre Franklin Medium"/>
                <a:cs typeface="Libre Franklin Medium"/>
                <a:sym typeface="Libre Franklin Medium"/>
              </a:rPr>
              <a:t>Survivorship: </a:t>
            </a:r>
            <a:r>
              <a:rPr lang="en-US" dirty="0"/>
              <a:t>The best, most trustworthy value from every source wins the golden record</a:t>
            </a:r>
          </a:p>
          <a:p>
            <a:pPr marL="139700" algn="l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None/>
            </a:pPr>
            <a:endParaRPr lang="en-US" dirty="0">
              <a:latin typeface="Libre Franklin Medium"/>
              <a:ea typeface="Libre Franklin Medium"/>
              <a:cs typeface="Libre Franklin Medium"/>
              <a:sym typeface="Libre Franklin Medium"/>
            </a:endParaRPr>
          </a:p>
          <a:p>
            <a:pPr marL="139700" algn="l"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None/>
            </a:pPr>
            <a:r>
              <a:rPr lang="en-US" dirty="0">
                <a:latin typeface="Libre Franklin Medium"/>
                <a:ea typeface="Libre Franklin Medium"/>
                <a:cs typeface="Libre Franklin Medium"/>
                <a:sym typeface="Libre Franklin Medium"/>
              </a:rPr>
              <a:t>Reltio ID: </a:t>
            </a:r>
            <a:r>
              <a:rPr lang="en-US" dirty="0"/>
              <a:t>One persistent identifier per entity, for life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9FA4B46-8CEF-9645-E1E7-F09BFF8707A5}"/>
              </a:ext>
            </a:extLst>
          </p:cNvPr>
          <p:cNvSpPr txBox="1"/>
          <p:nvPr/>
        </p:nvSpPr>
        <p:spPr>
          <a:xfrm>
            <a:off x="5018370" y="1456661"/>
            <a:ext cx="2154436" cy="1216615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u="sng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Source = Customer Service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ID: 45GBh8K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John Smith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Shipping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100 Main Street, Suite 100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94105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Phone – (415) 555-1212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DE0FEC-33D8-40CC-AE8C-A4A7355CBCF6}"/>
              </a:ext>
            </a:extLst>
          </p:cNvPr>
          <p:cNvSpPr txBox="1"/>
          <p:nvPr/>
        </p:nvSpPr>
        <p:spPr>
          <a:xfrm>
            <a:off x="5018370" y="2864182"/>
            <a:ext cx="2154436" cy="1687033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u="sng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Source = Marketing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ID: 880920172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J.L. Smith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Male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Shipping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100 Main Street, Suite 100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94105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Income: USD $150K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(415) 555-1212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 err="1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jlsmith@email.com</a:t>
            </a:r>
            <a:endParaRPr lang="en-US" sz="1000" kern="0" dirty="0">
              <a:solidFill>
                <a:schemeClr val="bg1"/>
              </a:solidFill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BEF0B5-63B4-4DE0-8580-482DF8C06C7F}"/>
              </a:ext>
            </a:extLst>
          </p:cNvPr>
          <p:cNvSpPr txBox="1"/>
          <p:nvPr/>
        </p:nvSpPr>
        <p:spPr>
          <a:xfrm>
            <a:off x="5018370" y="4742121"/>
            <a:ext cx="2154436" cy="1481101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u="sng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Source = Finance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ID: A009872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John Smith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Shipping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100 Main Street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94105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Billing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P.O. Box 1234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94015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9A14D2-87B6-3686-64E2-FE122C9D9198}"/>
              </a:ext>
            </a:extLst>
          </p:cNvPr>
          <p:cNvSpPr txBox="1"/>
          <p:nvPr/>
        </p:nvSpPr>
        <p:spPr>
          <a:xfrm>
            <a:off x="8852058" y="1936042"/>
            <a:ext cx="2154436" cy="3543312"/>
          </a:xfrm>
          <a:prstGeom prst="rect">
            <a:avLst/>
          </a:prstGeom>
          <a:noFill/>
          <a:ln w="28575"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u="sng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Merged Record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Reltio ID: 4bii9K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John L. Smith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Male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Income: USD 150K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Shipping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100 Main Street, Suite 100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94105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Phone – (415) 555-1212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endParaRPr lang="en-US" sz="1000" kern="0" dirty="0">
              <a:solidFill>
                <a:schemeClr val="bg1"/>
              </a:solidFill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Billing Address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P.O. Box 1234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San Francisco, CA 94015</a:t>
            </a: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jlsmith@email.com</a:t>
            </a:r>
            <a:endParaRPr lang="en-US" sz="1000" kern="0" dirty="0">
              <a:solidFill>
                <a:schemeClr val="bg1"/>
              </a:solidFill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endParaRPr lang="en-US" sz="1000" kern="0" dirty="0">
              <a:solidFill>
                <a:schemeClr val="bg1"/>
              </a:solidFill>
              <a:latin typeface="72 Brand" panose="020B0504030603020204" pitchFamily="34" charset="0"/>
              <a:ea typeface="72 Brand" pitchFamily="34" charset="-128"/>
              <a:cs typeface="72 Brand" pitchFamily="34" charset="-128"/>
            </a:endParaRPr>
          </a:p>
          <a:p>
            <a:pPr algn="l"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u="sng" kern="0" dirty="0" err="1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CrossWalk</a:t>
            </a:r>
            <a:r>
              <a:rPr lang="en-US" sz="1000" u="sng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 IDs:</a:t>
            </a:r>
          </a:p>
          <a:p>
            <a:pPr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Customer Service - 45GBh8K</a:t>
            </a:r>
          </a:p>
          <a:p>
            <a:pPr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Marketing – 880920172</a:t>
            </a:r>
          </a:p>
          <a:p>
            <a:pPr fontAlgn="base">
              <a:spcBef>
                <a:spcPts val="240"/>
              </a:spcBef>
              <a:spcAft>
                <a:spcPct val="0"/>
              </a:spcAft>
              <a:buClr>
                <a:schemeClr val="tx1"/>
              </a:buClr>
              <a:buSzPct val="100000"/>
            </a:pPr>
            <a:r>
              <a:rPr lang="en-US" sz="1000" kern="0" dirty="0">
                <a:solidFill>
                  <a:schemeClr val="bg1"/>
                </a:solidFill>
                <a:latin typeface="72 Brand" panose="020B0504030603020204" pitchFamily="34" charset="0"/>
                <a:ea typeface="72 Brand" pitchFamily="34" charset="-128"/>
                <a:cs typeface="72 Brand" pitchFamily="34" charset="-128"/>
              </a:rPr>
              <a:t>Finance - A009872</a:t>
            </a:r>
          </a:p>
        </p:txBody>
      </p: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A0EE1219-2415-09A8-3AB7-AEEA1A475967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7172806" y="2064969"/>
            <a:ext cx="1679252" cy="1642729"/>
          </a:xfrm>
          <a:prstGeom prst="bentConnector3">
            <a:avLst/>
          </a:prstGeom>
          <a:ln w="50800">
            <a:solidFill>
              <a:schemeClr val="bg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48EB4F2C-F52B-4D9D-D478-59AEAED210A6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 flipV="1">
            <a:off x="7172806" y="3707698"/>
            <a:ext cx="1679252" cy="1774974"/>
          </a:xfrm>
          <a:prstGeom prst="bentConnector3">
            <a:avLst/>
          </a:prstGeom>
          <a:ln w="50800">
            <a:solidFill>
              <a:schemeClr val="bg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36A3A1D0-B748-5DFF-2CF5-4651AFAD8ADD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7172806" y="3707698"/>
            <a:ext cx="1679252" cy="1"/>
          </a:xfrm>
          <a:prstGeom prst="bentConnector3">
            <a:avLst/>
          </a:prstGeom>
          <a:ln w="50800">
            <a:solidFill>
              <a:schemeClr val="bg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488991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94CC2-0AF6-9408-A681-61626AB56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3238" y="2781300"/>
            <a:ext cx="4765675" cy="646112"/>
          </a:xfrm>
        </p:spPr>
        <p:txBody>
          <a:bodyPr wrap="square" anchor="ctr">
            <a:noAutofit/>
          </a:bodyPr>
          <a:lstStyle/>
          <a:p>
            <a:r>
              <a:rPr lang="en-US" noProof="1"/>
              <a:t>Join the conversation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43B6FE8B-5C71-799C-6309-CAFCD817D4F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38" y="3725638"/>
            <a:ext cx="4765675" cy="393925"/>
          </a:xfrm>
        </p:spPr>
        <p:txBody>
          <a:bodyPr/>
          <a:lstStyle/>
          <a:p>
            <a:r>
              <a:rPr lang="en-US" noProof="1"/>
              <a:t>You ask. We answer.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079797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80640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F962AA-F2BE-ADCF-2676-115FBFE8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Text with icons</a:t>
            </a:r>
          </a:p>
        </p:txBody>
      </p:sp>
      <p:pic>
        <p:nvPicPr>
          <p:cNvPr id="9" name="Graphic 8" descr="ID 299247 - monitor with book in top right">
            <a:extLst>
              <a:ext uri="{FF2B5EF4-FFF2-40B4-BE49-F238E27FC236}">
                <a16:creationId xmlns:a16="http://schemas.microsoft.com/office/drawing/2014/main" id="{4D5BBA7D-F40D-47FB-D813-753351F551F1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>
            <a:fillRect/>
          </a:stretch>
        </p:blipFill>
        <p:spPr>
          <a:xfrm>
            <a:off x="504001" y="1514809"/>
            <a:ext cx="329184" cy="329184"/>
          </a:xfrm>
          <a:prstGeom prst="rect">
            <a:avLst/>
          </a:prstGeom>
        </p:spPr>
      </p:pic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F4D22782-09B9-3FB7-F823-ED1D6AD97EEA}"/>
              </a:ext>
            </a:extLst>
          </p:cNvPr>
          <p:cNvSpPr txBox="1">
            <a:spLocks/>
          </p:cNvSpPr>
          <p:nvPr/>
        </p:nvSpPr>
        <p:spPr bwMode="black">
          <a:xfrm>
            <a:off x="504001" y="1942474"/>
            <a:ext cx="3559999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Learning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85B6467-5AEA-471E-21C1-92B661485985}"/>
              </a:ext>
            </a:extLst>
          </p:cNvPr>
          <p:cNvSpPr txBox="1">
            <a:spLocks/>
          </p:cNvSpPr>
          <p:nvPr/>
        </p:nvSpPr>
        <p:spPr bwMode="black">
          <a:xfrm>
            <a:off x="504001" y="2279046"/>
            <a:ext cx="3559999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pic>
        <p:nvPicPr>
          <p:cNvPr id="53" name="Graphic 34" descr="ID 299063 - lightbulb">
            <a:extLst>
              <a:ext uri="{FF2B5EF4-FFF2-40B4-BE49-F238E27FC236}">
                <a16:creationId xmlns:a16="http://schemas.microsoft.com/office/drawing/2014/main" id="{2B8448C5-D04F-DC2A-C6CD-0BAEF6C1687E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/>
          <a:stretch>
            <a:fillRect/>
          </a:stretch>
        </p:blipFill>
        <p:spPr>
          <a:xfrm>
            <a:off x="4316413" y="1514809"/>
            <a:ext cx="329184" cy="329184"/>
          </a:xfrm>
          <a:prstGeom prst="rect">
            <a:avLst/>
          </a:prstGeom>
        </p:spPr>
      </p:pic>
      <p:sp>
        <p:nvSpPr>
          <p:cNvPr id="34" name="Text Placeholder 2">
            <a:extLst>
              <a:ext uri="{FF2B5EF4-FFF2-40B4-BE49-F238E27FC236}">
                <a16:creationId xmlns:a16="http://schemas.microsoft.com/office/drawing/2014/main" id="{93476E9F-AC75-88F0-2D0F-ED5ED88D5E7D}"/>
              </a:ext>
            </a:extLst>
          </p:cNvPr>
          <p:cNvSpPr txBox="1">
            <a:spLocks/>
          </p:cNvSpPr>
          <p:nvPr/>
        </p:nvSpPr>
        <p:spPr bwMode="black">
          <a:xfrm>
            <a:off x="4316413" y="1942474"/>
            <a:ext cx="3560762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Innovation</a:t>
            </a:r>
          </a:p>
        </p:txBody>
      </p:sp>
      <p:sp>
        <p:nvSpPr>
          <p:cNvPr id="33" name="Text Placeholder 2">
            <a:extLst>
              <a:ext uri="{FF2B5EF4-FFF2-40B4-BE49-F238E27FC236}">
                <a16:creationId xmlns:a16="http://schemas.microsoft.com/office/drawing/2014/main" id="{41A1A10B-3B92-E20C-7EBE-F1804A4D6A00}"/>
              </a:ext>
            </a:extLst>
          </p:cNvPr>
          <p:cNvSpPr txBox="1">
            <a:spLocks/>
          </p:cNvSpPr>
          <p:nvPr/>
        </p:nvSpPr>
        <p:spPr bwMode="black">
          <a:xfrm>
            <a:off x="4316412" y="2279046"/>
            <a:ext cx="3558513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pic>
        <p:nvPicPr>
          <p:cNvPr id="56" name="Graphic 44" descr="ID 298800 - three people figures in a huddle">
            <a:extLst>
              <a:ext uri="{FF2B5EF4-FFF2-40B4-BE49-F238E27FC236}">
                <a16:creationId xmlns:a16="http://schemas.microsoft.com/office/drawing/2014/main" id="{2DF7DB54-CDEA-1BDE-7AA0-F5FD144FF914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>
            <a:fillRect/>
          </a:stretch>
        </p:blipFill>
        <p:spPr>
          <a:xfrm>
            <a:off x="8121607" y="1514809"/>
            <a:ext cx="329184" cy="329184"/>
          </a:xfrm>
          <a:prstGeom prst="rect">
            <a:avLst/>
          </a:prstGeom>
        </p:spPr>
      </p:pic>
      <p:sp>
        <p:nvSpPr>
          <p:cNvPr id="44" name="Text Placeholder 2">
            <a:extLst>
              <a:ext uri="{FF2B5EF4-FFF2-40B4-BE49-F238E27FC236}">
                <a16:creationId xmlns:a16="http://schemas.microsoft.com/office/drawing/2014/main" id="{5D4249FE-873C-B51C-3FFA-38AE1C34A06A}"/>
              </a:ext>
            </a:extLst>
          </p:cNvPr>
          <p:cNvSpPr txBox="1">
            <a:spLocks/>
          </p:cNvSpPr>
          <p:nvPr/>
        </p:nvSpPr>
        <p:spPr bwMode="black">
          <a:xfrm>
            <a:off x="8127133" y="1942474"/>
            <a:ext cx="3558512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Culture</a:t>
            </a:r>
          </a:p>
        </p:txBody>
      </p:sp>
      <p:sp>
        <p:nvSpPr>
          <p:cNvPr id="43" name="Text Placeholder 2">
            <a:extLst>
              <a:ext uri="{FF2B5EF4-FFF2-40B4-BE49-F238E27FC236}">
                <a16:creationId xmlns:a16="http://schemas.microsoft.com/office/drawing/2014/main" id="{B0EC4917-7E24-1771-86DB-4225D7DFD914}"/>
              </a:ext>
            </a:extLst>
          </p:cNvPr>
          <p:cNvSpPr txBox="1">
            <a:spLocks/>
          </p:cNvSpPr>
          <p:nvPr/>
        </p:nvSpPr>
        <p:spPr bwMode="black">
          <a:xfrm>
            <a:off x="8127132" y="2279046"/>
            <a:ext cx="3558513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pic>
        <p:nvPicPr>
          <p:cNvPr id="59" name="Graphic 29" descr="ID 299192 - person in the middle of a circle">
            <a:extLst>
              <a:ext uri="{FF2B5EF4-FFF2-40B4-BE49-F238E27FC236}">
                <a16:creationId xmlns:a16="http://schemas.microsoft.com/office/drawing/2014/main" id="{9DB40B84-35F0-F879-C6C1-9440318E7A9A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504001" y="3971466"/>
            <a:ext cx="329184" cy="329184"/>
          </a:xfrm>
          <a:prstGeom prst="rect">
            <a:avLst/>
          </a:prstGeom>
        </p:spPr>
      </p:pic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D56A8F4A-F013-2541-5053-41DA2E165414}"/>
              </a:ext>
            </a:extLst>
          </p:cNvPr>
          <p:cNvSpPr txBox="1">
            <a:spLocks/>
          </p:cNvSpPr>
          <p:nvPr/>
        </p:nvSpPr>
        <p:spPr bwMode="black">
          <a:xfrm>
            <a:off x="504001" y="4399131"/>
            <a:ext cx="3559999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Benefits</a:t>
            </a:r>
          </a:p>
        </p:txBody>
      </p:sp>
      <p:sp>
        <p:nvSpPr>
          <p:cNvPr id="28" name="Text Placeholder 2">
            <a:extLst>
              <a:ext uri="{FF2B5EF4-FFF2-40B4-BE49-F238E27FC236}">
                <a16:creationId xmlns:a16="http://schemas.microsoft.com/office/drawing/2014/main" id="{EEE5457B-EEAC-8677-229C-84E6199C21AF}"/>
              </a:ext>
            </a:extLst>
          </p:cNvPr>
          <p:cNvSpPr txBox="1">
            <a:spLocks/>
          </p:cNvSpPr>
          <p:nvPr/>
        </p:nvSpPr>
        <p:spPr bwMode="black">
          <a:xfrm>
            <a:off x="504001" y="4735703"/>
            <a:ext cx="3558512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pic>
        <p:nvPicPr>
          <p:cNvPr id="62" name="Graphic 39" descr="ID 298970 - target with arrow shot through the middle">
            <a:extLst>
              <a:ext uri="{FF2B5EF4-FFF2-40B4-BE49-F238E27FC236}">
                <a16:creationId xmlns:a16="http://schemas.microsoft.com/office/drawing/2014/main" id="{EB13E20E-5EA4-B512-9EB1-A9FF6FECA5C6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4316413" y="3971466"/>
            <a:ext cx="329184" cy="329184"/>
          </a:xfrm>
          <a:prstGeom prst="rect">
            <a:avLst/>
          </a:prstGeom>
        </p:spPr>
      </p:pic>
      <p:sp>
        <p:nvSpPr>
          <p:cNvPr id="39" name="Text Placeholder 2">
            <a:extLst>
              <a:ext uri="{FF2B5EF4-FFF2-40B4-BE49-F238E27FC236}">
                <a16:creationId xmlns:a16="http://schemas.microsoft.com/office/drawing/2014/main" id="{5837CACF-9224-70AE-8963-E47489CFF4A7}"/>
              </a:ext>
            </a:extLst>
          </p:cNvPr>
          <p:cNvSpPr txBox="1">
            <a:spLocks/>
          </p:cNvSpPr>
          <p:nvPr/>
        </p:nvSpPr>
        <p:spPr bwMode="black">
          <a:xfrm>
            <a:off x="4316413" y="4399131"/>
            <a:ext cx="3558512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Goals</a:t>
            </a:r>
          </a:p>
        </p:txBody>
      </p:sp>
      <p:sp>
        <p:nvSpPr>
          <p:cNvPr id="38" name="Text Placeholder 2">
            <a:extLst>
              <a:ext uri="{FF2B5EF4-FFF2-40B4-BE49-F238E27FC236}">
                <a16:creationId xmlns:a16="http://schemas.microsoft.com/office/drawing/2014/main" id="{D9BE9B1F-8CE3-DCFB-404E-EEB4B5590378}"/>
              </a:ext>
            </a:extLst>
          </p:cNvPr>
          <p:cNvSpPr txBox="1">
            <a:spLocks/>
          </p:cNvSpPr>
          <p:nvPr/>
        </p:nvSpPr>
        <p:spPr bwMode="black">
          <a:xfrm>
            <a:off x="4316413" y="4735703"/>
            <a:ext cx="3558512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pic>
        <p:nvPicPr>
          <p:cNvPr id="65" name="Graphic 49" descr="ID 299422 - book with plus symbol at lower right">
            <a:extLst>
              <a:ext uri="{FF2B5EF4-FFF2-40B4-BE49-F238E27FC236}">
                <a16:creationId xmlns:a16="http://schemas.microsoft.com/office/drawing/2014/main" id="{D34189E3-1015-54FC-FBE4-8E16F73E0CAE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8121607" y="3971466"/>
            <a:ext cx="329184" cy="329184"/>
          </a:xfrm>
          <a:prstGeom prst="rect">
            <a:avLst/>
          </a:prstGeom>
        </p:spPr>
      </p:pic>
      <p:sp>
        <p:nvSpPr>
          <p:cNvPr id="49" name="Text Placeholder 2">
            <a:extLst>
              <a:ext uri="{FF2B5EF4-FFF2-40B4-BE49-F238E27FC236}">
                <a16:creationId xmlns:a16="http://schemas.microsoft.com/office/drawing/2014/main" id="{86315225-7042-6FC7-0D2F-1280E34441CA}"/>
              </a:ext>
            </a:extLst>
          </p:cNvPr>
          <p:cNvSpPr txBox="1">
            <a:spLocks/>
          </p:cNvSpPr>
          <p:nvPr/>
        </p:nvSpPr>
        <p:spPr bwMode="black">
          <a:xfrm>
            <a:off x="8127133" y="4399131"/>
            <a:ext cx="3558515" cy="329344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600" noProof="1">
                <a:latin typeface="72 Brand Medium" panose="020B0604030603020204" pitchFamily="34" charset="0"/>
              </a:rPr>
              <a:t>Lesson learned</a:t>
            </a:r>
          </a:p>
        </p:txBody>
      </p:sp>
      <p:sp>
        <p:nvSpPr>
          <p:cNvPr id="48" name="Text Placeholder 2">
            <a:extLst>
              <a:ext uri="{FF2B5EF4-FFF2-40B4-BE49-F238E27FC236}">
                <a16:creationId xmlns:a16="http://schemas.microsoft.com/office/drawing/2014/main" id="{EBFDD1A2-64BB-9DF2-7A88-001D45FDEDAE}"/>
              </a:ext>
            </a:extLst>
          </p:cNvPr>
          <p:cNvSpPr txBox="1">
            <a:spLocks/>
          </p:cNvSpPr>
          <p:nvPr/>
        </p:nvSpPr>
        <p:spPr bwMode="black">
          <a:xfrm>
            <a:off x="8127133" y="4735703"/>
            <a:ext cx="3558513" cy="1186776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  <a:buFont typeface="Arial" panose="020B0604020202020204" pitchFamily="34" charset="0"/>
            </a:pPr>
            <a:r>
              <a:rPr lang="en-US" sz="1400" noProof="1"/>
              <a:t>Elitr, sed diam nonumy eirmod tempor invidunt ut labore et dolore magna aliquyam erat, sed diam voluptua. At vero eos et accusam et justo duo dolores et ea rebum. </a:t>
            </a:r>
            <a:endParaRPr lang="en-US" noProof="1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0F69CFF3-EAC9-3093-7718-085C5BAF7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7877176" y="6952560"/>
            <a:ext cx="4317999" cy="730799"/>
          </a:xfrm>
          <a:prstGeom prst="rect">
            <a:avLst/>
          </a:prstGeom>
          <a:solidFill>
            <a:schemeClr val="accent5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800" kern="0" noProof="1">
                <a:solidFill>
                  <a:schemeClr val="bg1"/>
                </a:solidFill>
                <a:latin typeface="+mn-lt"/>
                <a:ea typeface="72 Brand" pitchFamily="34" charset="-128"/>
                <a:cs typeface="72 Brand" pitchFamily="34" charset="-128"/>
              </a:rPr>
              <a:t>Use icons in Indigo for content that’s related to AI/Joule</a:t>
            </a: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7402560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2804-9016-858F-AB61-0EBB4FCE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Roadmap</a:t>
            </a:r>
          </a:p>
        </p:txBody>
      </p:sp>
      <p:sp>
        <p:nvSpPr>
          <p:cNvPr id="37" name="Rectangle 4">
            <a:extLst>
              <a:ext uri="{FF2B5EF4-FFF2-40B4-BE49-F238E27FC236}">
                <a16:creationId xmlns:a16="http://schemas.microsoft.com/office/drawing/2014/main" id="{6DE1C57E-31D3-9784-BC5C-A5157E8944BC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505626" y="1566001"/>
            <a:ext cx="5604004" cy="321278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90000"/>
              </a:lnSpc>
              <a:buSzPct val="100000"/>
              <a:buFont typeface="Arial" panose="020B0604020202020204" pitchFamily="34" charset="0"/>
            </a:pPr>
            <a:r>
              <a:rPr lang="en-US" sz="1600" noProof="1"/>
              <a:t>&lt;Project or program name&gt; – program road map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30E8D7-38AE-31FB-F541-2BD457EA8D4A}"/>
              </a:ext>
            </a:extLst>
          </p:cNvPr>
          <p:cNvSpPr txBox="1">
            <a:spLocks/>
          </p:cNvSpPr>
          <p:nvPr/>
        </p:nvSpPr>
        <p:spPr bwMode="black">
          <a:xfrm>
            <a:off x="504000" y="1980670"/>
            <a:ext cx="2678400" cy="360000"/>
          </a:xfrm>
          <a:prstGeom prst="roundRect">
            <a:avLst>
              <a:gd name="adj" fmla="val 50000"/>
            </a:avLst>
          </a:prstGeom>
          <a:solidFill>
            <a:srgbClr val="B894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ct val="100000"/>
              <a:buFont typeface="Arial" panose="020B0604020202020204" pitchFamily="34" charset="0"/>
            </a:pPr>
            <a:r>
              <a:rPr lang="en-US" sz="1800" noProof="1">
                <a:solidFill>
                  <a:schemeClr val="bg1"/>
                </a:solidFill>
                <a:latin typeface="72 Brand Medium" panose="020B0604030603020204" pitchFamily="34" charset="0"/>
              </a:rPr>
              <a:t>Q1/2026</a:t>
            </a:r>
            <a:endParaRPr lang="en-US" noProof="1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9FA2B0-7AC0-766C-5801-5D798F3891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49847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B894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28B09A-D195-716F-6B7F-FFFF066DF6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144303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B894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D97016-468A-E2A5-6775-45413B7F04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238759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B894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39" name="Oval 28">
            <a:extLst>
              <a:ext uri="{FF2B5EF4-FFF2-40B4-BE49-F238E27FC236}">
                <a16:creationId xmlns:a16="http://schemas.microsoft.com/office/drawing/2014/main" id="{34A0B0A1-2946-D8ED-E9FF-1EA9C63D563F}"/>
              </a:ext>
            </a:extLst>
          </p:cNvPr>
          <p:cNvSpPr>
            <a:spLocks noChangeArrowheads="1"/>
          </p:cNvSpPr>
          <p:nvPr>
            <p:custDataLst>
              <p:tags r:id="rId3"/>
            </p:custDataLst>
          </p:nvPr>
        </p:nvSpPr>
        <p:spPr bwMode="gray">
          <a:xfrm>
            <a:off x="505625" y="2712403"/>
            <a:ext cx="209416" cy="209417"/>
          </a:xfrm>
          <a:prstGeom prst="ellipse">
            <a:avLst/>
          </a:prstGeom>
          <a:solidFill>
            <a:schemeClr val="tx1"/>
          </a:solidFill>
          <a:ln w="12700" algn="ctr">
            <a:noFill/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>
              <a:buClrTx/>
              <a:buSzTx/>
              <a:buFontTx/>
              <a:buNone/>
            </a:pPr>
            <a:r>
              <a:rPr lang="en-US" sz="1067" noProof="1">
                <a:solidFill>
                  <a:schemeClr val="bg1"/>
                </a:solidFill>
                <a:latin typeface="72 Brand" panose="020B0504030603020204" pitchFamily="34" charset="0"/>
              </a:rPr>
              <a:t>0</a:t>
            </a:r>
          </a:p>
        </p:txBody>
      </p:sp>
      <p:sp>
        <p:nvSpPr>
          <p:cNvPr id="40" name="Text Placeholder 6">
            <a:extLst>
              <a:ext uri="{FF2B5EF4-FFF2-40B4-BE49-F238E27FC236}">
                <a16:creationId xmlns:a16="http://schemas.microsoft.com/office/drawing/2014/main" id="{CA414FED-CEB7-474F-5DBD-DA03A2F30A76}"/>
              </a:ext>
            </a:extLst>
          </p:cNvPr>
          <p:cNvSpPr txBox="1">
            <a:spLocks/>
          </p:cNvSpPr>
          <p:nvPr/>
        </p:nvSpPr>
        <p:spPr bwMode="gray">
          <a:xfrm>
            <a:off x="505626" y="3024647"/>
            <a:ext cx="1527755" cy="260871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spcBef>
                <a:spcPts val="1620"/>
              </a:spcBef>
              <a:buClr>
                <a:schemeClr val="accent1"/>
              </a:buClr>
              <a:buSzPct val="80000"/>
              <a:tabLst>
                <a:tab pos="2172201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Program initiation and ramp-up</a:t>
            </a:r>
          </a:p>
        </p:txBody>
      </p:sp>
      <p:sp>
        <p:nvSpPr>
          <p:cNvPr id="42" name="Chevron 32">
            <a:extLst>
              <a:ext uri="{FF2B5EF4-FFF2-40B4-BE49-F238E27FC236}">
                <a16:creationId xmlns:a16="http://schemas.microsoft.com/office/drawing/2014/main" id="{ACE1F305-D64C-5E2A-1896-BE4220630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2252932" y="3054472"/>
            <a:ext cx="180000" cy="288000"/>
          </a:xfrm>
          <a:prstGeom prst="chevron">
            <a:avLst>
              <a:gd name="adj" fmla="val 67604"/>
            </a:avLst>
          </a:prstGeom>
          <a:solidFill>
            <a:srgbClr val="B894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58" name="Text Placeholder 6">
            <a:extLst>
              <a:ext uri="{FF2B5EF4-FFF2-40B4-BE49-F238E27FC236}">
                <a16:creationId xmlns:a16="http://schemas.microsoft.com/office/drawing/2014/main" id="{C4E3FBC7-690A-3D19-DEC5-0B42F88B7A16}"/>
              </a:ext>
            </a:extLst>
          </p:cNvPr>
          <p:cNvSpPr txBox="1">
            <a:spLocks/>
          </p:cNvSpPr>
          <p:nvPr/>
        </p:nvSpPr>
        <p:spPr bwMode="gray">
          <a:xfrm>
            <a:off x="1921830" y="3981801"/>
            <a:ext cx="884611" cy="184617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Analysis</a:t>
            </a:r>
          </a:p>
        </p:txBody>
      </p:sp>
      <p:sp>
        <p:nvSpPr>
          <p:cNvPr id="60" name="Chevron 72">
            <a:extLst>
              <a:ext uri="{FF2B5EF4-FFF2-40B4-BE49-F238E27FC236}">
                <a16:creationId xmlns:a16="http://schemas.microsoft.com/office/drawing/2014/main" id="{DB40BB6F-4543-99F4-4460-B12A84FD5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2953441" y="3920161"/>
            <a:ext cx="180000" cy="288000"/>
          </a:xfrm>
          <a:prstGeom prst="chevron">
            <a:avLst>
              <a:gd name="adj" fmla="val 67604"/>
            </a:avLst>
          </a:prstGeom>
          <a:solidFill>
            <a:srgbClr val="B894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52" name="Oval 28">
            <a:extLst>
              <a:ext uri="{FF2B5EF4-FFF2-40B4-BE49-F238E27FC236}">
                <a16:creationId xmlns:a16="http://schemas.microsoft.com/office/drawing/2014/main" id="{9C1312FE-F96D-BD65-D761-47D4BF6F2AB5}"/>
              </a:ext>
            </a:extLst>
          </p:cNvPr>
          <p:cNvSpPr>
            <a:spLocks noChangeArrowheads="1"/>
          </p:cNvSpPr>
          <p:nvPr>
            <p:custDataLst>
              <p:tags r:id="rId4"/>
            </p:custDataLst>
          </p:nvPr>
        </p:nvSpPr>
        <p:spPr bwMode="gray">
          <a:xfrm>
            <a:off x="2703642" y="2712403"/>
            <a:ext cx="209416" cy="209417"/>
          </a:xfrm>
          <a:prstGeom prst="ellipse">
            <a:avLst/>
          </a:prstGeom>
          <a:solidFill>
            <a:schemeClr val="tx1"/>
          </a:solidFill>
          <a:ln w="12700" algn="ctr">
            <a:noFill/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>
              <a:buClrTx/>
              <a:buSzTx/>
              <a:buFontTx/>
              <a:buNone/>
            </a:pPr>
            <a:r>
              <a:rPr lang="en-US" sz="1067" noProof="1">
                <a:solidFill>
                  <a:schemeClr val="bg1"/>
                </a:solidFill>
                <a:latin typeface="72 Brand" panose="020B0504030603020204" pitchFamily="34" charset="0"/>
              </a:rPr>
              <a:t>1</a:t>
            </a:r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90AC7FF5-49BF-F70E-C815-384D30130695}"/>
              </a:ext>
            </a:extLst>
          </p:cNvPr>
          <p:cNvSpPr txBox="1">
            <a:spLocks/>
          </p:cNvSpPr>
          <p:nvPr/>
        </p:nvSpPr>
        <p:spPr bwMode="gray">
          <a:xfrm>
            <a:off x="2726671" y="3024647"/>
            <a:ext cx="2554848" cy="26087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Solution design phase</a:t>
            </a:r>
          </a:p>
        </p:txBody>
      </p:sp>
      <p:sp>
        <p:nvSpPr>
          <p:cNvPr id="45" name="Chevron 38">
            <a:extLst>
              <a:ext uri="{FF2B5EF4-FFF2-40B4-BE49-F238E27FC236}">
                <a16:creationId xmlns:a16="http://schemas.microsoft.com/office/drawing/2014/main" id="{0962F248-6BE9-5D36-7608-103AFDFE7D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091227" y="3054466"/>
            <a:ext cx="180000" cy="288000"/>
          </a:xfrm>
          <a:prstGeom prst="chevron">
            <a:avLst>
              <a:gd name="adj" fmla="val 67604"/>
            </a:avLst>
          </a:prstGeom>
          <a:solidFill>
            <a:srgbClr val="9B76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62FDA73D-B413-898B-C7B8-BD62722605FF}"/>
              </a:ext>
            </a:extLst>
          </p:cNvPr>
          <p:cNvSpPr txBox="1">
            <a:spLocks/>
          </p:cNvSpPr>
          <p:nvPr/>
        </p:nvSpPr>
        <p:spPr bwMode="black">
          <a:xfrm>
            <a:off x="3336743" y="1980670"/>
            <a:ext cx="2678400" cy="360000"/>
          </a:xfrm>
          <a:prstGeom prst="roundRect">
            <a:avLst>
              <a:gd name="adj" fmla="val 50000"/>
            </a:avLst>
          </a:prstGeom>
          <a:solidFill>
            <a:srgbClr val="9B76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ct val="100000"/>
              <a:buFont typeface="Arial" panose="020B0604020202020204" pitchFamily="34" charset="0"/>
            </a:pPr>
            <a:r>
              <a:rPr lang="en-US" sz="1800" noProof="1">
                <a:solidFill>
                  <a:schemeClr val="bg1"/>
                </a:solidFill>
                <a:latin typeface="72 Brand Medium" panose="020B0604030603020204" pitchFamily="34" charset="0"/>
              </a:rPr>
              <a:t>Q2/2026</a:t>
            </a:r>
            <a:endParaRPr lang="en-US" noProof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3C9A98-0520-C630-BEEC-0450A8CEEA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333215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9B76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4A951D-3252-B05E-4E50-5640797F9C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427671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9B76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95114A6-EE44-E1B6-3AD2-C5D0F593E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22127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9B76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62" name="Text Placeholder 6">
            <a:extLst>
              <a:ext uri="{FF2B5EF4-FFF2-40B4-BE49-F238E27FC236}">
                <a16:creationId xmlns:a16="http://schemas.microsoft.com/office/drawing/2014/main" id="{AEBCB1DB-49DE-727A-A99F-4929548B11D7}"/>
              </a:ext>
            </a:extLst>
          </p:cNvPr>
          <p:cNvSpPr txBox="1">
            <a:spLocks/>
          </p:cNvSpPr>
          <p:nvPr/>
        </p:nvSpPr>
        <p:spPr bwMode="gray">
          <a:xfrm>
            <a:off x="2936979" y="4323516"/>
            <a:ext cx="1158463" cy="184617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Blueprinting</a:t>
            </a:r>
          </a:p>
        </p:txBody>
      </p:sp>
      <p:sp>
        <p:nvSpPr>
          <p:cNvPr id="64" name="Chevron 80">
            <a:extLst>
              <a:ext uri="{FF2B5EF4-FFF2-40B4-BE49-F238E27FC236}">
                <a16:creationId xmlns:a16="http://schemas.microsoft.com/office/drawing/2014/main" id="{A97FC525-037D-3C42-E1C1-1C9BFCB1BC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091227" y="4261875"/>
            <a:ext cx="180000" cy="288000"/>
          </a:xfrm>
          <a:prstGeom prst="chevron">
            <a:avLst>
              <a:gd name="adj" fmla="val 67604"/>
            </a:avLst>
          </a:prstGeom>
          <a:solidFill>
            <a:srgbClr val="9B76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66" name="Text Placeholder 6">
            <a:extLst>
              <a:ext uri="{FF2B5EF4-FFF2-40B4-BE49-F238E27FC236}">
                <a16:creationId xmlns:a16="http://schemas.microsoft.com/office/drawing/2014/main" id="{553F99DC-EDEB-A066-15E0-600806EDEFC6}"/>
              </a:ext>
            </a:extLst>
          </p:cNvPr>
          <p:cNvSpPr txBox="1">
            <a:spLocks/>
          </p:cNvSpPr>
          <p:nvPr/>
        </p:nvSpPr>
        <p:spPr bwMode="gray">
          <a:xfrm>
            <a:off x="3581899" y="4592378"/>
            <a:ext cx="1480923" cy="369236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1620"/>
              </a:spcBef>
              <a:buClr>
                <a:schemeClr val="accent1"/>
              </a:buClr>
              <a:buSzPct val="80000"/>
              <a:tabLst>
                <a:tab pos="2172201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Design and technical feasibility</a:t>
            </a:r>
          </a:p>
        </p:txBody>
      </p:sp>
      <p:sp>
        <p:nvSpPr>
          <p:cNvPr id="53" name="Oval 28">
            <a:extLst>
              <a:ext uri="{FF2B5EF4-FFF2-40B4-BE49-F238E27FC236}">
                <a16:creationId xmlns:a16="http://schemas.microsoft.com/office/drawing/2014/main" id="{219974AB-6A77-B42F-E1B1-924E53753E7C}"/>
              </a:ext>
            </a:extLst>
          </p:cNvPr>
          <p:cNvSpPr>
            <a:spLocks noChangeArrowheads="1"/>
          </p:cNvSpPr>
          <p:nvPr>
            <p:custDataLst>
              <p:tags r:id="rId5"/>
            </p:custDataLst>
          </p:nvPr>
        </p:nvSpPr>
        <p:spPr bwMode="gray">
          <a:xfrm>
            <a:off x="5563540" y="2712403"/>
            <a:ext cx="209416" cy="209417"/>
          </a:xfrm>
          <a:prstGeom prst="ellipse">
            <a:avLst/>
          </a:prstGeom>
          <a:solidFill>
            <a:schemeClr val="tx1"/>
          </a:solidFill>
          <a:ln w="12700" algn="ctr">
            <a:noFill/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>
              <a:buClrTx/>
              <a:buSzTx/>
              <a:buFontTx/>
              <a:buNone/>
            </a:pPr>
            <a:r>
              <a:rPr lang="en-US" sz="1067" noProof="1">
                <a:solidFill>
                  <a:schemeClr val="bg1"/>
                </a:solidFill>
                <a:latin typeface="72 Brand" panose="020B0504030603020204" pitchFamily="34" charset="0"/>
              </a:rPr>
              <a:t>2</a:t>
            </a:r>
          </a:p>
        </p:txBody>
      </p:sp>
      <p:sp>
        <p:nvSpPr>
          <p:cNvPr id="70" name="Text Placeholder 6">
            <a:extLst>
              <a:ext uri="{FF2B5EF4-FFF2-40B4-BE49-F238E27FC236}">
                <a16:creationId xmlns:a16="http://schemas.microsoft.com/office/drawing/2014/main" id="{BC594C6B-2232-F293-877D-8B1A9E420C07}"/>
              </a:ext>
            </a:extLst>
          </p:cNvPr>
          <p:cNvSpPr txBox="1">
            <a:spLocks/>
          </p:cNvSpPr>
          <p:nvPr/>
        </p:nvSpPr>
        <p:spPr bwMode="gray">
          <a:xfrm>
            <a:off x="5263602" y="5150628"/>
            <a:ext cx="1158464" cy="184617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Implementation</a:t>
            </a:r>
          </a:p>
        </p:txBody>
      </p:sp>
      <p:sp>
        <p:nvSpPr>
          <p:cNvPr id="72" name="Chevron 92">
            <a:extLst>
              <a:ext uri="{FF2B5EF4-FFF2-40B4-BE49-F238E27FC236}">
                <a16:creationId xmlns:a16="http://schemas.microsoft.com/office/drawing/2014/main" id="{FDA84488-CCA7-ABBF-5BB8-3F06E1A25F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335032" y="5088986"/>
            <a:ext cx="180000" cy="288000"/>
          </a:xfrm>
          <a:prstGeom prst="chevron">
            <a:avLst>
              <a:gd name="adj" fmla="val 67604"/>
            </a:avLst>
          </a:prstGeom>
          <a:solidFill>
            <a:srgbClr val="7858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2E3E5108-BF13-2E66-970E-31309B78CF2B}"/>
              </a:ext>
            </a:extLst>
          </p:cNvPr>
          <p:cNvSpPr txBox="1">
            <a:spLocks/>
          </p:cNvSpPr>
          <p:nvPr/>
        </p:nvSpPr>
        <p:spPr bwMode="black">
          <a:xfrm>
            <a:off x="6169486" y="1980670"/>
            <a:ext cx="2678400" cy="360000"/>
          </a:xfrm>
          <a:prstGeom prst="roundRect">
            <a:avLst>
              <a:gd name="adj" fmla="val 50000"/>
            </a:avLst>
          </a:prstGeom>
          <a:solidFill>
            <a:srgbClr val="7858FF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ct val="100000"/>
              <a:buFont typeface="Arial" panose="020B0604020202020204" pitchFamily="34" charset="0"/>
            </a:pPr>
            <a:r>
              <a:rPr lang="en-US" sz="1800" noProof="1">
                <a:solidFill>
                  <a:schemeClr val="bg1"/>
                </a:solidFill>
                <a:latin typeface="72 Brand Medium" panose="020B0604030603020204" pitchFamily="34" charset="0"/>
              </a:rPr>
              <a:t>Q3/2026</a:t>
            </a:r>
            <a:endParaRPr lang="en-US" noProof="1">
              <a:solidFill>
                <a:schemeClr val="bg1"/>
              </a:solidFill>
            </a:endParaRPr>
          </a:p>
        </p:txBody>
      </p:sp>
      <p:sp>
        <p:nvSpPr>
          <p:cNvPr id="68" name="Chevron 86">
            <a:extLst>
              <a:ext uri="{FF2B5EF4-FFF2-40B4-BE49-F238E27FC236}">
                <a16:creationId xmlns:a16="http://schemas.microsoft.com/office/drawing/2014/main" id="{39C68151-7431-BDD0-0CA9-79F5C40A9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091227" y="4712747"/>
            <a:ext cx="180000" cy="288000"/>
          </a:xfrm>
          <a:prstGeom prst="chevron">
            <a:avLst>
              <a:gd name="adj" fmla="val 67604"/>
            </a:avLst>
          </a:prstGeom>
          <a:solidFill>
            <a:srgbClr val="9B76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9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FA76C83-4075-BC77-7BDD-D8B00924E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616583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7858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D338A9-836B-9496-D81A-F46CF7E115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711039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7858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46EF933-EBA9-492E-4B27-E904822EFD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05495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7858FF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F016538D-60C8-F755-9270-D4D5F576B730}"/>
              </a:ext>
            </a:extLst>
          </p:cNvPr>
          <p:cNvSpPr txBox="1">
            <a:spLocks/>
          </p:cNvSpPr>
          <p:nvPr/>
        </p:nvSpPr>
        <p:spPr bwMode="gray">
          <a:xfrm>
            <a:off x="5586565" y="3024647"/>
            <a:ext cx="2602620" cy="26087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Implementation phase</a:t>
            </a:r>
          </a:p>
        </p:txBody>
      </p:sp>
      <p:sp>
        <p:nvSpPr>
          <p:cNvPr id="48" name="Chevron 43">
            <a:extLst>
              <a:ext uri="{FF2B5EF4-FFF2-40B4-BE49-F238E27FC236}">
                <a16:creationId xmlns:a16="http://schemas.microsoft.com/office/drawing/2014/main" id="{6209A8FB-9769-CAAD-27E1-A54B162049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335032" y="3054466"/>
            <a:ext cx="180000" cy="288000"/>
          </a:xfrm>
          <a:prstGeom prst="chevron">
            <a:avLst>
              <a:gd name="adj" fmla="val 67604"/>
            </a:avLst>
          </a:prstGeom>
          <a:solidFill>
            <a:srgbClr val="7858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74" name="Text Placeholder 6">
            <a:extLst>
              <a:ext uri="{FF2B5EF4-FFF2-40B4-BE49-F238E27FC236}">
                <a16:creationId xmlns:a16="http://schemas.microsoft.com/office/drawing/2014/main" id="{BC26A3AB-BD1F-C167-1D0D-5708B0FFBB12}"/>
              </a:ext>
            </a:extLst>
          </p:cNvPr>
          <p:cNvSpPr txBox="1">
            <a:spLocks/>
          </p:cNvSpPr>
          <p:nvPr/>
        </p:nvSpPr>
        <p:spPr bwMode="gray">
          <a:xfrm>
            <a:off x="7305846" y="5561417"/>
            <a:ext cx="884611" cy="184617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Testing</a:t>
            </a:r>
          </a:p>
        </p:txBody>
      </p:sp>
      <p:sp>
        <p:nvSpPr>
          <p:cNvPr id="76" name="Chevron 97">
            <a:extLst>
              <a:ext uri="{FF2B5EF4-FFF2-40B4-BE49-F238E27FC236}">
                <a16:creationId xmlns:a16="http://schemas.microsoft.com/office/drawing/2014/main" id="{E36E6389-1AD5-FE71-C259-3620112E7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335032" y="5499777"/>
            <a:ext cx="180000" cy="288000"/>
          </a:xfrm>
          <a:prstGeom prst="chevron">
            <a:avLst>
              <a:gd name="adj" fmla="val 67604"/>
            </a:avLst>
          </a:prstGeom>
          <a:solidFill>
            <a:srgbClr val="7858FF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77" name="AutoShape 39" descr="Q-Gates, Steering Committee Decisions">
            <a:extLst>
              <a:ext uri="{FF2B5EF4-FFF2-40B4-BE49-F238E27FC236}">
                <a16:creationId xmlns:a16="http://schemas.microsoft.com/office/drawing/2014/main" id="{5BFEBCAA-5360-C7C0-2954-1E6F0FD4FDD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>
            <p:custDataLst>
              <p:tags r:id="rId6"/>
            </p:custDataLst>
          </p:nvPr>
        </p:nvSpPr>
        <p:spPr bwMode="gray">
          <a:xfrm>
            <a:off x="8530525" y="5551718"/>
            <a:ext cx="180000" cy="180000"/>
          </a:xfrm>
          <a:prstGeom prst="diamond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</p:spPr>
        <p:txBody>
          <a:bodyPr wrap="none" lIns="108825" tIns="54412" rIns="108825" bIns="54412" anchor="ctr"/>
          <a:lstStyle/>
          <a:p>
            <a:pPr marL="290951" indent="-290951"/>
            <a:endParaRPr lang="en-US" sz="1799" noProof="1">
              <a:latin typeface="72 Brand" panose="020B0504030603020204" pitchFamily="34" charset="0"/>
            </a:endParaRPr>
          </a:p>
        </p:txBody>
      </p:sp>
      <p:sp>
        <p:nvSpPr>
          <p:cNvPr id="26" name="Text Placeholder 2">
            <a:extLst>
              <a:ext uri="{FF2B5EF4-FFF2-40B4-BE49-F238E27FC236}">
                <a16:creationId xmlns:a16="http://schemas.microsoft.com/office/drawing/2014/main" id="{5F575571-803F-5D48-AD97-D87557FD9C27}"/>
              </a:ext>
            </a:extLst>
          </p:cNvPr>
          <p:cNvSpPr txBox="1">
            <a:spLocks/>
          </p:cNvSpPr>
          <p:nvPr/>
        </p:nvSpPr>
        <p:spPr bwMode="black">
          <a:xfrm>
            <a:off x="9002229" y="1980670"/>
            <a:ext cx="2678400" cy="360000"/>
          </a:xfrm>
          <a:prstGeom prst="roundRect">
            <a:avLst>
              <a:gd name="adj" fmla="val 50000"/>
            </a:avLst>
          </a:prstGeom>
          <a:solidFill>
            <a:srgbClr val="470CED"/>
          </a:solidFill>
        </p:spPr>
        <p:txBody>
          <a:bodyPr vert="horz" lIns="0" tIns="0" rIns="0" bIns="0" rtlCol="0" anchor="ctr" anchorCtr="0">
            <a:noAutofit/>
          </a:bodyPr>
          <a:lstStyle>
            <a:lvl1pPr marL="0" indent="0" algn="l" defTabSz="1088558" rtl="0" eaLnBrk="1" latinLnBrk="0" hangingPunct="1">
              <a:spcBef>
                <a:spcPts val="1800"/>
              </a:spcBef>
              <a:buClrTx/>
              <a:buSzPct val="80000"/>
              <a:buFont typeface="72 Brand" panose="02000000000000000000" pitchFamily="2" charset="0"/>
              <a:buChar char="​"/>
              <a:defRPr sz="20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79964" indent="-179964" algn="l" defTabSz="1088558" rtl="0" eaLnBrk="1" latinLnBrk="0" hangingPunct="1">
              <a:spcBef>
                <a:spcPts val="6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58775" indent="-179388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100000"/>
              <a:buFont typeface="Arial" panose="020B0604020202020204" pitchFamily="34" charset="0"/>
              <a:buChar char="–"/>
              <a:defRPr lang="en-US" sz="1800" b="0" i="0" kern="1200" noProof="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39892" indent="-179964" algn="l" defTabSz="1088558" rtl="0" eaLnBrk="1" latinLnBrk="0" hangingPunct="1">
              <a:spcBef>
                <a:spcPts val="300"/>
              </a:spcBef>
              <a:buClr>
                <a:schemeClr val="tx1"/>
              </a:buClr>
              <a:buSzPct val="80000"/>
              <a:buFont typeface="Courier New" panose="02070309020205020404" pitchFamily="49" charset="0"/>
              <a:buChar char="o"/>
              <a:defRPr sz="1600" b="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19856" indent="-179964" algn="l" defTabSz="1088558" rtl="0" eaLnBrk="1" latinLnBrk="0" hangingPunct="1">
              <a:spcBef>
                <a:spcPts val="100"/>
              </a:spcBef>
              <a:buClr>
                <a:schemeClr val="tx1"/>
              </a:buClr>
              <a:buSzPct val="100000"/>
              <a:buFont typeface="Symbol" panose="05050102010706020507" pitchFamily="18" charset="2"/>
              <a:buChar char="-"/>
              <a:defRPr sz="14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993535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537814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08209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626373" indent="-272140" algn="l" defTabSz="1088558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SzPct val="100000"/>
              <a:buFont typeface="Arial" panose="020B0604020202020204" pitchFamily="34" charset="0"/>
            </a:pPr>
            <a:r>
              <a:rPr lang="en-US" sz="1800" noProof="1">
                <a:solidFill>
                  <a:schemeClr val="bg1"/>
                </a:solidFill>
                <a:latin typeface="72 Brand Medium" panose="020B0604030603020204" pitchFamily="34" charset="0"/>
              </a:rPr>
              <a:t>Q4/2026</a:t>
            </a:r>
            <a:endParaRPr lang="en-US" noProof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C62039C-311F-D813-582B-A51788C4AF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99951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470CED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EDDCCAD-61BD-2DB7-B396-EF2641EB0C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9944074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470CED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8C19989-A205-97A0-C55C-1159DAD448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10888629" y="2405771"/>
            <a:ext cx="792000" cy="108000"/>
          </a:xfrm>
          <a:prstGeom prst="roundRect">
            <a:avLst>
              <a:gd name="adj" fmla="val 50000"/>
            </a:avLst>
          </a:prstGeom>
          <a:solidFill>
            <a:srgbClr val="470CED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algn="ctr" defTabSz="914400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00" kern="0" noProof="1">
              <a:latin typeface="+mn-lt"/>
            </a:endParaRPr>
          </a:p>
        </p:txBody>
      </p:sp>
      <p:sp>
        <p:nvSpPr>
          <p:cNvPr id="54" name="Oval 28">
            <a:extLst>
              <a:ext uri="{FF2B5EF4-FFF2-40B4-BE49-F238E27FC236}">
                <a16:creationId xmlns:a16="http://schemas.microsoft.com/office/drawing/2014/main" id="{F70F984C-E1A3-CF65-0007-947DD072EEC9}"/>
              </a:ext>
            </a:extLst>
          </p:cNvPr>
          <p:cNvSpPr>
            <a:spLocks noChangeArrowheads="1"/>
          </p:cNvSpPr>
          <p:nvPr>
            <p:custDataLst>
              <p:tags r:id="rId7"/>
            </p:custDataLst>
          </p:nvPr>
        </p:nvSpPr>
        <p:spPr bwMode="gray">
          <a:xfrm>
            <a:off x="8642188" y="2712403"/>
            <a:ext cx="209416" cy="209417"/>
          </a:xfrm>
          <a:prstGeom prst="ellipse">
            <a:avLst/>
          </a:prstGeom>
          <a:solidFill>
            <a:schemeClr val="tx1"/>
          </a:solidFill>
          <a:ln w="12700" algn="ctr">
            <a:noFill/>
            <a:round/>
            <a:headEnd/>
            <a:tailEnd/>
          </a:ln>
        </p:spPr>
        <p:txBody>
          <a:bodyPr wrap="none" lIns="0" tIns="0" rIns="0" bIns="0" anchor="ctr"/>
          <a:lstStyle/>
          <a:p>
            <a:pPr algn="ctr">
              <a:buClrTx/>
              <a:buSzTx/>
              <a:buFontTx/>
              <a:buNone/>
            </a:pPr>
            <a:r>
              <a:rPr lang="en-US" sz="1067" noProof="1">
                <a:solidFill>
                  <a:schemeClr val="bg1"/>
                </a:solidFill>
                <a:latin typeface="72 Brand" panose="020B0504030603020204" pitchFamily="34" charset="0"/>
              </a:rPr>
              <a:t>3</a:t>
            </a:r>
          </a:p>
        </p:txBody>
      </p:sp>
      <p:sp>
        <p:nvSpPr>
          <p:cNvPr id="49" name="Text Placeholder 6">
            <a:extLst>
              <a:ext uri="{FF2B5EF4-FFF2-40B4-BE49-F238E27FC236}">
                <a16:creationId xmlns:a16="http://schemas.microsoft.com/office/drawing/2014/main" id="{1D486CED-DB8D-5525-F230-249DA1B346EA}"/>
              </a:ext>
            </a:extLst>
          </p:cNvPr>
          <p:cNvSpPr txBox="1">
            <a:spLocks/>
          </p:cNvSpPr>
          <p:nvPr/>
        </p:nvSpPr>
        <p:spPr bwMode="gray">
          <a:xfrm>
            <a:off x="8665215" y="3024647"/>
            <a:ext cx="2619877" cy="260870"/>
          </a:xfrm>
          <a:prstGeom prst="rect">
            <a:avLst/>
          </a:prstGeom>
        </p:spPr>
        <p:txBody>
          <a:bodyPr lIns="0" tIns="0" rIns="0" bIns="0" anchor="ctr"/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Rollout phase</a:t>
            </a:r>
          </a:p>
        </p:txBody>
      </p:sp>
      <p:sp>
        <p:nvSpPr>
          <p:cNvPr id="51" name="Chevron 47">
            <a:extLst>
              <a:ext uri="{FF2B5EF4-FFF2-40B4-BE49-F238E27FC236}">
                <a16:creationId xmlns:a16="http://schemas.microsoft.com/office/drawing/2014/main" id="{3D563F2A-7232-B437-F731-0E6C805A8E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11508226" y="3054466"/>
            <a:ext cx="180000" cy="288000"/>
          </a:xfrm>
          <a:prstGeom prst="chevron">
            <a:avLst>
              <a:gd name="adj" fmla="val 67604"/>
            </a:avLst>
          </a:prstGeom>
          <a:solidFill>
            <a:srgbClr val="470CED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79" name="Text Placeholder 6">
            <a:extLst>
              <a:ext uri="{FF2B5EF4-FFF2-40B4-BE49-F238E27FC236}">
                <a16:creationId xmlns:a16="http://schemas.microsoft.com/office/drawing/2014/main" id="{1BDF8C65-7CED-A590-5888-E3B8669BA357}"/>
              </a:ext>
            </a:extLst>
          </p:cNvPr>
          <p:cNvSpPr txBox="1">
            <a:spLocks/>
          </p:cNvSpPr>
          <p:nvPr/>
        </p:nvSpPr>
        <p:spPr bwMode="gray">
          <a:xfrm>
            <a:off x="8604557" y="5935409"/>
            <a:ext cx="1158464" cy="184617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/>
          <a:p>
            <a:pPr>
              <a:spcBef>
                <a:spcPts val="1928"/>
              </a:spcBef>
              <a:buClr>
                <a:schemeClr val="accent1"/>
              </a:buClr>
              <a:buSzPct val="80000"/>
              <a:tabLst>
                <a:tab pos="2586440" algn="l"/>
              </a:tabLst>
              <a:defRPr/>
            </a:pPr>
            <a:r>
              <a:rPr lang="en-US" sz="1200" noProof="1">
                <a:latin typeface="72 Brand" panose="020B0504030603020204" pitchFamily="34" charset="0"/>
              </a:rPr>
              <a:t>Rollout</a:t>
            </a:r>
          </a:p>
        </p:txBody>
      </p:sp>
      <p:sp>
        <p:nvSpPr>
          <p:cNvPr id="81" name="Chevron 104">
            <a:extLst>
              <a:ext uri="{FF2B5EF4-FFF2-40B4-BE49-F238E27FC236}">
                <a16:creationId xmlns:a16="http://schemas.microsoft.com/office/drawing/2014/main" id="{23B76C24-5725-DD86-435F-05E2D8784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11176816" y="5873766"/>
            <a:ext cx="180000" cy="288000"/>
          </a:xfrm>
          <a:prstGeom prst="chevron">
            <a:avLst>
              <a:gd name="adj" fmla="val 67604"/>
            </a:avLst>
          </a:prstGeom>
          <a:solidFill>
            <a:srgbClr val="470CED"/>
          </a:solidFill>
          <a:ln w="6350" algn="ctr">
            <a:noFill/>
            <a:miter lim="800000"/>
            <a:headEnd/>
            <a:tailEnd/>
          </a:ln>
        </p:spPr>
        <p:txBody>
          <a:bodyPr lIns="89956" tIns="71964" rIns="89956" bIns="71964" rtlCol="0" anchor="ctr"/>
          <a:lstStyle/>
          <a:p>
            <a:pPr algn="ctr" fontAlgn="base"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</a:pPr>
            <a:endParaRPr lang="en-US" sz="1899" kern="0" noProof="1">
              <a:latin typeface="72 Brand" panose="020B0504030603020204" pitchFamily="34" charset="0"/>
              <a:ea typeface="Arial Unicode MS" pitchFamily="34" charset="-128"/>
              <a:cs typeface="Arial Unicode MS" pitchFamily="34" charset="-128"/>
            </a:endParaRPr>
          </a:p>
        </p:txBody>
      </p:sp>
      <p:sp>
        <p:nvSpPr>
          <p:cNvPr id="82" name="AutoShape 39" descr="Q-Gates, Steering Committee Decisions">
            <a:extLst>
              <a:ext uri="{FF2B5EF4-FFF2-40B4-BE49-F238E27FC236}">
                <a16:creationId xmlns:a16="http://schemas.microsoft.com/office/drawing/2014/main" id="{B546D41A-1A8D-0FDA-1DA2-E84E81713180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>
            <p:custDataLst>
              <p:tags r:id="rId8"/>
            </p:custDataLst>
          </p:nvPr>
        </p:nvSpPr>
        <p:spPr bwMode="gray">
          <a:xfrm>
            <a:off x="11374746" y="5927766"/>
            <a:ext cx="180000" cy="180000"/>
          </a:xfrm>
          <a:prstGeom prst="diamond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</p:spPr>
        <p:txBody>
          <a:bodyPr wrap="none" lIns="108825" tIns="54412" rIns="108825" bIns="54412" anchor="ctr"/>
          <a:lstStyle/>
          <a:p>
            <a:pPr marL="290951" indent="-290951"/>
            <a:endParaRPr lang="en-US" sz="1799" noProof="1">
              <a:latin typeface="72 Brand" panose="020B0504030603020204" pitchFamily="34" charset="0"/>
            </a:endParaRPr>
          </a:p>
        </p:txBody>
      </p:sp>
      <p:sp>
        <p:nvSpPr>
          <p:cNvPr id="83" name="Rectangle 41">
            <a:extLst>
              <a:ext uri="{FF2B5EF4-FFF2-40B4-BE49-F238E27FC236}">
                <a16:creationId xmlns:a16="http://schemas.microsoft.com/office/drawing/2014/main" id="{86430C08-0A51-8DDC-7860-C72AF9EA4675}"/>
              </a:ext>
            </a:extLst>
          </p:cNvPr>
          <p:cNvSpPr>
            <a:spLocks noChangeArrowheads="1"/>
          </p:cNvSpPr>
          <p:nvPr>
            <p:custDataLst>
              <p:tags r:id="rId9"/>
            </p:custDataLst>
          </p:nvPr>
        </p:nvSpPr>
        <p:spPr bwMode="gray">
          <a:xfrm>
            <a:off x="9555218" y="6211147"/>
            <a:ext cx="1471370" cy="1661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0" tIns="0" rIns="0" bIns="0">
            <a:spAutoFit/>
          </a:bodyPr>
          <a:lstStyle/>
          <a:p>
            <a:pPr algn="l" eaLnBrk="0" hangingPunct="0">
              <a:lnSpc>
                <a:spcPct val="90000"/>
              </a:lnSpc>
              <a:buClrTx/>
              <a:buSzTx/>
              <a:buFontTx/>
              <a:buNone/>
            </a:pPr>
            <a:r>
              <a:rPr lang="en-US" sz="1200" noProof="1">
                <a:latin typeface="72 Brand" panose="020B0504030603020204" pitchFamily="34" charset="0"/>
              </a:rPr>
              <a:t>xx: Rollout finalized</a:t>
            </a: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BCDC2EC3-7978-CFF9-2611-5ABF513C4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505624" y="3357702"/>
            <a:ext cx="1628826" cy="1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AutoShape 44" descr="Q-Gates, Steering Committee Decisions&#10;Icon">
            <a:extLst>
              <a:ext uri="{FF2B5EF4-FFF2-40B4-BE49-F238E27FC236}">
                <a16:creationId xmlns:a16="http://schemas.microsoft.com/office/drawing/2014/main" id="{05E061C2-7E38-A6C0-5B7B-07D823875C4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>
            <p:custDataLst>
              <p:tags r:id="rId10"/>
            </p:custDataLst>
          </p:nvPr>
        </p:nvSpPr>
        <p:spPr bwMode="gray">
          <a:xfrm>
            <a:off x="510377" y="6035205"/>
            <a:ext cx="180000" cy="180000"/>
          </a:xfrm>
          <a:prstGeom prst="diamond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</p:spPr>
        <p:txBody>
          <a:bodyPr wrap="none" lIns="108825" tIns="54412" rIns="108825" bIns="54412" anchor="ctr"/>
          <a:lstStyle/>
          <a:p>
            <a:pPr marL="222936" eaLnBrk="0" hangingPunct="0">
              <a:lnSpc>
                <a:spcPct val="90000"/>
              </a:lnSpc>
            </a:pPr>
            <a:endParaRPr lang="en-US" sz="1200" noProof="1">
              <a:latin typeface="72 Brand" panose="020B0504030603020204" pitchFamily="34" charset="0"/>
            </a:endParaRPr>
          </a:p>
        </p:txBody>
      </p:sp>
      <p:sp>
        <p:nvSpPr>
          <p:cNvPr id="38" name="Text Box 120">
            <a:extLst>
              <a:ext uri="{FF2B5EF4-FFF2-40B4-BE49-F238E27FC236}">
                <a16:creationId xmlns:a16="http://schemas.microsoft.com/office/drawing/2014/main" id="{CB4989F8-8274-194A-90F0-B2BFC2B02468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769997" y="6061876"/>
            <a:ext cx="2564806" cy="120619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0" tIns="55697" rIns="107110" bIns="55697" anchor="ctr"/>
          <a:lstStyle/>
          <a:p>
            <a:pPr>
              <a:spcBef>
                <a:spcPct val="20000"/>
              </a:spcBef>
              <a:tabLst>
                <a:tab pos="102022" algn="l"/>
              </a:tabLst>
            </a:pPr>
            <a:r>
              <a:rPr lang="en-US" sz="1000" noProof="1">
                <a:latin typeface="72 Brand" panose="020B0504030603020204" pitchFamily="34" charset="0"/>
              </a:rPr>
              <a:t>Q-Gates, Steering Committee Decisions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D6F32DB-5A31-27BB-C2B3-9EADCE194C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>
            <a:off x="2717339" y="3357693"/>
            <a:ext cx="2307587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BB3D2BD-311E-8986-3360-8847F2D276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>
            <a:off x="5586566" y="3357693"/>
            <a:ext cx="2677078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580E9812-64D0-A0CC-ACA4-2A5616C7A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8665214" y="3357693"/>
            <a:ext cx="2652615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FF032AC3-20C2-C711-3781-4EB9832F6F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1921830" y="4190688"/>
            <a:ext cx="957798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D5BF25A-CFCD-DBEE-53A3-5C5C3DE8E1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>
            <a:off x="2930211" y="4532402"/>
            <a:ext cx="2094715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A7C9F0E-773A-624E-3278-B59B28265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3581899" y="4983270"/>
            <a:ext cx="1443027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989A8686-BD79-7587-2062-3748D2A26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 bwMode="gray">
          <a:xfrm>
            <a:off x="5254028" y="5359513"/>
            <a:ext cx="3009616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B2B39CD0-2178-F3AF-D3A5-F0C8CF56D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7305846" y="5770304"/>
            <a:ext cx="957798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F3FF063-90E7-AB3E-AA29-488BBB6EB0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 bwMode="gray">
          <a:xfrm>
            <a:off x="8620525" y="6144293"/>
            <a:ext cx="2492054" cy="0"/>
          </a:xfrm>
          <a:prstGeom prst="line">
            <a:avLst/>
          </a:prstGeom>
          <a:ln w="19050" cmpd="sng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AutoShape 44" descr="Q-Gates, Steering Committee Decisions&#10;Icon">
            <a:extLst>
              <a:ext uri="{FF2B5EF4-FFF2-40B4-BE49-F238E27FC236}">
                <a16:creationId xmlns:a16="http://schemas.microsoft.com/office/drawing/2014/main" id="{C4297553-CEF3-0917-EB04-CA3D89B050BD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>
            <p:custDataLst>
              <p:tags r:id="rId11"/>
            </p:custDataLst>
          </p:nvPr>
        </p:nvSpPr>
        <p:spPr bwMode="gray">
          <a:xfrm>
            <a:off x="1874830" y="3471287"/>
            <a:ext cx="180000" cy="180000"/>
          </a:xfrm>
          <a:prstGeom prst="diamond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</p:spPr>
        <p:txBody>
          <a:bodyPr wrap="none" lIns="108825" tIns="54412" rIns="108825" bIns="54412" anchor="ctr"/>
          <a:lstStyle/>
          <a:p>
            <a:pPr marL="222936" eaLnBrk="0" hangingPunct="0">
              <a:lnSpc>
                <a:spcPct val="90000"/>
              </a:lnSpc>
            </a:pPr>
            <a:endParaRPr lang="en-US" sz="1200" noProof="1">
              <a:latin typeface="72 Brand" panose="020B0504030603020204" pitchFamily="34" charset="0"/>
            </a:endParaRPr>
          </a:p>
        </p:txBody>
      </p:sp>
      <p:sp>
        <p:nvSpPr>
          <p:cNvPr id="8" name="Text Box 120">
            <a:extLst>
              <a:ext uri="{FF2B5EF4-FFF2-40B4-BE49-F238E27FC236}">
                <a16:creationId xmlns:a16="http://schemas.microsoft.com/office/drawing/2014/main" id="{1C130DBB-C346-4EA5-51E2-CD266A66000F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134450" y="3440699"/>
            <a:ext cx="2647882" cy="21904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0" tIns="55697" rIns="107110" bIns="55697" anchor="ctr"/>
          <a:lstStyle/>
          <a:p>
            <a:pPr>
              <a:spcBef>
                <a:spcPct val="20000"/>
              </a:spcBef>
              <a:tabLst>
                <a:tab pos="102022" algn="l"/>
              </a:tabLst>
            </a:pPr>
            <a:r>
              <a:rPr lang="en-US" sz="1200" noProof="1">
                <a:latin typeface="72 Brand" panose="020B0504030603020204" pitchFamily="34" charset="0"/>
              </a:rPr>
              <a:t>xx: 1st steering committee</a:t>
            </a:r>
          </a:p>
        </p:txBody>
      </p:sp>
      <p:sp>
        <p:nvSpPr>
          <p:cNvPr id="13" name="AutoShape 44" descr="Q-Gates, Steering Committee Decisions&#10;Icon">
            <a:extLst>
              <a:ext uri="{FF2B5EF4-FFF2-40B4-BE49-F238E27FC236}">
                <a16:creationId xmlns:a16="http://schemas.microsoft.com/office/drawing/2014/main" id="{14516579-3192-96D0-0100-C54BE6BFEE9A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ChangeArrowheads="1"/>
          </p:cNvSpPr>
          <p:nvPr>
            <p:custDataLst>
              <p:tags r:id="rId12"/>
            </p:custDataLst>
          </p:nvPr>
        </p:nvSpPr>
        <p:spPr bwMode="gray">
          <a:xfrm>
            <a:off x="2048346" y="3691563"/>
            <a:ext cx="180000" cy="180000"/>
          </a:xfrm>
          <a:prstGeom prst="diamond">
            <a:avLst/>
          </a:prstGeom>
          <a:solidFill>
            <a:schemeClr val="tx1"/>
          </a:solidFill>
          <a:ln w="9525">
            <a:noFill/>
            <a:miter lim="800000"/>
            <a:headEnd/>
            <a:tailEnd/>
          </a:ln>
        </p:spPr>
        <p:txBody>
          <a:bodyPr wrap="none" lIns="108825" tIns="54412" rIns="108825" bIns="54412" anchor="ctr"/>
          <a:lstStyle/>
          <a:p>
            <a:pPr marL="222936" eaLnBrk="0" hangingPunct="0">
              <a:lnSpc>
                <a:spcPct val="90000"/>
              </a:lnSpc>
            </a:pPr>
            <a:endParaRPr lang="en-US" sz="1200" noProof="1">
              <a:latin typeface="72 Brand" panose="020B0504030603020204" pitchFamily="34" charset="0"/>
            </a:endParaRPr>
          </a:p>
        </p:txBody>
      </p:sp>
      <p:sp>
        <p:nvSpPr>
          <p:cNvPr id="14" name="Text Box 120">
            <a:extLst>
              <a:ext uri="{FF2B5EF4-FFF2-40B4-BE49-F238E27FC236}">
                <a16:creationId xmlns:a16="http://schemas.microsoft.com/office/drawing/2014/main" id="{7F8BED8B-3F3D-2A29-22F2-5C6408A119E9}"/>
              </a:ext>
            </a:extLst>
          </p:cNvPr>
          <p:cNvSpPr txBox="1">
            <a:spLocks noChangeArrowheads="1"/>
          </p:cNvSpPr>
          <p:nvPr/>
        </p:nvSpPr>
        <p:spPr bwMode="gray">
          <a:xfrm>
            <a:off x="2307966" y="3660975"/>
            <a:ext cx="2647882" cy="21904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wrap="none" lIns="0" tIns="55697" rIns="107110" bIns="55697" anchor="ctr"/>
          <a:lstStyle/>
          <a:p>
            <a:pPr>
              <a:spcBef>
                <a:spcPct val="20000"/>
              </a:spcBef>
              <a:tabLst>
                <a:tab pos="102022" algn="l"/>
              </a:tabLst>
            </a:pPr>
            <a:r>
              <a:rPr lang="en-US" sz="1200" noProof="1">
                <a:latin typeface="72 Brand" panose="020B0504030603020204" pitchFamily="34" charset="0"/>
              </a:rPr>
              <a:t>xx: Kickoff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4083144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Abgerundetes Rechteck 4">
            <a:extLst>
              <a:ext uri="{FF2B5EF4-FFF2-40B4-BE49-F238E27FC236}">
                <a16:creationId xmlns:a16="http://schemas.microsoft.com/office/drawing/2014/main" id="{5E7E0C57-EB67-FA13-E612-5F819E3B3E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3361363" y="1565982"/>
            <a:ext cx="2674678" cy="504490"/>
          </a:xfrm>
          <a:prstGeom prst="roundRect">
            <a:avLst>
              <a:gd name="adj" fmla="val 50000"/>
            </a:avLst>
          </a:prstGeom>
          <a:solidFill>
            <a:srgbClr val="5D36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6" name="Abgerundetes Rechteck 5">
            <a:extLst>
              <a:ext uri="{FF2B5EF4-FFF2-40B4-BE49-F238E27FC236}">
                <a16:creationId xmlns:a16="http://schemas.microsoft.com/office/drawing/2014/main" id="{5F2CE809-A26B-8D54-2A70-72507A9C3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6159527" y="1565982"/>
            <a:ext cx="2674678" cy="504490"/>
          </a:xfrm>
          <a:prstGeom prst="roundRect">
            <a:avLst>
              <a:gd name="adj" fmla="val 50000"/>
            </a:avLst>
          </a:prstGeom>
          <a:solidFill>
            <a:srgbClr val="5D36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7" name="Abgerundetes Rechteck 6">
            <a:extLst>
              <a:ext uri="{FF2B5EF4-FFF2-40B4-BE49-F238E27FC236}">
                <a16:creationId xmlns:a16="http://schemas.microsoft.com/office/drawing/2014/main" id="{BB313D6A-E9E7-A2DE-C8EE-4E7FE11124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957690" y="1565982"/>
            <a:ext cx="2674678" cy="504490"/>
          </a:xfrm>
          <a:prstGeom prst="roundRect">
            <a:avLst>
              <a:gd name="adj" fmla="val 50000"/>
            </a:avLst>
          </a:prstGeom>
          <a:solidFill>
            <a:srgbClr val="5D36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4" name="Abgerundetes Rechteck 3">
            <a:extLst>
              <a:ext uri="{FF2B5EF4-FFF2-40B4-BE49-F238E27FC236}">
                <a16:creationId xmlns:a16="http://schemas.microsoft.com/office/drawing/2014/main" id="{E8A70B80-B0D3-886B-853F-A2845495AF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63199" y="1565982"/>
            <a:ext cx="2674678" cy="504490"/>
          </a:xfrm>
          <a:prstGeom prst="roundRect">
            <a:avLst>
              <a:gd name="adj" fmla="val 50000"/>
            </a:avLst>
          </a:prstGeom>
          <a:solidFill>
            <a:srgbClr val="5D36FF"/>
          </a:solidFill>
          <a:ln w="28575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4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6C64CED-B754-4A1B-DFAB-06C3B662D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Table – four columns</a:t>
            </a:r>
          </a:p>
        </p:txBody>
      </p:sp>
      <p:graphicFrame>
        <p:nvGraphicFramePr>
          <p:cNvPr id="8" name="Table 2">
            <a:extLst>
              <a:ext uri="{FF2B5EF4-FFF2-40B4-BE49-F238E27FC236}">
                <a16:creationId xmlns:a16="http://schemas.microsoft.com/office/drawing/2014/main" id="{D823BD93-0E54-B88C-775A-E52CAEDD56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381058"/>
              </p:ext>
            </p:extLst>
          </p:nvPr>
        </p:nvGraphicFramePr>
        <p:xfrm>
          <a:off x="503237" y="1534172"/>
          <a:ext cx="11187236" cy="3316038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796809">
                  <a:extLst>
                    <a:ext uri="{9D8B030D-6E8A-4147-A177-3AD203B41FA5}">
                      <a16:colId xmlns:a16="http://schemas.microsoft.com/office/drawing/2014/main" val="3493072819"/>
                    </a:ext>
                  </a:extLst>
                </a:gridCol>
                <a:gridCol w="2796809">
                  <a:extLst>
                    <a:ext uri="{9D8B030D-6E8A-4147-A177-3AD203B41FA5}">
                      <a16:colId xmlns:a16="http://schemas.microsoft.com/office/drawing/2014/main" val="1170059946"/>
                    </a:ext>
                  </a:extLst>
                </a:gridCol>
                <a:gridCol w="2796809">
                  <a:extLst>
                    <a:ext uri="{9D8B030D-6E8A-4147-A177-3AD203B41FA5}">
                      <a16:colId xmlns:a16="http://schemas.microsoft.com/office/drawing/2014/main" val="526419108"/>
                    </a:ext>
                  </a:extLst>
                </a:gridCol>
                <a:gridCol w="2796809">
                  <a:extLst>
                    <a:ext uri="{9D8B030D-6E8A-4147-A177-3AD203B41FA5}">
                      <a16:colId xmlns:a16="http://schemas.microsoft.com/office/drawing/2014/main" val="1326698411"/>
                    </a:ext>
                  </a:extLst>
                </a:gridCol>
              </a:tblGrid>
              <a:tr h="552673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noProof="1">
                          <a:solidFill>
                            <a:srgbClr val="FFFFFF"/>
                          </a:solidFill>
                          <a:latin typeface="72 Brand Medium" panose="020B0504030603020204" pitchFamily="34" charset="0"/>
                        </a:rPr>
                        <a:t>Lorem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noProof="1">
                          <a:solidFill>
                            <a:srgbClr val="FFFFFF"/>
                          </a:solidFill>
                          <a:latin typeface="72 Brand Medium" panose="020B0504030603020204" pitchFamily="34" charset="0"/>
                        </a:rPr>
                        <a:t>Ipsum</a:t>
                      </a:r>
                    </a:p>
                  </a:txBody>
                  <a:tcPr marL="106641" marR="106641" marT="53321" marB="5332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noProof="1">
                          <a:solidFill>
                            <a:srgbClr val="FFFFFF"/>
                          </a:solidFill>
                          <a:latin typeface="72 Brand Medium" panose="020B0504030603020204" pitchFamily="34" charset="0"/>
                        </a:rPr>
                        <a:t>Dolor</a:t>
                      </a:r>
                    </a:p>
                  </a:txBody>
                  <a:tcPr marL="106641" marR="106641" marT="53321" marB="5332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noProof="1">
                          <a:solidFill>
                            <a:srgbClr val="FFFFFF"/>
                          </a:solidFill>
                          <a:latin typeface="72 Brand Medium" panose="020B0504030603020204" pitchFamily="34" charset="0"/>
                        </a:rPr>
                        <a:t>Sit</a:t>
                      </a:r>
                    </a:p>
                  </a:txBody>
                  <a:tcPr marL="106641" marR="106641" marT="53321" marB="53321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5879563"/>
                  </a:ext>
                </a:extLst>
              </a:tr>
              <a:tr h="552673">
                <a:tc>
                  <a:txBody>
                    <a:bodyPr/>
                    <a:lstStyle/>
                    <a:p>
                      <a:pPr algn="ctr"/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5376235"/>
                  </a:ext>
                </a:extLst>
              </a:tr>
              <a:tr h="552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2301131"/>
                  </a:ext>
                </a:extLst>
              </a:tr>
              <a:tr h="552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2307812"/>
                  </a:ext>
                </a:extLst>
              </a:tr>
              <a:tr h="552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>
                        <a:alpha val="25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905137"/>
                  </a:ext>
                </a:extLst>
              </a:tr>
              <a:tr h="55267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12700" cmpd="sng">
                      <a:noFill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i="0" noProof="1">
                          <a:solidFill>
                            <a:srgbClr val="000000"/>
                          </a:solidFill>
                          <a:latin typeface="72 Brand" panose="020B0504030603020204" pitchFamily="34" charset="0"/>
                        </a:rPr>
                        <a:t>Test table content</a:t>
                      </a:r>
                    </a:p>
                  </a:txBody>
                  <a:tcPr marL="106641" marR="106641" marT="53321" marB="53321" anchor="ctr">
                    <a:lnL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rgbClr val="E2D8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0316789"/>
                  </a:ext>
                </a:extLst>
              </a:tr>
            </a:tbl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0236006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738A5B-695E-2F1D-7786-783CBDA1C6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1"/>
              <a:t>Diagram with icons</a:t>
            </a:r>
          </a:p>
        </p:txBody>
      </p:sp>
      <p:pic>
        <p:nvPicPr>
          <p:cNvPr id="4" name="Graphic 41" descr="ID 299472 - desktop monitor and window in top right">
            <a:extLst>
              <a:ext uri="{FF2B5EF4-FFF2-40B4-BE49-F238E27FC236}">
                <a16:creationId xmlns:a16="http://schemas.microsoft.com/office/drawing/2014/main" id="{224F4B3C-F252-17BB-BE1F-0C98871A8BDD}"/>
              </a:ext>
            </a:extLst>
          </p:cNvPr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>
            <a:fillRect/>
          </a:stretch>
        </p:blipFill>
        <p:spPr>
          <a:xfrm>
            <a:off x="1351078" y="1605641"/>
            <a:ext cx="332460" cy="332460"/>
          </a:xfrm>
          <a:prstGeom prst="rect">
            <a:avLst/>
          </a:prstGeom>
        </p:spPr>
      </p:pic>
      <p:sp>
        <p:nvSpPr>
          <p:cNvPr id="17" name="Text 2">
            <a:extLst>
              <a:ext uri="{FF2B5EF4-FFF2-40B4-BE49-F238E27FC236}">
                <a16:creationId xmlns:a16="http://schemas.microsoft.com/office/drawing/2014/main" id="{345D3498-0491-57D3-703F-0E41E33B640B}"/>
              </a:ext>
            </a:extLst>
          </p:cNvPr>
          <p:cNvSpPr/>
          <p:nvPr/>
        </p:nvSpPr>
        <p:spPr>
          <a:xfrm>
            <a:off x="527308" y="2078723"/>
            <a:ext cx="198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Manage </a:t>
            </a:r>
            <a:b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situation objects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cxnSp>
        <p:nvCxnSpPr>
          <p:cNvPr id="27" name="Straight Arrow Connector 26" descr="Arrow">
            <a:extLst>
              <a:ext uri="{FF2B5EF4-FFF2-40B4-BE49-F238E27FC236}">
                <a16:creationId xmlns:a16="http://schemas.microsoft.com/office/drawing/2014/main" id="{9EF0A041-7A56-ABAF-4074-7C4BD839F25B}"/>
              </a:ext>
            </a:extLst>
          </p:cNvPr>
          <p:cNvCxnSpPr>
            <a:cxnSpLocks/>
          </p:cNvCxnSpPr>
          <p:nvPr/>
        </p:nvCxnSpPr>
        <p:spPr>
          <a:xfrm>
            <a:off x="1517308" y="2731506"/>
            <a:ext cx="0" cy="792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phic 9" descr="ID 299219 - three stacked horizontal rectangles">
            <a:extLst>
              <a:ext uri="{FF2B5EF4-FFF2-40B4-BE49-F238E27FC236}">
                <a16:creationId xmlns:a16="http://schemas.microsoft.com/office/drawing/2014/main" id="{68C0DB24-67EA-AD20-8E49-F51442B4EA34}"/>
              </a:ext>
            </a:extLst>
          </p:cNvPr>
          <p:cNvPicPr>
            <a:picLocks noChangeAspect="1"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rcRect/>
          <a:stretch>
            <a:fillRect/>
          </a:stretch>
        </p:blipFill>
        <p:spPr>
          <a:xfrm>
            <a:off x="1351078" y="3762078"/>
            <a:ext cx="332460" cy="332460"/>
          </a:xfrm>
          <a:prstGeom prst="rect">
            <a:avLst/>
          </a:prstGeom>
        </p:spPr>
      </p:pic>
      <p:sp>
        <p:nvSpPr>
          <p:cNvPr id="24" name="Text 7">
            <a:extLst>
              <a:ext uri="{FF2B5EF4-FFF2-40B4-BE49-F238E27FC236}">
                <a16:creationId xmlns:a16="http://schemas.microsoft.com/office/drawing/2014/main" id="{286F8ED7-DE70-DFB0-0F32-05E59CE607FC}"/>
              </a:ext>
            </a:extLst>
          </p:cNvPr>
          <p:cNvSpPr/>
          <p:nvPr/>
        </p:nvSpPr>
        <p:spPr>
          <a:xfrm>
            <a:off x="527308" y="4230507"/>
            <a:ext cx="198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Manage </a:t>
            </a:r>
            <a:b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situation scenarios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cxnSp>
        <p:nvCxnSpPr>
          <p:cNvPr id="33" name="Straight Arrow Connector 32" descr="Arrow">
            <a:extLst>
              <a:ext uri="{FF2B5EF4-FFF2-40B4-BE49-F238E27FC236}">
                <a16:creationId xmlns:a16="http://schemas.microsoft.com/office/drawing/2014/main" id="{43267089-C5A4-96BA-EAC9-CF5D4E646062}"/>
              </a:ext>
            </a:extLst>
          </p:cNvPr>
          <p:cNvCxnSpPr>
            <a:cxnSpLocks/>
          </p:cNvCxnSpPr>
          <p:nvPr/>
        </p:nvCxnSpPr>
        <p:spPr>
          <a:xfrm>
            <a:off x="1953087" y="3940512"/>
            <a:ext cx="1788780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 descr="ID 299177 - boxed packages with a plus on lower right">
            <a:extLst>
              <a:ext uri="{FF2B5EF4-FFF2-40B4-BE49-F238E27FC236}">
                <a16:creationId xmlns:a16="http://schemas.microsoft.com/office/drawing/2014/main" id="{A0FDD64F-894E-CDFA-5724-61ED12AA05FA}"/>
              </a:ext>
            </a:extLst>
          </p:cNvPr>
          <p:cNvPicPr>
            <a:picLocks noChangeAspect="1"/>
          </p:cNvPicPr>
          <p:nvPr>
            <p:custDataLst>
              <p:tags r:id="rId5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>
            <a:fillRect/>
          </a:stretch>
        </p:blipFill>
        <p:spPr>
          <a:xfrm>
            <a:off x="3998236" y="3762078"/>
            <a:ext cx="332460" cy="332460"/>
          </a:xfrm>
          <a:prstGeom prst="rect">
            <a:avLst/>
          </a:prstGeom>
        </p:spPr>
      </p:pic>
      <p:sp>
        <p:nvSpPr>
          <p:cNvPr id="25" name="Text 8">
            <a:extLst>
              <a:ext uri="{FF2B5EF4-FFF2-40B4-BE49-F238E27FC236}">
                <a16:creationId xmlns:a16="http://schemas.microsoft.com/office/drawing/2014/main" id="{B89D4BA4-0ABE-BA77-2C41-EE86732A1318}"/>
              </a:ext>
            </a:extLst>
          </p:cNvPr>
          <p:cNvSpPr/>
          <p:nvPr/>
        </p:nvSpPr>
        <p:spPr>
          <a:xfrm>
            <a:off x="2977763" y="4230507"/>
            <a:ext cx="241089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Manage </a:t>
            </a:r>
            <a:b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situation types – extended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pic>
        <p:nvPicPr>
          <p:cNvPr id="7" name="Graphic 6" descr="ID 299167 - four people connected by lines">
            <a:extLst>
              <a:ext uri="{FF2B5EF4-FFF2-40B4-BE49-F238E27FC236}">
                <a16:creationId xmlns:a16="http://schemas.microsoft.com/office/drawing/2014/main" id="{B7410FF6-A11B-61A7-26AC-8BA34ED00736}"/>
              </a:ext>
            </a:extLst>
          </p:cNvPr>
          <p:cNvPicPr>
            <a:picLocks noChangeAspect="1"/>
          </p:cNvPicPr>
          <p:nvPr>
            <p:custDataLst>
              <p:tags r:id="rId6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rcRect/>
          <a:stretch>
            <a:fillRect/>
          </a:stretch>
        </p:blipFill>
        <p:spPr>
          <a:xfrm>
            <a:off x="3998236" y="1605641"/>
            <a:ext cx="332460" cy="332460"/>
          </a:xfrm>
          <a:prstGeom prst="rect">
            <a:avLst/>
          </a:prstGeom>
        </p:spPr>
      </p:pic>
      <p:sp>
        <p:nvSpPr>
          <p:cNvPr id="19" name="Text 4">
            <a:extLst>
              <a:ext uri="{FF2B5EF4-FFF2-40B4-BE49-F238E27FC236}">
                <a16:creationId xmlns:a16="http://schemas.microsoft.com/office/drawing/2014/main" id="{B00FA7AC-A004-A000-FF10-060762FF1CE3}"/>
              </a:ext>
            </a:extLst>
          </p:cNvPr>
          <p:cNvSpPr>
            <a:spLocks/>
          </p:cNvSpPr>
          <p:nvPr/>
        </p:nvSpPr>
        <p:spPr>
          <a:xfrm>
            <a:off x="2905762" y="2078723"/>
            <a:ext cx="2482891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Manage </a:t>
            </a:r>
            <a:b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teams and responsibilities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cxnSp>
        <p:nvCxnSpPr>
          <p:cNvPr id="28" name="Straight Arrow Connector 27" descr="Arrow: back to Manage &#10;situation types - extended">
            <a:extLst>
              <a:ext uri="{FF2B5EF4-FFF2-40B4-BE49-F238E27FC236}">
                <a16:creationId xmlns:a16="http://schemas.microsoft.com/office/drawing/2014/main" id="{85135E4B-2E95-08FE-9F9F-B937EF5D8E4F}"/>
              </a:ext>
            </a:extLst>
          </p:cNvPr>
          <p:cNvCxnSpPr>
            <a:cxnSpLocks/>
          </p:cNvCxnSpPr>
          <p:nvPr/>
        </p:nvCxnSpPr>
        <p:spPr>
          <a:xfrm>
            <a:off x="4164466" y="2731506"/>
            <a:ext cx="0" cy="79200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 5">
            <a:extLst>
              <a:ext uri="{FF2B5EF4-FFF2-40B4-BE49-F238E27FC236}">
                <a16:creationId xmlns:a16="http://schemas.microsoft.com/office/drawing/2014/main" id="{10517661-0F85-6781-53F2-0347F398B9CD}"/>
              </a:ext>
            </a:extLst>
          </p:cNvPr>
          <p:cNvSpPr/>
          <p:nvPr/>
        </p:nvSpPr>
        <p:spPr>
          <a:xfrm>
            <a:off x="4437839" y="3202565"/>
            <a:ext cx="1268123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noProof="1">
                <a:latin typeface="72 Brand Medium" pitchFamily="34" charset="0"/>
                <a:ea typeface="72 Brand Medium" pitchFamily="34" charset="-122"/>
                <a:cs typeface="72 Brand Medium" pitchFamily="34" charset="-120"/>
              </a:rPr>
              <a:t>Situation
Recipients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cxnSp>
        <p:nvCxnSpPr>
          <p:cNvPr id="32" name="Straight Arrow Connector 31" descr="Arrow">
            <a:extLst>
              <a:ext uri="{FF2B5EF4-FFF2-40B4-BE49-F238E27FC236}">
                <a16:creationId xmlns:a16="http://schemas.microsoft.com/office/drawing/2014/main" id="{EBB3F376-283F-BBA7-CF76-C59F9325E024}"/>
              </a:ext>
            </a:extLst>
          </p:cNvPr>
          <p:cNvCxnSpPr>
            <a:cxnSpLocks/>
          </p:cNvCxnSpPr>
          <p:nvPr/>
        </p:nvCxnSpPr>
        <p:spPr>
          <a:xfrm>
            <a:off x="4585231" y="3940512"/>
            <a:ext cx="171791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Image 11" descr="ID 299153 - organizational chart with six sections">
            <a:extLst>
              <a:ext uri="{FF2B5EF4-FFF2-40B4-BE49-F238E27FC236}">
                <a16:creationId xmlns:a16="http://schemas.microsoft.com/office/drawing/2014/main" id="{A74BC1F7-12D2-91D2-C7A1-4E368D7602CA}"/>
              </a:ext>
            </a:extLst>
          </p:cNvPr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rcRect/>
          <a:stretch>
            <a:fillRect/>
          </a:stretch>
        </p:blipFill>
        <p:spPr>
          <a:xfrm>
            <a:off x="6564561" y="3762078"/>
            <a:ext cx="332460" cy="332460"/>
          </a:xfrm>
          <a:prstGeom prst="rect">
            <a:avLst/>
          </a:prstGeom>
        </p:spPr>
      </p:pic>
      <p:pic>
        <p:nvPicPr>
          <p:cNvPr id="5" name="Graphic 4" descr="ID 299054 - laptop">
            <a:extLst>
              <a:ext uri="{FF2B5EF4-FFF2-40B4-BE49-F238E27FC236}">
                <a16:creationId xmlns:a16="http://schemas.microsoft.com/office/drawing/2014/main" id="{260754D3-4008-C729-F98E-64C4404C2E94}"/>
              </a:ext>
            </a:extLst>
          </p:cNvPr>
          <p:cNvPicPr>
            <a:picLocks noChangeAspect="1"/>
          </p:cNvPicPr>
          <p:nvPr>
            <p:custDataLst>
              <p:tags r:id="rId8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>
            <a:fillRect/>
          </a:stretch>
        </p:blipFill>
        <p:spPr>
          <a:xfrm>
            <a:off x="6564561" y="1605641"/>
            <a:ext cx="332460" cy="332460"/>
          </a:xfrm>
          <a:prstGeom prst="rect">
            <a:avLst/>
          </a:prstGeom>
        </p:spPr>
      </p:pic>
      <p:sp>
        <p:nvSpPr>
          <p:cNvPr id="18" name="Text 3">
            <a:extLst>
              <a:ext uri="{FF2B5EF4-FFF2-40B4-BE49-F238E27FC236}">
                <a16:creationId xmlns:a16="http://schemas.microsoft.com/office/drawing/2014/main" id="{A46D063A-D073-77FE-A190-B6DCF45E2DDA}"/>
              </a:ext>
            </a:extLst>
          </p:cNvPr>
          <p:cNvSpPr/>
          <p:nvPr/>
        </p:nvSpPr>
        <p:spPr>
          <a:xfrm>
            <a:off x="5740791" y="2078723"/>
            <a:ext cx="198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Situation handling </a:t>
            </a:r>
            <a:b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demo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cxnSp>
        <p:nvCxnSpPr>
          <p:cNvPr id="29" name="Straight Arrow Connector 28" descr="Arrow to organizational chart with six sections">
            <a:extLst>
              <a:ext uri="{FF2B5EF4-FFF2-40B4-BE49-F238E27FC236}">
                <a16:creationId xmlns:a16="http://schemas.microsoft.com/office/drawing/2014/main" id="{9CC9D60A-C4FE-E101-2407-4ACF87B73414}"/>
              </a:ext>
            </a:extLst>
          </p:cNvPr>
          <p:cNvCxnSpPr>
            <a:cxnSpLocks/>
          </p:cNvCxnSpPr>
          <p:nvPr/>
        </p:nvCxnSpPr>
        <p:spPr>
          <a:xfrm>
            <a:off x="6730791" y="2731506"/>
            <a:ext cx="0" cy="79200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21" name="Straight Arrow Connector 5120" descr="Arrow to My situations - extended">
            <a:extLst>
              <a:ext uri="{FF2B5EF4-FFF2-40B4-BE49-F238E27FC236}">
                <a16:creationId xmlns:a16="http://schemas.microsoft.com/office/drawing/2014/main" id="{5889CC81-23D6-E1EC-4220-33D453C96E79}"/>
              </a:ext>
            </a:extLst>
          </p:cNvPr>
          <p:cNvCxnSpPr>
            <a:cxnSpLocks/>
          </p:cNvCxnSpPr>
          <p:nvPr/>
        </p:nvCxnSpPr>
        <p:spPr>
          <a:xfrm>
            <a:off x="7221418" y="3940512"/>
            <a:ext cx="2899436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Graphic 60" descr="ID 298835 - full stacked column chart">
            <a:extLst>
              <a:ext uri="{FF2B5EF4-FFF2-40B4-BE49-F238E27FC236}">
                <a16:creationId xmlns:a16="http://schemas.microsoft.com/office/drawing/2014/main" id="{EF507D0D-DF0E-076A-F8E1-6279C3FBD9E1}"/>
              </a:ext>
            </a:extLst>
          </p:cNvPr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rcRect/>
          <a:stretch>
            <a:fillRect/>
          </a:stretch>
        </p:blipFill>
        <p:spPr>
          <a:xfrm>
            <a:off x="10401372" y="3762078"/>
            <a:ext cx="332460" cy="33246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021D6E80-7828-0E95-90F8-3D3E05BF621B}"/>
              </a:ext>
            </a:extLst>
          </p:cNvPr>
          <p:cNvSpPr/>
          <p:nvPr/>
        </p:nvSpPr>
        <p:spPr>
          <a:xfrm>
            <a:off x="9577602" y="4230507"/>
            <a:ext cx="1980000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" panose="020B0504030603020204" pitchFamily="34" charset="0"/>
                <a:ea typeface="72 Brand Medium" pitchFamily="34" charset="-122"/>
                <a:cs typeface="72 Brand Medium" pitchFamily="34" charset="-120"/>
              </a:rPr>
              <a:t>My situations – extended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pic>
        <p:nvPicPr>
          <p:cNvPr id="9" name="Graphic 8" descr="ID 299102 - speech bubble with an exclamation point inside">
            <a:extLst>
              <a:ext uri="{FF2B5EF4-FFF2-40B4-BE49-F238E27FC236}">
                <a16:creationId xmlns:a16="http://schemas.microsoft.com/office/drawing/2014/main" id="{9C6A83CE-3D4C-7E5A-643C-D305A24364EF}"/>
              </a:ext>
            </a:extLst>
          </p:cNvPr>
          <p:cNvPicPr>
            <a:picLocks noChangeAspect="1"/>
          </p:cNvPicPr>
          <p:nvPr>
            <p:custDataLst>
              <p:tags r:id="rId10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>
            <a:fillRect/>
          </a:stretch>
        </p:blipFill>
        <p:spPr>
          <a:xfrm>
            <a:off x="10401372" y="2216892"/>
            <a:ext cx="332460" cy="332460"/>
          </a:xfrm>
          <a:prstGeom prst="rect">
            <a:avLst/>
          </a:prstGeom>
        </p:spPr>
      </p:pic>
      <p:sp>
        <p:nvSpPr>
          <p:cNvPr id="23" name="Text 6">
            <a:extLst>
              <a:ext uri="{FF2B5EF4-FFF2-40B4-BE49-F238E27FC236}">
                <a16:creationId xmlns:a16="http://schemas.microsoft.com/office/drawing/2014/main" id="{CE2F989D-6074-12F3-9FE4-2D2963908409}"/>
              </a:ext>
            </a:extLst>
          </p:cNvPr>
          <p:cNvSpPr/>
          <p:nvPr/>
        </p:nvSpPr>
        <p:spPr>
          <a:xfrm>
            <a:off x="9446365" y="2682958"/>
            <a:ext cx="2242475" cy="5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/>
            <a:r>
              <a:rPr lang="en-US" sz="1400" noProof="1">
                <a:latin typeface="72 Brand Medium" pitchFamily="34" charset="0"/>
                <a:ea typeface="72 Brand Medium" pitchFamily="34" charset="-122"/>
                <a:cs typeface="72 Brand Medium" pitchFamily="34" charset="-120"/>
              </a:rPr>
              <a:t>Notification </a:t>
            </a:r>
            <a:br>
              <a:rPr lang="en-US" sz="1400" noProof="1">
                <a:latin typeface="72 Brand Medium" pitchFamily="34" charset="0"/>
                <a:ea typeface="72 Brand Medium" pitchFamily="34" charset="-122"/>
                <a:cs typeface="72 Brand Medium" pitchFamily="34" charset="-120"/>
              </a:rPr>
            </a:br>
            <a:r>
              <a:rPr lang="en-US" sz="1400" noProof="1">
                <a:latin typeface="72 Brand Medium" pitchFamily="34" charset="0"/>
                <a:ea typeface="72 Brand Medium" pitchFamily="34" charset="-122"/>
                <a:cs typeface="72 Brand Medium" pitchFamily="34" charset="-120"/>
              </a:rPr>
              <a:t>(optional)</a:t>
            </a:r>
            <a:endParaRPr lang="en-US" sz="1400" noProof="1">
              <a:latin typeface="72 Brand" panose="020B0504030603020204" pitchFamily="34" charset="0"/>
            </a:endParaRPr>
          </a:p>
        </p:txBody>
      </p:sp>
      <p:sp>
        <p:nvSpPr>
          <p:cNvPr id="5124" name="Right Bracket 5123" descr="optional path arround My situation- extended for Notification purpose leads back to My situation">
            <a:extLst>
              <a:ext uri="{FF2B5EF4-FFF2-40B4-BE49-F238E27FC236}">
                <a16:creationId xmlns:a16="http://schemas.microsoft.com/office/drawing/2014/main" id="{6A0B56DC-6F2E-C766-0ACA-7C404753B232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 rot="10800000">
            <a:off x="9446366" y="2395326"/>
            <a:ext cx="674488" cy="1545186"/>
          </a:xfrm>
          <a:prstGeom prst="rightBracket">
            <a:avLst>
              <a:gd name="adj" fmla="val 0"/>
            </a:avLst>
          </a:prstGeom>
          <a:ln w="1270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120" name="Right Bracket 5119" descr="optional path arround My situation- extended for Notification purpose leads back to My situation">
            <a:extLst>
              <a:ext uri="{FF2B5EF4-FFF2-40B4-BE49-F238E27FC236}">
                <a16:creationId xmlns:a16="http://schemas.microsoft.com/office/drawing/2014/main" id="{FC6A4F96-A181-1FFF-2E68-284F6D4FB0F7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/>
          <p:nvPr/>
        </p:nvSpPr>
        <p:spPr>
          <a:xfrm>
            <a:off x="11014353" y="2395326"/>
            <a:ext cx="674488" cy="1545186"/>
          </a:xfrm>
          <a:prstGeom prst="rightBracket">
            <a:avLst>
              <a:gd name="adj" fmla="val 0"/>
            </a:avLst>
          </a:prstGeom>
          <a:ln w="12700">
            <a:solidFill>
              <a:schemeClr val="tx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5125" name="Oval 5124">
            <a:extLst>
              <a:ext uri="{FF2B5EF4-FFF2-40B4-BE49-F238E27FC236}">
                <a16:creationId xmlns:a16="http://schemas.microsoft.com/office/drawing/2014/main" id="{2E42C0FA-0CD9-1A1F-296C-F9A94E7F63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1481308" y="3050510"/>
            <a:ext cx="72000" cy="72000"/>
          </a:xfrm>
          <a:prstGeom prst="ellipse">
            <a:avLst/>
          </a:prstGeom>
          <a:solidFill>
            <a:schemeClr val="tx1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5127" name="Oval 5126">
            <a:extLst>
              <a:ext uri="{FF2B5EF4-FFF2-40B4-BE49-F238E27FC236}">
                <a16:creationId xmlns:a16="http://schemas.microsoft.com/office/drawing/2014/main" id="{C54FDF93-D323-DB73-8D2F-256D41704F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5435865" y="3907004"/>
            <a:ext cx="72000" cy="72000"/>
          </a:xfrm>
          <a:prstGeom prst="ellipse">
            <a:avLst/>
          </a:prstGeom>
          <a:solidFill>
            <a:schemeClr val="tx1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5128" name="Oval 5127">
            <a:extLst>
              <a:ext uri="{FF2B5EF4-FFF2-40B4-BE49-F238E27FC236}">
                <a16:creationId xmlns:a16="http://schemas.microsoft.com/office/drawing/2014/main" id="{F3DB483F-4C82-296D-C1CA-E527386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6694358" y="3050510"/>
            <a:ext cx="72000" cy="72000"/>
          </a:xfrm>
          <a:prstGeom prst="ellipse">
            <a:avLst/>
          </a:prstGeom>
          <a:solidFill>
            <a:schemeClr val="tx1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5129" name="Oval 5128">
            <a:extLst>
              <a:ext uri="{FF2B5EF4-FFF2-40B4-BE49-F238E27FC236}">
                <a16:creationId xmlns:a16="http://schemas.microsoft.com/office/drawing/2014/main" id="{3B98A960-6EEE-30E4-0F21-1E97F54D59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564310" y="3907004"/>
            <a:ext cx="72000" cy="72000"/>
          </a:xfrm>
          <a:prstGeom prst="ellipse">
            <a:avLst/>
          </a:prstGeom>
          <a:solidFill>
            <a:schemeClr val="tx1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algn="ctr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endParaRPr kumimoji="0" lang="en-US" sz="1800" b="0" i="0" u="none" strike="noStrike" kern="0" cap="none" spc="0" normalizeH="0" baseline="0" noProof="1">
              <a:ln>
                <a:noFill/>
              </a:ln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D1CF25C-07C8-8FA8-95A6-559B1BB1C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7877176" y="6952560"/>
            <a:ext cx="4317999" cy="730799"/>
          </a:xfrm>
          <a:prstGeom prst="rect">
            <a:avLst/>
          </a:prstGeom>
          <a:solidFill>
            <a:schemeClr val="accent5"/>
          </a:solidFill>
          <a:ln w="25400" algn="ctr">
            <a:noFill/>
            <a:miter lim="800000"/>
            <a:headEnd/>
            <a:tailEnd/>
          </a:ln>
        </p:spPr>
        <p:txBody>
          <a:bodyPr lIns="90000" tIns="72000" rIns="90000" bIns="72000" rtlCol="0" anchor="ctr"/>
          <a:lstStyle/>
          <a:p>
            <a:pPr marR="0" defTabSz="91440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>
                <a:srgbClr val="F0AB00"/>
              </a:buClr>
              <a:buSzPct val="80000"/>
              <a:tabLst/>
            </a:pPr>
            <a:r>
              <a:rPr lang="en-US" sz="1800" kern="0" noProof="1">
                <a:solidFill>
                  <a:schemeClr val="bg1"/>
                </a:solidFill>
                <a:latin typeface="+mn-lt"/>
                <a:ea typeface="72 Brand" pitchFamily="34" charset="-128"/>
                <a:cs typeface="72 Brand" pitchFamily="34" charset="-128"/>
              </a:rPr>
              <a:t>Use icons in Indigo for content that’s related to AI/Joule</a:t>
            </a:r>
            <a:endParaRPr kumimoji="0" lang="en-US" sz="1800" b="0" i="0" u="none" strike="noStrike" kern="0" cap="none" spc="0" normalizeH="0" baseline="0" noProof="1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lt"/>
              <a:ea typeface="72 Brand" pitchFamily="34" charset="-128"/>
              <a:cs typeface="72 Brand" pitchFamily="34" charset="-128"/>
            </a:endParaRP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34080855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AGENDA" val="TOC TOCShowsSubsections Dividers SectionNumber SlideNumber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True&quot; Source=&quot;Group 4&quot; Layer=&quot;Group 4&quot; /&gt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True&quot; Source=&quot;Group 5&quot; Layer=&quot;Group 5&quot; /&gt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True&quot; Source=&quot;Harvey 8&quot; Layer=&quot;Harvey 8&quot; /&gt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d5f66dcd-7c8d-4661-849b-23a9587c15e3&quot; /&gt;"/>
  <p:tag name="SP_POWERSHAPE" val="&lt;PowerShapeTag ClassVersion=&quot;0&quot; GUID=&quot;81f1f80b-b882-418d-8bbb-9c38d8d27274&quot; IsConsolidated=&quot;False&quot; IsTopLevel=&quot;True&quot; Layer=&quot;Harvey 100&quot; Source=&quot;Harvey 100&quot; /&gt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0/100 [0]&quot; Source=&quot;Harvey 100&quot; /&gt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/100 [1]&quot; Source=&quot;Harvey 100&quot; /&gt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/100 [2]&quot; Source=&quot;Harvey 100&quot; /&gt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/100 [3]&quot; Source=&quot;Harvey 100&quot; /&gt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/100 [4]&quot; Source=&quot;Harvey 100&quot; /&gt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/100 [5]&quot; Source=&quot;Harvey 100&quot; /&gt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/100 [6]&quot; Source=&quot;Harvey 100&quot; /&gt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/100 [7]&quot; Source=&quot;Harvey 100&quot; /&gt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/100 [8]&quot; Source=&quot;Harvey 100&quot; /&gt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/100 [9]&quot; Source=&quot;Harvey 100&quot; /&gt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/100 [10]&quot; Source=&quot;Harvey 100&quot; /&gt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1/100 [11]&quot; Source=&quot;Harvey 100&quot; /&gt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2/100 [12]&quot; Source=&quot;Harvey 100&quot; /&gt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3/100 [13]&quot; Source=&quot;Harvey 100&quot; /&gt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4/100 [14]&quot; Source=&quot;Harvey 100&quot; /&gt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5/100 [15]&quot; Source=&quot;Harvey 100&quot; /&gt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6/100 [16]&quot; Source=&quot;Harvey 100&quot; /&gt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7/100 [17]&quot; Source=&quot;Harvey 100&quot; /&gt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8/100 [18]&quot; Source=&quot;Harvey 100&quot; /&gt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9/100 [19]&quot; Source=&quot;Harvey 100&quot; /&gt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0/100 [20]&quot; Source=&quot;Harvey 100&quot; /&gt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1/100 [21]&quot; Source=&quot;Harvey 100&quot; /&gt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2/100 [22]&quot; Source=&quot;Harvey 100&quot; /&gt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3/100 [23]&quot; Source=&quot;Harvey 100&quot; /&gt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4/100 [24]&quot; Source=&quot;Harvey 100&quot; /&gt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5/100 [25]&quot; Source=&quot;Harvey 100&quot; /&gt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6/100 [26]&quot; Source=&quot;Harvey 100&quot; /&gt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7/100 [27]&quot; Source=&quot;Harvey 100&quot; /&gt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8/100 [28]&quot; Source=&quot;Harvey 100&quot; /&gt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29/100 [29]&quot; Source=&quot;Harvey 100&quot; /&gt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0/100 [30]&quot; Source=&quot;Harvey 100&quot; /&gt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1/100 [31]&quot; Source=&quot;Harvey 100&quot; /&gt;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2/100 [32]&quot; Source=&quot;Harvey 100&quot; /&gt;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3/100 [33]&quot; Source=&quot;Harvey 100&quot; /&gt;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4/100 [34]&quot; Source=&quot;Harvey 100&quot; /&gt;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5/100 [35]&quot; Source=&quot;Harvey 100&quot; /&gt;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6/100 [36]&quot; Source=&quot;Harvey 100&quot; /&gt;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7/100 [37]&quot; Source=&quot;Harvey 100&quot; /&gt;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8/100 [38]&quot; Source=&quot;Harvey 100&quot; /&gt;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39/100 [39]&quot; Source=&quot;Harvey 100&quot; /&gt;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0/100 [40]&quot; Source=&quot;Harvey 100&quot; /&gt;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1/100 [41]&quot; Source=&quot;Harvey 100&quot; /&gt;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2/100 [42]&quot; Source=&quot;Harvey 100&quot; /&gt;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3/100 [43]&quot; Source=&quot;Harvey 100&quot; /&gt;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4/100 [44]&quot; Source=&quot;Harvey 100&quot; /&gt;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5/100 [45]&quot; Source=&quot;Harvey 100&quot; /&gt;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6/100 [46]&quot; Source=&quot;Harvey 100&quot; /&gt;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7/100 [47]&quot; Source=&quot;Harvey 100&quot; /&gt;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8/100 [48]&quot; Source=&quot;Harvey 100&quot; /&gt;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49/100 [49]&quot; Source=&quot;Harvey 100&quot; /&gt;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0/100 [50]&quot; Source=&quot;Harvey 100&quot; /&gt;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1/100 [51]&quot; Source=&quot;Harvey 100&quot; /&gt;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2/100 [52]&quot; Source=&quot;Harvey 100&quot; /&gt;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3/100 [53]&quot; Source=&quot;Harvey 100&quot; /&gt;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4/100 [54]&quot; Source=&quot;Harvey 100&quot; /&gt;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5/100 [55]&quot; Source=&quot;Harvey 100&quot; /&gt;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6/100 [56]&quot; Source=&quot;Harvey 100&quot; /&gt;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7/100 [57]&quot; Source=&quot;Harvey 100&quot; /&gt;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8/100 [58]&quot; Source=&quot;Harvey 100&quot; /&gt;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59/100 [59]&quot; Source=&quot;Harvey 100&quot; /&gt;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0/100 [60]&quot; Source=&quot;Harvey 100&quot; /&gt;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1/100 [61]&quot; Source=&quot;Harvey 100&quot; /&gt;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2/100 [62]&quot; Source=&quot;Harvey 100&quot; /&gt;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3/100 [63]&quot; Source=&quot;Harvey 100&quot; /&gt;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4/100 [64]&quot; Source=&quot;Harvey 100&quot; /&gt;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5/100 [65]&quot; Source=&quot;Harvey 100&quot; /&gt;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6/100 [66]&quot; Source=&quot;Harvey 100&quot; /&gt;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7/100 [67]&quot; Source=&quot;Harvey 100&quot; /&gt;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8/100 [68]&quot; Source=&quot;Harvey 100&quot; /&gt;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69/100 [69]&quot; Source=&quot;Harvey 100&quot; /&gt;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0/100 [70]&quot; Source=&quot;Harvey 100&quot; /&gt;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1/100 [71]&quot; Source=&quot;Harvey 100&quot; /&gt;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2/100 [72]&quot; Source=&quot;Harvey 100&quot; /&gt;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3/100 [73]&quot; Source=&quot;Harvey 100&quot; /&gt;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4/100 [74]&quot; Source=&quot;Harvey 100&quot; /&gt;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5/100 [75]&quot; Source=&quot;Harvey 100&quot; /&gt;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6/100 [76]&quot; Source=&quot;Harvey 100&quot; /&gt;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7/100 [77]&quot; Source=&quot;Harvey 100&quot; /&gt;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8/100 [78]&quot; Source=&quot;Harvey 100&quot; /&gt;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79/100 [79]&quot; Source=&quot;Harvey 100&quot; /&gt;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0/100 [80]&quot; Source=&quot;Harvey 100&quot; /&gt;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1/100 [81]&quot; Source=&quot;Harvey 100&quot; /&gt;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2/100 [82]&quot; Source=&quot;Harvey 100&quot; /&gt;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3/100 [83]&quot; Source=&quot;Harvey 100&quot; /&gt;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4/100 [84]&quot; Source=&quot;Harvey 100&quot; /&gt;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5/100 [85]&quot; Source=&quot;Harvey 100&quot; /&gt;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6/100 [86]&quot; Source=&quot;Harvey 100&quot; /&gt;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7/100 [87]&quot; Source=&quot;Harvey 100&quot; /&gt;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8/100 [88]&quot; Source=&quot;Harvey 100&quot; /&gt;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89/100 [89]&quot; Source=&quot;Harvey 100&quot; /&gt;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0/100 [90]&quot; Source=&quot;Harvey 100&quot; /&gt;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1/100 [91]&quot; Source=&quot;Harvey 100&quot; /&gt;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2/100 [92]&quot; Source=&quot;Harvey 100&quot; /&gt;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3/100 [93]&quot; Source=&quot;Harvey 100&quot; /&gt;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4/100 [94]&quot; Source=&quot;Harvey 100&quot; /&gt;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5/100 [95]&quot; Source=&quot;Harvey 100&quot; /&gt;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6/100 [96]&quot; Source=&quot;Harvey 100&quot; /&gt;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7/100 [97]&quot; Source=&quot;Harvey 100&quot; /&gt;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8/100 [98]&quot; Source=&quot;Harvey 100&quot; /&gt;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99/100 [99]&quot; Source=&quot;Harvey 100&quot; /&gt;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POWERSHAPE" val="&lt;PowerShapeTag ClassVersion=&quot;0&quot; GUID=&quot;81f1f80b-b882-418d-8bbb-9c38d8d27274&quot; IsConsolidated=&quot;False&quot; IsTopLevel=&quot;False&quot; Layer=&quot;Harvey 100/100 [100]&quot; Source=&quot;Harvey 100&quot; /&gt;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0/8 [0]&quot; /&gt;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1/8 [1]&quot; /&gt;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2/8 [2]&quot; /&gt;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3/8 [3]&quot; /&gt;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4/8 [4]&quot; /&gt;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5/8 [5]&quot; /&gt;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6/8 [6]&quot; /&gt;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7/8 [7]&quot; /&gt;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3ac6243e-138b-4d24-9233-68986636b925&quot; /&gt;"/>
  <p:tag name="SP_POWERSHAPE" val="&lt;PowerShapeTag ClassVersion=&quot;0&quot; GUID=&quot;b4a0a1cc-0b52-49b0-80fe-c3d6b9aabd20&quot; IsConsolidated=&quot;False&quot; IsTopLevel=&quot;False&quot; Source=&quot;Harvey 8&quot; Layer=&quot;Harvey 8/8 [8]&quot; /&gt;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0/4 [0]&quot; /&gt;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1/4 [1]&quot; /&gt;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2/4 [2]&quot; /&gt;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3/4 [3]&quot; /&gt;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1f6e42f0-6172-48f1-b7b3-938d21934801&quot; /&gt;"/>
  <p:tag name="SP_POWERSHAPE" val="&lt;PowerShapeTag ClassVersion=&quot;0&quot; GUID=&quot;d49074d4-1016-448b-856a-9ab9e2544118&quot; IsConsolidated=&quot;False&quot; IsTopLevel=&quot;False&quot; Source=&quot;Group 5&quot; Layer=&quot;Harvey 4/4 [4]&quot; /&gt;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0/3 [0]&quot; /&gt;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1/3 [1]&quot; /&gt;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2/3 [2]&quot; /&gt;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P_LIBRARY" val="&lt;LibraryShapeTag ClassVersion=&quot;0&quot; GUID=&quot;2915f3e2-8299-477b-bc6f-b8374767579c&quot; /&gt;"/>
  <p:tag name="SP_POWERSHAPE" val="&lt;PowerShapeTag ClassVersion=&quot;0&quot; GUID=&quot;482b1744-6a2c-4e40-b634-2f3943210f4d&quot; IsConsolidated=&quot;False&quot; IsTopLevel=&quot;False&quot; Source=&quot;Group 4&quot; Layer=&quot;Harvey 3/3 [3]&quot; /&gt;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247 - monitor with book in top right.svg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063 - lightbulb.svg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8800 - three people figures in a huddle.svg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92 - person in the middle of a circle.svg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8970 - target with arrow shot through the middle.svg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422 - book with plus symbol at lower right.svg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gg1_6FWd3kG4GUvrddFDxg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gg1_6FWd3kG4GUvrddFDxg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gg1_6FWd3kG4GUvrddFDxg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CET2PTJC9EqYqIGVrxpHjw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gg1_6FWd3kG4GUvrddFDxg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CET2PTJC9EqYqIGVrxpHjw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4b7uF.XC_0yDsubINpxJCw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sP4Y24PMTUSSMWRwJSSCpA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sP4Y24PMTUSSMWRwJSSCpA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sP4Y24PMTUSSMWRwJSSCpA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472 - desktop monitor and window in top right.svg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219 - three stacked horizontal rectangles.sv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77 - boxed packages with a plus on lower right.svg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67 - four people connected by lines.svg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53 - organizational chart with six sections.svg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054 - laptop.svg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8835 - full stacked column chart.svg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NTAINEDIMAGEPATH" val="C:\Users\D038346\AppData\Local\Templafy\AddIns\PowerPointVsto\ID 299102 - speech bubble with an exclamation point inside.svg"/>
</p:tagLst>
</file>

<file path=ppt/theme/theme1.xml><?xml version="1.0" encoding="utf-8"?>
<a:theme xmlns:a="http://schemas.openxmlformats.org/drawingml/2006/main" name="SAP Template">
  <a:themeElements>
    <a:clrScheme name="SAP Colors 2023">
      <a:dk1>
        <a:srgbClr val="000000"/>
      </a:dk1>
      <a:lt1>
        <a:srgbClr val="FFFFFF"/>
      </a:lt1>
      <a:dk2>
        <a:srgbClr val="1B90FF"/>
      </a:dk2>
      <a:lt2>
        <a:srgbClr val="89D1FF"/>
      </a:lt2>
      <a:accent1>
        <a:srgbClr val="E76500"/>
      </a:accent1>
      <a:accent2>
        <a:srgbClr val="049F9A"/>
      </a:accent2>
      <a:accent3>
        <a:srgbClr val="36A41D"/>
      </a:accent3>
      <a:accent4>
        <a:srgbClr val="FA4F96"/>
      </a:accent4>
      <a:accent5>
        <a:srgbClr val="F31DED"/>
      </a:accent5>
      <a:accent6>
        <a:srgbClr val="7858FF"/>
      </a:accent6>
      <a:hlink>
        <a:srgbClr val="0070F2"/>
      </a:hlink>
      <a:folHlink>
        <a:srgbClr val="0070F2"/>
      </a:folHlink>
    </a:clrScheme>
    <a:fontScheme name="SAP 2023">
      <a:majorFont>
        <a:latin typeface="72 Brand Medium"/>
        <a:ea typeface=""/>
        <a:cs typeface=""/>
      </a:majorFont>
      <a:minorFont>
        <a:latin typeface="72 Brand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noFill/>
        <a:ln w="28575" algn="ctr">
          <a:solidFill>
            <a:schemeClr val="tx1"/>
          </a:solidFill>
          <a:miter lim="800000"/>
          <a:headEnd/>
          <a:tailEnd/>
        </a:ln>
      </a:spPr>
      <a:bodyPr lIns="90000" tIns="72000" rIns="90000" bIns="72000" rtlCol="0" anchor="ctr"/>
      <a:lstStyle>
        <a:defPPr marR="0" algn="ctr" defTabSz="91440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>
            <a:srgbClr val="F0AB00"/>
          </a:buClr>
          <a:buSzPct val="80000"/>
          <a:tabLst/>
          <a:defRPr kumimoji="0" sz="1400" b="0" i="0" u="none" strike="noStrike" kern="0" cap="none" spc="0" normalizeH="0" baseline="0" noProof="0" dirty="0" err="1" smtClean="0">
            <a:ln>
              <a:noFill/>
            </a:ln>
            <a:effectLst/>
            <a:uLnTx/>
            <a:uFillTx/>
            <a:latin typeface="+mn-lt"/>
            <a:ea typeface="72 Brand" pitchFamily="34" charset="-128"/>
            <a:cs typeface="72 Brand" pitchFamily="34" charset="-128"/>
          </a:defRPr>
        </a:defPPr>
      </a:lstStyle>
    </a:spDef>
    <a:lnDef>
      <a:spPr>
        <a:ln w="25400"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 w="28575">
          <a:noFill/>
        </a:ln>
      </a:spPr>
      <a:bodyPr wrap="square" lIns="0" tIns="0" rIns="0" bIns="0" rtlCol="0">
        <a:spAutoFit/>
      </a:bodyPr>
      <a:lstStyle>
        <a:defPPr algn="l" fontAlgn="base">
          <a:spcBef>
            <a:spcPct val="50000"/>
          </a:spcBef>
          <a:spcAft>
            <a:spcPct val="0"/>
          </a:spcAft>
          <a:buClr>
            <a:schemeClr val="tx1"/>
          </a:buClr>
          <a:buSzPct val="100000"/>
          <a:defRPr sz="1400" kern="0" dirty="0" err="1" smtClean="0">
            <a:latin typeface="72 Brand" panose="020B0504030603020204" pitchFamily="34" charset="0"/>
            <a:ea typeface="72 Brand" pitchFamily="34" charset="-128"/>
            <a:cs typeface="72 Brand" pitchFamily="34" charset="-128"/>
          </a:defRPr>
        </a:defPPr>
      </a:lstStyle>
    </a:txDef>
  </a:objectDefaults>
  <a:extraClrSchemeLst/>
  <a:custClrLst>
    <a:custClr name="Blue 2">
      <a:srgbClr val="D1EFFF"/>
    </a:custClr>
    <a:custClr name="Blue 4">
      <a:srgbClr val="89D1FF"/>
    </a:custClr>
    <a:custClr name="Blue 6">
      <a:srgbClr val="1B90FF"/>
    </a:custClr>
    <a:custClr name="Blue 7">
      <a:srgbClr val="0070F2"/>
    </a:custClr>
    <a:custClr name="Blue 10">
      <a:srgbClr val="002A86"/>
    </a:custClr>
    <a:custClr name="Blue 11">
      <a:srgbClr val="00144A"/>
    </a:custClr>
    <a:custClr name="Mango 2">
      <a:srgbClr val="FFF3B8"/>
    </a:custClr>
    <a:custClr name="Mango 4">
      <a:srgbClr val="FFC933"/>
    </a:custClr>
    <a:custClr name="Mango 6">
      <a:srgbClr val="E76500"/>
    </a:custClr>
    <a:custClr name="Mango 7">
      <a:srgbClr val="C35500"/>
    </a:custClr>
    <a:custClr name="Mango 10">
      <a:srgbClr val="6D1900"/>
    </a:custClr>
    <a:custClr name="Mango 11">
      <a:srgbClr val="450B00"/>
    </a:custClr>
    <a:custClr name="Teal 2">
      <a:srgbClr val="C2FCEE"/>
    </a:custClr>
    <a:custClr name="Teal 4">
      <a:srgbClr val="2CE0BF"/>
    </a:custClr>
    <a:custClr name="Teal 6">
      <a:srgbClr val="049F9A"/>
    </a:custClr>
    <a:custClr name="Teal 7">
      <a:srgbClr val="07838F"/>
    </a:custClr>
    <a:custClr name="Teal 10">
      <a:srgbClr val="02414C"/>
    </a:custClr>
    <a:custClr name="Teal 11">
      <a:srgbClr val="012931"/>
    </a:custClr>
    <a:custClr name="Green 2">
      <a:srgbClr val="EBF5CB"/>
    </a:custClr>
    <a:custClr name="Green 4">
      <a:srgbClr val="97DD40"/>
    </a:custClr>
    <a:custClr name="Green 6">
      <a:srgbClr val="36A41D"/>
    </a:custClr>
    <a:custClr name="Green 7">
      <a:srgbClr val="188918"/>
    </a:custClr>
    <a:custClr name="Green 10">
      <a:srgbClr val="164323"/>
    </a:custClr>
    <a:custClr name="Green 11">
      <a:srgbClr val="0E2B16"/>
    </a:custClr>
    <a:custClr name="Red 2">
      <a:srgbClr val="FFD5EA"/>
    </a:custClr>
    <a:custClr name="Red 4">
      <a:srgbClr val="FF8CB2"/>
    </a:custClr>
    <a:custClr name="Red 6">
      <a:srgbClr val="EE3939"/>
    </a:custClr>
    <a:custClr name="Red 7">
      <a:srgbClr val="D20A0A"/>
    </a:custClr>
    <a:custClr name="Red 10">
      <a:srgbClr val="5A0404"/>
    </a:custClr>
    <a:custClr name="Red 11">
      <a:srgbClr val="350000"/>
    </a:custClr>
    <a:custClr name="Raspberry 2">
      <a:srgbClr val="FFDCE8"/>
    </a:custClr>
    <a:custClr name="Raspberry 4">
      <a:srgbClr val="FEADC8"/>
    </a:custClr>
    <a:custClr name="Raspberry 6">
      <a:srgbClr val="FA4F96"/>
    </a:custClr>
    <a:custClr name="Raspberry 7">
      <a:srgbClr val="DF1278"/>
    </a:custClr>
    <a:custClr name="Raspberry 10">
      <a:srgbClr val="71014B"/>
    </a:custClr>
    <a:custClr name="Raspberry 11">
      <a:srgbClr val="510136"/>
    </a:custClr>
    <a:custClr name="Pink 2">
      <a:srgbClr val="FFDCF3"/>
    </a:custClr>
    <a:custClr name="Pink 4">
      <a:srgbClr val="FF8AF0"/>
    </a:custClr>
    <a:custClr name="Pink 6">
      <a:srgbClr val="F31DED"/>
    </a:custClr>
    <a:custClr name="Pink 7">
      <a:srgbClr val="CC00DC"/>
    </a:custClr>
    <a:custClr name="Pink 10">
      <a:srgbClr val="510080"/>
    </a:custClr>
    <a:custClr name="Pink 11">
      <a:srgbClr val="28004A"/>
    </a:custClr>
    <a:custClr name="Indigo 2">
      <a:srgbClr val="E2D8FF"/>
    </a:custClr>
    <a:custClr name="Indigo 4">
      <a:srgbClr val="B894FF"/>
    </a:custClr>
    <a:custClr name="Indigo 6">
      <a:srgbClr val="7858FF"/>
    </a:custClr>
    <a:custClr name="Indigo 7">
      <a:srgbClr val="5D36FF"/>
    </a:custClr>
    <a:custClr name="Indigo 10">
      <a:srgbClr val="1C0C6E"/>
    </a:custClr>
    <a:custClr name="Indigo 11">
      <a:srgbClr val="0E0637"/>
    </a:custClr>
  </a:custClrLst>
  <a:extLst>
    <a:ext uri="{05A4C25C-085E-4340-85A3-A5531E510DB2}">
      <thm15:themeFamily xmlns:thm15="http://schemas.microsoft.com/office/thememl/2012/main" name="106242_PPT_Template_SAP_TechEd_2026_internal" id="{678DCC4A-6DFA-824B-B2CF-53270BB8A897}" vid="{79027983-3230-9D42-9BEF-2728B1A2CB4E}"/>
    </a:ext>
  </a:extLst>
</a:theme>
</file>

<file path=ppt/theme/theme2.xml><?xml version="1.0" encoding="utf-8"?>
<a:theme xmlns:a="http://schemas.openxmlformats.org/drawingml/2006/main" name="Office Theme">
  <a:themeElements>
    <a:clrScheme name="SAP_Colors2011_1.1">
      <a:dk1>
        <a:srgbClr val="000000"/>
      </a:dk1>
      <a:lt1>
        <a:srgbClr val="FFFFFF"/>
      </a:lt1>
      <a:dk2>
        <a:srgbClr val="0076CB"/>
      </a:dk2>
      <a:lt2>
        <a:srgbClr val="CCCCCC"/>
      </a:lt2>
      <a:accent1>
        <a:srgbClr val="F0AB00"/>
      </a:accent1>
      <a:accent2>
        <a:srgbClr val="666666"/>
      </a:accent2>
      <a:accent3>
        <a:srgbClr val="0076CB"/>
      </a:accent3>
      <a:accent4>
        <a:srgbClr val="4FB81C"/>
      </a:accent4>
      <a:accent5>
        <a:srgbClr val="E35500"/>
      </a:accent5>
      <a:accent6>
        <a:srgbClr val="760A85"/>
      </a:accent6>
      <a:hlink>
        <a:srgbClr val="666666"/>
      </a:hlink>
      <a:folHlink>
        <a:srgbClr val="CCCCCC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theme/theme3.xml><?xml version="1.0" encoding="utf-8"?>
<a:theme xmlns:a="http://schemas.openxmlformats.org/drawingml/2006/main" name="Office Theme">
  <a:themeElements>
    <a:clrScheme name="SAP_Colors2011">
      <a:dk1>
        <a:srgbClr val="000000"/>
      </a:dk1>
      <a:lt1>
        <a:srgbClr val="FFFFFF"/>
      </a:lt1>
      <a:dk2>
        <a:srgbClr val="00AFE3"/>
      </a:dk2>
      <a:lt2>
        <a:srgbClr val="CCCCCC"/>
      </a:lt2>
      <a:accent1>
        <a:srgbClr val="FDB913"/>
      </a:accent1>
      <a:accent2>
        <a:srgbClr val="626366"/>
      </a:accent2>
      <a:accent3>
        <a:srgbClr val="0082C9"/>
      </a:accent3>
      <a:accent4>
        <a:srgbClr val="4BBE44"/>
      </a:accent4>
      <a:accent5>
        <a:srgbClr val="B1D249"/>
      </a:accent5>
      <a:accent6>
        <a:srgbClr val="80298F"/>
      </a:accent6>
      <a:hlink>
        <a:srgbClr val="04357B"/>
      </a:hlink>
      <a:folHlink>
        <a:srgbClr val="999999"/>
      </a:folHlink>
    </a:clrScheme>
    <a:fontScheme name="SAP_Fonts201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Median">
      <a:fillStyleLst>
        <a:solidFill>
          <a:schemeClr val="phClr"/>
        </a:solidFill>
        <a:solidFill>
          <a:schemeClr val="phClr">
            <a:tint val="50000"/>
          </a:schemeClr>
        </a:solidFill>
        <a:solidFill>
          <a:schemeClr val="phClr"/>
        </a:solidFill>
      </a:fillStyleLst>
      <a:lnStyleLst>
        <a:ln w="100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47625" cap="flat" cmpd="dbl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300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  <a:scene3d>
            <a:camera prst="isometricTopDown" fov="0">
              <a:rot lat="0" lon="0" rev="0"/>
            </a:camera>
            <a:lightRig rig="balanced" dir="t">
              <a:rot lat="0" lon="0" rev="13800000"/>
            </a:lightRig>
          </a:scene3d>
          <a:sp3d extrusionH="12700" prstMaterial="plastic">
            <a:bevelT w="38100" h="25400" prst="softRound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custClrLst>
    <a:custClr name="Blue 2">
      <a:srgbClr val="D1EFFF"/>
    </a:custClr>
  </a:custClr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D0FCFAFA-D3D3-1441-8101-DA629D03A5D9}">
  <we:reference id="b0692d11-e342-a550-cfba-e8c57e47b8f1" version="1.0.0.8" store="EXCatalog" storeType="EXCatalog"/>
  <we:alternateReferences/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65AE667-A5F5-0F47-8627-5174A8B7EA47}">
  <we:reference id="b8d7a30b-109c-4c41-a1df-a6cb639730b5" version="2.0.0.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item1.xml><?xml version="1.0" encoding="utf-8"?>
<TemplafySlideTemplateConfiguration><![CDATA[{"slideVersion":3,"isValidatorEnabled":false,"isLocked":false,"elementsMetadata":[],"slideId":"1328131217384275975","enableDocumentContentUpdater":false,"version":"2.0"}]]></TemplafySlideTemplateConfiguration>
</file>

<file path=customXml/item2.xml><?xml version="1.0" encoding="utf-8"?>
<TemplafySlideTemplateConfiguration><![CDATA[{"slideVersion":3,"isValidatorEnabled":false,"isLocked":false,"elementsMetadata":[],"slideId":"1328131217384275985","enableDocumentContentUpdater":false,"version":"2.0"}]]></TemplafySlideTemplateConfiguration>
</file>

<file path=customXml/item3.xml><?xml version="1.0" encoding="utf-8"?>
<TemplafyTemplateConfiguration><![CDATA[{"elementsMetadata":[{"type":"shape","id":"ac503453-961c-454e-a265-acc820b54c40","elementConfiguration":{"inheritDimensions":"{{InheritDimensions.InheritNone}}","width":"","height":"1 cm","image":"{{Form.SAPLogo.SubbrandWhite}}","visibility":"","type":"image","disableUpdates":false}},{"type":"shape","id":"1cf9044e-8f82-4d5c-ab78-a92a55d758fe","elementConfiguration":{"inheritDimensions":"{{InheritDimensions.InheritNone}}","width":"","height":"1 cm","image":"{{Form.SAPLogo.SubbrandWhite}}","visibility":"","type":"image","disableUpdates":false}},{"type":"shape","id":"8031e150-e28c-48f5-bc23-d95cac3a2902","elementConfiguration":{"inheritDimensions":"{{InheritDimensions.InheritNone}}","width":"","height":"1 cm","image":"{{Form.SAPLogo.SubbrandBlue}}","visibility":"","type":"image","disableUpdates":false}},{"type":"shape","id":"357ff70f-1de5-4d51-aad2-51c0cf9b5611","elementConfiguration":{"inheritDimensions":"{{InheritDimensions.InheritNone}}","width":"","height":"1 cm","image":"{{Form.SAPLogo.SubbrandBlue}}","visibility":"","type":"image","disableUpdates":false}},{"type":"shape","id":"3072eac8-f615-4573-af48-f8bf691d6b9e","elementConfiguration":{"inheritDimensions":"{{InheritDimensions.InheritNone}}","width":"","height":"1 cm","image":"{{Form.SAPLogo.SubbrandBlack}}","visibility":"","type":"image","disableUpdates":false}},{"type":"shape","id":"f6b63be9-146f-4355-b4ef-6e3d37222459","elementConfiguration":{"inheritDimensions":"{{InheritDimensions.InheritNone}}","width":"","height":"1 cm","image":"{{Form.SAPLogo.SubbrandWhite}}","visibility":"","type":"image","disableUpdates":false}},{"type":"shape","id":"12118f0b-7745-4ea5-85c3-1b3b6bda4036","elementConfiguration":{"inheritDimensions":"{{InheritDimensions.InheritNone}}","width":"","height":"1 cm","image":"{{Form.SAPLogo.SubbrandBlue}}","visibility":"","type":"image","disableUpdates":false}},{"type":"shape","id":"6d5d147f-96be-424e-b54a-e907ed10c5df","elementConfiguration":{"inheritDimensions":"{{InheritDimensions.InheritNone}}","width":"","height":"1 cm","image":"{{Form.SAPLogo.SubbrandWhite}}","visibility":"","type":"image","disableUpdates":false}},{"type":"shape","id":"b40c0a34-001f-4cc8-810a-ebf1d48ddb8c","elementConfiguration":{"inheritDimensions":"{{InheritDimensions.InheritNone}}","width":"","height":"1 cm","image":"{{Form.SAPLogo.SubbrandWhite}}","visibility":"","type":"image","disableUpdates":false}},{"type":"shape","id":"206ae7fd-1375-41f0-b48b-3fc15a29814a","elementConfiguration":{"inheritDimensions":"{{InheritDimensions.InheritNone}}","width":"","height":"1 cm","image":"{{Form.SAPLogo.SubbrandBlack}}","visibility":"","type":"image","disableUpdates":false}},{"type":"shape","id":"031deffc-9edd-4fe1-83f3-0f1f73dcf271","elementConfiguration":{"inheritDimensions":"{{InheritDimensions.InheritNone}}","width":"","height":"1 cm","image":"{{Form.SAPLogo.SubbrandWhite}}","visibility":"","type":"image","disableUpdates":false}},{"type":"shape","id":"89d1f4dd-6a63-4473-8ce3-1481fdb46ccc","elementConfiguration":{"inheritDimensions":"{{InheritDimensions.InheritNone}}","width":"","height":"1 cm","image":"{{Form.SAPLogo.SubbrandBlue}}","visibility":"","type":"image","disableUpdates":false}},{"type":"shape","id":"f2f0d456-09a2-4d34-bcfc-b21343af3ff7","elementConfiguration":{"inheritDimensions":"{{InheritDimensions.InheritNone}}","width":"","height":"1 cm","image":"{{Form.SAPLogo.SubbrandBlack}}","visibility":"","type":"image","disableUpdates":false}},{"type":"shape","id":"7f2d7a43-4808-4134-a166-f24dfb88d30b","elementConfiguration":{"inheritDimensions":"{{InheritDimensions.InheritNone}}","width":"","height":"1 cm","image":"{{Form.SAPLogo.SubbrandBlue}}","visibility":"","type":"image","disableUpdates":false}},{"type":"shape","id":"13eca31f-2a44-4c6a-9a55-c2072cea1787","elementConfiguration":{"binding":"{{StringJoin(\", \", Form.SpeakerName,\"SAP\")}}","visibility":"","type":"text","disableUpdates":false,"renderAsMarkdown":false}},{"type":"shape","id":"7ab1e498-28f2-40e5-ad60-841aaaef527a","elementConfiguration":{"binding":"{{FormatDateTime(Form.Date,\"MMMM dd, yyyy\",\"en-US\")}}","visibility":"","type":"text","disableUpdates":false,"renderAsMarkdown":false}},{"type":"shape","id":"7943004a-110b-43f5-94a5-62a19d81b9fa","elementConfiguration":{"binding":"{{Form.SpeakerName}}","visibility":"","type":"text","disableUpdates":false,"renderAsMarkdown":false}},{"type":"shape","id":"90d1cd6e-26f4-46ba-ba31-fa49bdddf9df","elementConfiguration":{"binding":"{{Form.Position}}\n{{Form.Address}}\n{{Form.City}} \n{{Form.Email}}","visibility":"","type":"text","disableUpdates":false,"renderAsMarkdown":false}},{"type":"shape","id":"2887f854-7cf1-46b3-a100-cf982aae99a5","elementConfiguration":{"binding":"{{StringJoin(\", \", Form.SpeakerName,\"SAP\")}}","visibility":"","type":"text","disableUpdates":false,"renderAsMarkdown":false}},{"type":"shape","id":"b6f542c5-3834-451b-a281-2121cac5132a","elementConfiguration":{"binding":"{{FormatDateTime(Form.Date,\"MMMM dd, yyyy\",\"en-US\")}}","visibility":"","type":"text","disableUpdates":false,"renderAsMarkdown":false}},{"type":"shape","id":"abd1b381-9a30-44bf-ac22-103b28c5edcc","elementConfiguration":{"binding":"{{StringJoin(\", \", Form.SpeakerName,\"SAP\")}}","visibility":"","type":"text","disableUpdates":false,"renderAsMarkdown":false}},{"type":"shape","id":"41a42eb8-1d53-4f94-b875-8ba9fe7e18b7","elementConfiguration":{"binding":"{{FormatDateTime(Form.Date,\"MMMM dd, yyyy\",\"en-US\")}}","visibility":"","type":"text","disableUpdates":false,"renderAsMarkdown":false}},{"type":"shape","id":"070432c1-3aeb-48f1-93d2-d434891fff5a","elementConfiguration":{"binding":"{{StringJoin(\", \", Form.SpeakerName,\"SAP\")}}","visibility":"","type":"text","disableUpdates":false,"renderAsMarkdown":false}},{"type":"shape","id":"9d9224ff-bbdc-4a3e-a31c-6fcbb18846c9","elementConfiguration":{"binding":"{{FormatDateTime(Form.Date,\"MMMM dd, yyyy\",\"en-US\")}}","visibility":"","type":"text","disableUpdates":false,"renderAsMarkdown":false}}],"transformationConfigurations":[],"templateName":"SAP Corp","templateDescription":"","enableDocumentContentUpdater":true,"version":"2.0"}]]></Templafy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slideVersion":3,"isValidatorEnabled":false,"isLocked":false,"elementsMetadata":[],"slideId":"1328131217384275986","enableDocumentContentUpdater":false,"version":"2.0"}]]></TemplafySlideTemplate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FormConfiguration><![CDATA[{"formFields":[],"formDataEntries":[]}]]></TemplafySlideForm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TemplateConfiguration><![CDATA[{"slideVersion":3,"isValidatorEnabled":false,"isLocked":false,"elementsMetadata":[],"slideId":"1328131217384275983","enableDocumentContentUpdater":fals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3,"isValidatorEnabled":false,"isLocked":false,"elementsMetadata":[],"slideId":"1328131217384275974","enableDocumentContentUpdater":false,"version":"2.0"}]]></TemplafySlideTemplateConfiguration>
</file>

<file path=customXml/item14.xml><?xml version="1.0" encoding="utf-8"?>
<TemplafyFormConfiguration><![CDATA[{"formFields":[{"distinct":false,"hideIfNoUserInteractionRequired":false,"required":true,"autoSelectFirstOption":false,"shareValue":false,"type":"dropDown","dataSourceName":"PPTSubBrandLogos2023","dataSourceFieldName":"Name","name":"SAPLogo","label":"Select Template"},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shareValue":false,"type":"datePicker","name":"Date","label":"Date"},{"helpTexts":{},"spacing":{},"type":"instructions","name":"Following_information_will_appear_on_the_Thank_You_slide","label":"Following information will appear on the Thank You slide:"},{"required":false,"placeholder":"","lines":1,"defaultValue":"{{UserProfile.JobTitle}}","helpTexts":{},"spacing":{},"shareValue":false,"type":"textBox","name":"Position","label":"Job title"},{"required":false,"placeholder":"","lines":1,"defaultValue":"{{UserProfile.Address.Address}}","helpTexts":{},"spacing":{},"shareValue":false,"type":"textBox","name":"Address","label":"Address"},{"required":false,"placeholder":"","lines":1,"defaultValue":"{{UserProfile.Address.Zip}} {{UserProfile.City.Name}}","helpTexts":{},"spacing":{},"shareValue":false,"type":"textBox","name":"City","label":"City"},{"required":false,"placeholder":"","lines":1,"defaultValue":"{{UserProfile.Email}}","shareValue":false,"type":"textBox","name":"Email","label":"Email"}],"formDataEntries":[{"name":"SAPLogo","value":"pxB0tb4qiCEYCgGk2fAV86fXsKRk9ZMKiRC3VaLJ5C8="},{"name":"SpeakerName","value":"YnPwfaWtJd9yqRikMcavEg=="},{"name":"Date","value":"u7dVzEP5xrCymksMpLsL/Q=="},{"name":"Position","value":"hYE270aCl4QYJbxjf8yhcg=="},{"name":"Address","value":"J74SXewwIr7FPA+NOqR3Bw=="},{"name":"City","value":"0MNcblTGsky7bw1+X2Efyg=="},{"name":"Email","value":"v35+JSpO6F5yjM5PrFdVwQ=="}]}]]></Templafy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3,"isValidatorEnabled":false,"isLocked":false,"elementsMetadata":[],"slideId":"1328131217384275978","enableDocumentContentUpdater":false,"version":"2.0"}]]></TemplafySlideTemplateConfiguration>
</file>

<file path=customXml/item17.xml><?xml version="1.0" encoding="utf-8"?>
<TemplafySlideFormConfiguration><![CDATA[{"formFields":[{"required":false,"placeholder":"","lines":1,"defaultValue":"{{StringJoin(\" \", UserProfile.FirstName,UserProfile.LastName)}}","helpTexts":{"prefix":"After your name, include your preferred pronouns (they/them, she/her, he/him)."},"shareValue":false,"type":"textBox","name":"SpeakerName","label":"Name and Pronouns"},{"required":false,"placeholder":"","lines":1,"defaultValue":"{{UserProfile.JobTitle}}","helpTexts":{},"spacing":{},"shareValue":false,"type":"textBox","name":"Position","label":"Job title"},{"required":false,"placeholder":"","lines":1,"defaultValue":"{{UserProfile.Address.Address}}","helpTexts":{},"spacing":{},"shareValue":false,"type":"textBox","name":"Address","label":"Address"},{"required":false,"placeholder":"","lines":1,"defaultValue":"{{UserProfile.Address.Zip}} {{UserProfile.City.Name}}","helpTexts":{},"spacing":{},"shareValue":false,"type":"textBox","name":"City","label":"City"},{"required":false,"placeholder":"","lines":1,"defaultValue":"{{UserProfile.Email}}","shareValue":false,"type":"textBox","name":"Email","label":"Email"}],"formDataEntries":[]}]]></TemplafySlideFormConfiguration>
</file>

<file path=customXml/item18.xml><?xml version="1.0" encoding="utf-8"?>
<TemplafySlideTemplateConfiguration><![CDATA[{"slideVersion":9,"isValidatorEnabled":false,"isLocked":false,"elementsMetadata":[],"slideId":"638331234102899225","enableDocumentContentUpdater":false,"version":"2.0"}]]></TemplafySlideTemplateConfiguration>
</file>

<file path=customXml/item19.xml><?xml version="1.0" encoding="utf-8"?>
<TemplafySlideFormConfiguration><![CDATA[{"formFields":[],"formDataEntries":[]}]]></TemplafySlideFormConfiguration>
</file>

<file path=customXml/item20.xml><?xml version="1.0" encoding="utf-8"?>
<TemplafySlideFormConfiguration><![CDATA[{"formFields":[],"formDataEntries":[]}]]></TemplafySlideFormConfiguration>
</file>

<file path=customXml/item2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ntents xmlns="e04054ec-1ed4-4285-8c8c-94e226392eff" xsi:nil="true"/>
  </documentManagement>
</p:properties>
</file>

<file path=customXml/item22.xml><?xml version="1.0" encoding="utf-8"?>
<TemplafySlideFormConfiguration><![CDATA[{"formFields":[],"formDataEntries":[]}]]></TemplafySlideFormConfiguration>
</file>

<file path=customXml/item2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4.xml><?xml version="1.0" encoding="utf-8"?>
<TemplafySlideFormConfiguration><![CDATA[{"formFields":[],"formDataEntries":[]}]]></TemplafySlideFormConfiguration>
</file>

<file path=customXml/item25.xml><?xml version="1.0" encoding="utf-8"?>
<TemplafySlideTemplateConfiguration><![CDATA[{"slideVersion":3,"isValidatorEnabled":false,"isLocked":false,"elementsMetadata":[],"slideId":"1328131217384275979","enableDocumentContentUpdater":false,"version":"2.0"}]]></TemplafySlideTemplateConfiguration>
</file>

<file path=customXml/item26.xml><?xml version="1.0" encoding="utf-8"?>
<TemplafySlideTemplateConfiguration><![CDATA[{"slideVersion":3,"isValidatorEnabled":false,"isLocked":false,"elementsMetadata":[],"slideId":"1328131217384275977","enableDocumentContentUpdater":false,"version":"2.0"}]]></TemplafySlideTemplateConfiguration>
</file>

<file path=customXml/item27.xml><?xml version="1.0" encoding="utf-8"?>
<TemplafySlideFormConfiguration><![CDATA[{"formFields":[],"formDataEntries":[]}]]></TemplafySlideFormConfiguration>
</file>

<file path=customXml/item28.xml><?xml version="1.0" encoding="utf-8"?>
<TemplafySlideTemplateConfiguration><![CDATA[{"slideVersion":9,"isValidatorEnabled":false,"isLocked":false,"elementsMetadata":[],"slideId":"638331234102899225","enableDocumentContentUpdater":false,"version":"2.0"}]]></TemplafySlideTemplateConfiguration>
</file>

<file path=customXml/item2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3DB854BE305DB4C957C49B2472BEADE" ma:contentTypeVersion="10" ma:contentTypeDescription="Create a new document." ma:contentTypeScope="" ma:versionID="d6f545ecb6d0db5ac636b3e5d1337b60">
  <xsd:schema xmlns:xsd="http://www.w3.org/2001/XMLSchema" xmlns:xs="http://www.w3.org/2001/XMLSchema" xmlns:p="http://schemas.microsoft.com/office/2006/metadata/properties" xmlns:ns2="e04054ec-1ed4-4285-8c8c-94e226392eff" targetNamespace="http://schemas.microsoft.com/office/2006/metadata/properties" ma:root="true" ma:fieldsID="f3f6da5173e2ee352540290fdf1086a1" ns2:_="">
    <xsd:import namespace="e04054ec-1ed4-4285-8c8c-94e226392eff"/>
    <xsd:element name="properties">
      <xsd:complexType>
        <xsd:sequence>
          <xsd:element name="documentManagement">
            <xsd:complexType>
              <xsd:all>
                <xsd:element ref="ns2:Contents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04054ec-1ed4-4285-8c8c-94e226392eff" elementFormDefault="qualified">
    <xsd:import namespace="http://schemas.microsoft.com/office/2006/documentManagement/types"/>
    <xsd:import namespace="http://schemas.microsoft.com/office/infopath/2007/PartnerControls"/>
    <xsd:element name="Contents" ma:index="8" nillable="true" ma:displayName="Contents" ma:format="Dropdown" ma:internalName="Contents">
      <xsd:simpleType>
        <xsd:restriction base="dms:Note">
          <xsd:maxLength value="255"/>
        </xsd:restriction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0.xml><?xml version="1.0" encoding="utf-8"?>
<TemplafySlideTemplateConfiguration><![CDATA[{"slideVersion":3,"isValidatorEnabled":false,"isLocked":false,"elementsMetadata":[],"slideId":"1328131217384275976","enableDocumentContentUpdater":false,"version":"2.0"}]]></TemplafySlideTemplateConfiguration>
</file>

<file path=customXml/item31.xml><?xml version="1.0" encoding="utf-8"?>
<TemplafySlideTemplateConfiguration><![CDATA[{"slideVersion":3,"isValidatorEnabled":false,"isLocked":false,"elementsMetadata":[{"type":"shape","elementConfiguration":{"binding":"{{Form.SpeakerName}}","visibility":"","type":"text","disableUpdates":false,"renderAsMarkdown":false}},{"type":"shape","elementConfiguration":{"binding":"{{Form.Position}}\n{{Form.Address}}\n{{Form.City}} \n{{Form.Email}}","visibility":"","type":"text","disableUpdates":false,"renderAsMarkdown":false}}],"slideId":"1328131217384275984","enableDocumentContentUpdater":false,"version":"2.0"}]]></TemplafySlideTemplateConfiguration>
</file>

<file path=customXml/item32.xml><?xml version="1.0" encoding="utf-8"?>
<TemplafySlideTemplateConfiguration><![CDATA[{"slideVersion":3,"isValidatorEnabled":false,"isLocked":false,"elementsMetadata":[],"slideId":"1328131217384275973","enableDocumentContentUpdater":false,"version":"2.0"}]]></TemplafySlideTemplateConfiguration>
</file>

<file path=customXml/item33.xml><?xml version="1.0" encoding="utf-8"?>
<TemplafySlideTemplateConfiguration><![CDATA[{"slideVersion":3,"isValidatorEnabled":false,"isLocked":false,"elementsMetadata":[],"slideId":"1328131217384275975","enableDocumentContentUpdater":false,"version":"2.0"}]]></TemplafySlideTemplateConfiguration>
</file>

<file path=customXml/itemProps1.xml><?xml version="1.0" encoding="utf-8"?>
<ds:datastoreItem xmlns:ds="http://schemas.openxmlformats.org/officeDocument/2006/customXml" ds:itemID="{6AB5548D-58E6-334E-9FAA-B52CCFB8252C}">
  <ds:schemaRefs/>
</ds:datastoreItem>
</file>

<file path=customXml/itemProps2.xml><?xml version="1.0" encoding="utf-8"?>
<ds:datastoreItem xmlns:ds="http://schemas.openxmlformats.org/officeDocument/2006/customXml" ds:itemID="{340F98CC-F8FA-4257-87D3-FCE825196D17}">
  <ds:schemaRefs/>
</ds:datastoreItem>
</file>

<file path=customXml/itemProps3.xml><?xml version="1.0" encoding="utf-8"?>
<ds:datastoreItem xmlns:ds="http://schemas.openxmlformats.org/officeDocument/2006/customXml" ds:itemID="{626BBCBB-1894-4E66-BA48-9E91CE3ACBA0}">
  <ds:schemaRefs/>
</ds:datastoreItem>
</file>

<file path=customXml/itemProps4.xml><?xml version="1.0" encoding="utf-8"?>
<ds:datastoreItem xmlns:ds="http://schemas.openxmlformats.org/officeDocument/2006/customXml" ds:itemID="{170343B8-1D21-CF4D-8B2A-BEADC6F3EDA3}">
  <ds:schemaRefs/>
</ds:datastoreItem>
</file>

<file path=customXml/itemProps5.xml><?xml version="1.0" encoding="utf-8"?>
<ds:datastoreItem xmlns:ds="http://schemas.openxmlformats.org/officeDocument/2006/customXml" ds:itemID="{2E9C140C-7F7C-4BAD-BCD9-F2636157DE78}">
  <ds:schemaRefs/>
</ds:datastoreItem>
</file>

<file path=customXml/itemProps6.xml><?xml version="1.0" encoding="utf-8"?>
<ds:datastoreItem xmlns:ds="http://schemas.openxmlformats.org/officeDocument/2006/customXml" ds:itemID="{E401AD5E-0345-3841-9A80-CC515C24B561}">
  <ds:schemaRefs/>
</ds:datastoreItem>
</file>

<file path=customXml/itemProps7.xml><?xml version="1.0" encoding="utf-8"?>
<ds:datastoreItem xmlns:ds="http://schemas.openxmlformats.org/officeDocument/2006/customXml" ds:itemID="{262F285F-827C-4183-96DE-8531462DE52A}">
  <ds:schemaRefs/>
</ds:datastoreItem>
</file>

<file path=customXml/itemProps8.xml><?xml version="1.0" encoding="utf-8"?>
<ds:datastoreItem xmlns:ds="http://schemas.openxmlformats.org/officeDocument/2006/customXml" ds:itemID="{1713C0A8-B55F-FD4B-BC1B-C6914C5E0076}">
  <ds:schemaRefs/>
</ds:datastoreItem>
</file>

<file path=customXml/itemProps9.xml><?xml version="1.0" encoding="utf-8"?>
<ds:datastoreItem xmlns:ds="http://schemas.openxmlformats.org/officeDocument/2006/customXml" ds:itemID="{1DF57CE4-1364-6D4B-85AD-5F8466EBEDE4}">
  <ds:schemaRefs/>
</ds:datastoreItem>
</file>

<file path=customXml/itemProps10.xml><?xml version="1.0" encoding="utf-8"?>
<ds:datastoreItem xmlns:ds="http://schemas.openxmlformats.org/officeDocument/2006/customXml" ds:itemID="{E54232B7-ECAB-41A6-AF8E-F8AA8F67AA91}">
  <ds:schemaRefs/>
</ds:datastoreItem>
</file>

<file path=customXml/itemProps11.xml><?xml version="1.0" encoding="utf-8"?>
<ds:datastoreItem xmlns:ds="http://schemas.openxmlformats.org/officeDocument/2006/customXml" ds:itemID="{1A5C0054-ED86-FF44-8598-F88C8909EB8E}">
  <ds:schemaRefs/>
</ds:datastoreItem>
</file>

<file path=customXml/itemProps12.xml><?xml version="1.0" encoding="utf-8"?>
<ds:datastoreItem xmlns:ds="http://schemas.openxmlformats.org/officeDocument/2006/customXml" ds:itemID="{7191A31C-0001-4F47-9681-3BF2CDE82779}">
  <ds:schemaRefs/>
</ds:datastoreItem>
</file>

<file path=customXml/itemProps13.xml><?xml version="1.0" encoding="utf-8"?>
<ds:datastoreItem xmlns:ds="http://schemas.openxmlformats.org/officeDocument/2006/customXml" ds:itemID="{7CE852FA-A08C-42DD-AE0D-B4ACD5BB86CC}">
  <ds:schemaRefs/>
</ds:datastoreItem>
</file>

<file path=customXml/itemProps14.xml><?xml version="1.0" encoding="utf-8"?>
<ds:datastoreItem xmlns:ds="http://schemas.openxmlformats.org/officeDocument/2006/customXml" ds:itemID="{CC49FFC8-2FF3-4057-96F0-3BCD1A4F0351}">
  <ds:schemaRefs/>
</ds:datastoreItem>
</file>

<file path=customXml/itemProps15.xml><?xml version="1.0" encoding="utf-8"?>
<ds:datastoreItem xmlns:ds="http://schemas.openxmlformats.org/officeDocument/2006/customXml" ds:itemID="{2619A3F2-6BB2-4CAE-88B7-CFA577527EBA}">
  <ds:schemaRefs/>
</ds:datastoreItem>
</file>

<file path=customXml/itemProps16.xml><?xml version="1.0" encoding="utf-8"?>
<ds:datastoreItem xmlns:ds="http://schemas.openxmlformats.org/officeDocument/2006/customXml" ds:itemID="{5E11CF51-A506-4F35-8D30-27CC6B312382}">
  <ds:schemaRefs/>
</ds:datastoreItem>
</file>

<file path=customXml/itemProps17.xml><?xml version="1.0" encoding="utf-8"?>
<ds:datastoreItem xmlns:ds="http://schemas.openxmlformats.org/officeDocument/2006/customXml" ds:itemID="{9F687104-044A-49FD-BBC2-8EEC24DE651C}">
  <ds:schemaRefs/>
</ds:datastoreItem>
</file>

<file path=customXml/itemProps18.xml><?xml version="1.0" encoding="utf-8"?>
<ds:datastoreItem xmlns:ds="http://schemas.openxmlformats.org/officeDocument/2006/customXml" ds:itemID="{08F5F941-6E88-5F40-9BCA-A159B8E67677}">
  <ds:schemaRefs/>
</ds:datastoreItem>
</file>

<file path=customXml/itemProps19.xml><?xml version="1.0" encoding="utf-8"?>
<ds:datastoreItem xmlns:ds="http://schemas.openxmlformats.org/officeDocument/2006/customXml" ds:itemID="{1949C97A-F2E4-44DC-BFCA-6630B6534B78}">
  <ds:schemaRefs/>
</ds:datastoreItem>
</file>

<file path=customXml/itemProps20.xml><?xml version="1.0" encoding="utf-8"?>
<ds:datastoreItem xmlns:ds="http://schemas.openxmlformats.org/officeDocument/2006/customXml" ds:itemID="{8F54209D-E2B9-45C1-850A-8060F1CC8CCA}">
  <ds:schemaRefs/>
</ds:datastoreItem>
</file>

<file path=customXml/itemProps21.xml><?xml version="1.0" encoding="utf-8"?>
<ds:datastoreItem xmlns:ds="http://schemas.openxmlformats.org/officeDocument/2006/customXml" ds:itemID="{C1422F45-04DB-421D-8796-270006657806}">
  <ds:schemaRefs>
    <ds:schemaRef ds:uri="http://schemas.microsoft.com/office/2006/metadata/properties"/>
    <ds:schemaRef ds:uri="0e00d59e-b0d2-4e67-be34-67e465b0fbed"/>
    <ds:schemaRef ds:uri="47fc58d8-9f4b-4bc8-b278-c3cb6f298023"/>
    <ds:schemaRef ds:uri="http://schemas.microsoft.com/office/infopath/2007/PartnerControls"/>
    <ds:schemaRef ds:uri="http://schemas.microsoft.com/office/2006/documentManagement/types"/>
    <ds:schemaRef ds:uri="http://schemas.openxmlformats.org/package/2006/metadata/core-properties"/>
    <ds:schemaRef ds:uri="http://purl.org/dc/terms/"/>
    <ds:schemaRef ds:uri="http://www.w3.org/XML/1998/namespace"/>
    <ds:schemaRef ds:uri="http://purl.org/dc/dcmitype/"/>
    <ds:schemaRef ds:uri="http://purl.org/dc/elements/1.1/"/>
    <ds:schemaRef ds:uri="779f7773-5b16-460b-be9a-e10be11b395c"/>
    <ds:schemaRef ds:uri="e04054ec-1ed4-4285-8c8c-94e226392eff"/>
  </ds:schemaRefs>
</ds:datastoreItem>
</file>

<file path=customXml/itemProps22.xml><?xml version="1.0" encoding="utf-8"?>
<ds:datastoreItem xmlns:ds="http://schemas.openxmlformats.org/officeDocument/2006/customXml" ds:itemID="{02A76EF8-E055-4175-8D2D-5B9E60211AF6}">
  <ds:schemaRefs/>
</ds:datastoreItem>
</file>

<file path=customXml/itemProps23.xml><?xml version="1.0" encoding="utf-8"?>
<ds:datastoreItem xmlns:ds="http://schemas.openxmlformats.org/officeDocument/2006/customXml" ds:itemID="{291DCB28-1C52-4C0E-804A-6BD2D3F0FB8D}">
  <ds:schemaRefs>
    <ds:schemaRef ds:uri="http://schemas.microsoft.com/sharepoint/v3/contenttype/forms"/>
  </ds:schemaRefs>
</ds:datastoreItem>
</file>

<file path=customXml/itemProps24.xml><?xml version="1.0" encoding="utf-8"?>
<ds:datastoreItem xmlns:ds="http://schemas.openxmlformats.org/officeDocument/2006/customXml" ds:itemID="{54FE47D6-A0B5-433B-A8EF-42136D6623C1}">
  <ds:schemaRefs/>
</ds:datastoreItem>
</file>

<file path=customXml/itemProps25.xml><?xml version="1.0" encoding="utf-8"?>
<ds:datastoreItem xmlns:ds="http://schemas.openxmlformats.org/officeDocument/2006/customXml" ds:itemID="{69B73946-F389-40E3-A533-45A6D07B0A63}">
  <ds:schemaRefs/>
</ds:datastoreItem>
</file>

<file path=customXml/itemProps26.xml><?xml version="1.0" encoding="utf-8"?>
<ds:datastoreItem xmlns:ds="http://schemas.openxmlformats.org/officeDocument/2006/customXml" ds:itemID="{0FC0028B-AD7A-9748-B2CA-6E9379D3DC0C}">
  <ds:schemaRefs/>
</ds:datastoreItem>
</file>

<file path=customXml/itemProps27.xml><?xml version="1.0" encoding="utf-8"?>
<ds:datastoreItem xmlns:ds="http://schemas.openxmlformats.org/officeDocument/2006/customXml" ds:itemID="{8B8FB826-CCDC-AF4C-BF96-24E063BDEB4A}">
  <ds:schemaRefs/>
</ds:datastoreItem>
</file>

<file path=customXml/itemProps28.xml><?xml version="1.0" encoding="utf-8"?>
<ds:datastoreItem xmlns:ds="http://schemas.openxmlformats.org/officeDocument/2006/customXml" ds:itemID="{ADE5B4D4-E351-444E-B177-D4608A942F0A}">
  <ds:schemaRefs/>
</ds:datastoreItem>
</file>

<file path=customXml/itemProps29.xml><?xml version="1.0" encoding="utf-8"?>
<ds:datastoreItem xmlns:ds="http://schemas.openxmlformats.org/officeDocument/2006/customXml" ds:itemID="{639A5AF9-2BE4-4A06-8B9F-2D70F943B5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04054ec-1ed4-4285-8c8c-94e226392ef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0.xml><?xml version="1.0" encoding="utf-8"?>
<ds:datastoreItem xmlns:ds="http://schemas.openxmlformats.org/officeDocument/2006/customXml" ds:itemID="{FCDADE86-33AC-F045-834E-85ABB4AF5E91}">
  <ds:schemaRefs/>
</ds:datastoreItem>
</file>

<file path=customXml/itemProps31.xml><?xml version="1.0" encoding="utf-8"?>
<ds:datastoreItem xmlns:ds="http://schemas.openxmlformats.org/officeDocument/2006/customXml" ds:itemID="{8DB0A96E-6777-4404-88E8-A679525071C5}">
  <ds:schemaRefs/>
</ds:datastoreItem>
</file>

<file path=customXml/itemProps32.xml><?xml version="1.0" encoding="utf-8"?>
<ds:datastoreItem xmlns:ds="http://schemas.openxmlformats.org/officeDocument/2006/customXml" ds:itemID="{2EBA1259-1672-4DD3-BA35-A6EAF5A9B084}">
  <ds:schemaRefs/>
</ds:datastoreItem>
</file>

<file path=customXml/itemProps33.xml><?xml version="1.0" encoding="utf-8"?>
<ds:datastoreItem xmlns:ds="http://schemas.openxmlformats.org/officeDocument/2006/customXml" ds:itemID="{B3318F28-D741-1B42-8E90-E0D9E043C028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SAP Template</Template>
  <TotalTime>12086</TotalTime>
  <Words>1121</Words>
  <Application>Microsoft Macintosh PowerPoint</Application>
  <PresentationFormat>Custom</PresentationFormat>
  <Paragraphs>302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0" baseType="lpstr">
      <vt:lpstr>Wingdings</vt:lpstr>
      <vt:lpstr>Symbol</vt:lpstr>
      <vt:lpstr>Arial</vt:lpstr>
      <vt:lpstr>72 Brand</vt:lpstr>
      <vt:lpstr>Libre Franklin Medium</vt:lpstr>
      <vt:lpstr>Libre Franklin ExtraLight</vt:lpstr>
      <vt:lpstr>Libre Franklin</vt:lpstr>
      <vt:lpstr>72 Brand Medium</vt:lpstr>
      <vt:lpstr>Wingdings</vt:lpstr>
      <vt:lpstr>SAP Template</vt:lpstr>
      <vt:lpstr>Build Real-Time, Unified Data Products for Agentic AI with SAP Reltio</vt:lpstr>
      <vt:lpstr>Agenda</vt:lpstr>
      <vt:lpstr>Scattered, Poor Quality Data impeds AI and Agentic benefits</vt:lpstr>
      <vt:lpstr>What bad data actually costs</vt:lpstr>
      <vt:lpstr>SAP Reltio delivers unified data at scale &amp; speed</vt:lpstr>
      <vt:lpstr>Three types of data – One solution</vt:lpstr>
      <vt:lpstr>SAP Reltio Feature Map is rich and growing</vt:lpstr>
      <vt:lpstr>Getting Started with      SAP Reltio</vt:lpstr>
      <vt:lpstr>SAP TechEd 2026 DA160 Focus</vt:lpstr>
      <vt:lpstr>Exercise 0 :    Login to SAP Reltio</vt:lpstr>
      <vt:lpstr>Exercise 1 :    Loading Data</vt:lpstr>
      <vt:lpstr>Exercise 2:   Searching Data</vt:lpstr>
      <vt:lpstr>Exercise 3 :    Data Unification</vt:lpstr>
      <vt:lpstr>Understanding SAP Reltio’s Data Unification</vt:lpstr>
      <vt:lpstr>Join the conversation</vt:lpstr>
      <vt:lpstr>PowerPoint Presentation</vt:lpstr>
      <vt:lpstr>Text with icons</vt:lpstr>
      <vt:lpstr>Roadmap</vt:lpstr>
      <vt:lpstr>Table – four columns</vt:lpstr>
      <vt:lpstr>Diagram with icons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Rajaram, Sriraj</dc:creator>
  <dc:description/>
  <cp:lastModifiedBy>Rajaram, Sriraj</cp:lastModifiedBy>
  <cp:revision>3</cp:revision>
  <dcterms:created xsi:type="dcterms:W3CDTF">2026-09-04T05:29:41Z</dcterms:created>
  <dcterms:modified xsi:type="dcterms:W3CDTF">2026-09-12T14:58:47Z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NewReviewCycle">
    <vt:lpwstr/>
  </property>
  <property fmtid="{D5CDD505-2E9C-101B-9397-08002B2CF9AE}" pid="3" name="ContentTypeId">
    <vt:lpwstr>0x01010033DB854BE305DB4C957C49B2472BEADE</vt:lpwstr>
  </property>
  <property fmtid="{D5CDD505-2E9C-101B-9397-08002B2CF9AE}" pid="4" name="Created by">
    <vt:lpwstr>omnidocs.com</vt:lpwstr>
  </property>
  <property fmtid="{D5CDD505-2E9C-101B-9397-08002B2CF9AE}" pid="5" name="ClassificationContentMarkingFooterLocations">
    <vt:lpwstr>SAP Template:12</vt:lpwstr>
  </property>
  <property fmtid="{D5CDD505-2E9C-101B-9397-08002B2CF9AE}" pid="6" name="ClassificationContentMarkingFooterText">
    <vt:lpwstr>                 INTERNAL ‒ SAP and External Parties under NDA Only</vt:lpwstr>
  </property>
  <property fmtid="{D5CDD505-2E9C-101B-9397-08002B2CF9AE}" pid="7" name="TemplafyTimeStamp">
    <vt:lpwstr>2025-12-14T08:56:23</vt:lpwstr>
  </property>
  <property fmtid="{D5CDD505-2E9C-101B-9397-08002B2CF9AE}" pid="8" name="TemplafyTenantId">
    <vt:lpwstr>sap</vt:lpwstr>
  </property>
  <property fmtid="{D5CDD505-2E9C-101B-9397-08002B2CF9AE}" pid="9" name="TemplafyTemplateId">
    <vt:lpwstr>1328131190817294516</vt:lpwstr>
  </property>
  <property fmtid="{D5CDD505-2E9C-101B-9397-08002B2CF9AE}" pid="10" name="TemplafyUserProfileId">
    <vt:lpwstr>637710449012726268</vt:lpwstr>
  </property>
  <property fmtid="{D5CDD505-2E9C-101B-9397-08002B2CF9AE}" pid="11" name="TemplafyLanguageCode">
    <vt:lpwstr>en-US</vt:lpwstr>
  </property>
  <property fmtid="{D5CDD505-2E9C-101B-9397-08002B2CF9AE}" pid="12" name="TemplafyFromBlank">
    <vt:bool>false</vt:bool>
  </property>
  <property fmtid="{D5CDD505-2E9C-101B-9397-08002B2CF9AE}" pid="13" name="MediaServiceImageTags">
    <vt:lpwstr/>
  </property>
</Properties>
</file>